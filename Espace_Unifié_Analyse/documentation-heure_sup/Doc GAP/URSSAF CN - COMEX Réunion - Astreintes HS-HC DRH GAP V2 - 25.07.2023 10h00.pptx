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33"/>
  </p:notesMasterIdLst>
  <p:handoutMasterIdLst>
    <p:handoutMasterId r:id="rId34"/>
  </p:handoutMasterIdLst>
  <p:sldIdLst>
    <p:sldId id="256" r:id="rId5"/>
    <p:sldId id="262" r:id="rId6"/>
    <p:sldId id="265" r:id="rId7"/>
    <p:sldId id="279" r:id="rId8"/>
    <p:sldId id="280" r:id="rId9"/>
    <p:sldId id="259" r:id="rId10"/>
    <p:sldId id="281" r:id="rId11"/>
    <p:sldId id="282" r:id="rId12"/>
    <p:sldId id="284" r:id="rId13"/>
    <p:sldId id="295" r:id="rId14"/>
    <p:sldId id="285" r:id="rId15"/>
    <p:sldId id="289" r:id="rId16"/>
    <p:sldId id="286" r:id="rId17"/>
    <p:sldId id="292" r:id="rId18"/>
    <p:sldId id="287" r:id="rId19"/>
    <p:sldId id="293" r:id="rId20"/>
    <p:sldId id="1010" r:id="rId21"/>
    <p:sldId id="1011" r:id="rId22"/>
    <p:sldId id="1009" r:id="rId23"/>
    <p:sldId id="1017" r:id="rId24"/>
    <p:sldId id="1018" r:id="rId25"/>
    <p:sldId id="1012" r:id="rId26"/>
    <p:sldId id="1014" r:id="rId27"/>
    <p:sldId id="1013" r:id="rId28"/>
    <p:sldId id="1015" r:id="rId29"/>
    <p:sldId id="1016" r:id="rId30"/>
    <p:sldId id="288" r:id="rId31"/>
    <p:sldId id="297" r:id="rId3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éline Mandouze - CLAI" initials="CMC" lastIdx="7" clrIdx="0">
    <p:extLst>
      <p:ext uri="{19B8F6BF-5375-455C-9EA6-DF929625EA0E}">
        <p15:presenceInfo xmlns:p15="http://schemas.microsoft.com/office/powerpoint/2012/main" userId="S::cmandouze@clai2.com::bb828eba-d87b-40c3-b2f9-2982914a1e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00A073"/>
    <a:srgbClr val="EA5564"/>
    <a:srgbClr val="306EC7"/>
    <a:srgbClr val="FFD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5F984E-548A-9CB1-6710-8E8A38609B3E}" v="1" dt="2023-08-29T07:21:14.53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DDF"/>
          </a:solidFill>
        </a:fill>
      </a:tcStyle>
    </a:wholeTbl>
    <a:band2H>
      <a:tcTxStyle/>
      <a:tcStyle>
        <a:tcBdr/>
        <a:fill>
          <a:solidFill>
            <a:srgbClr val="FFE8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5E5E5E"/>
        </a:fontRef>
        <a:srgbClr val="5E5E5E"/>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5E5E5E"/>
        </a:fontRef>
        <a:srgbClr val="5E5E5E"/>
      </a:tcTxStyle>
      <a:tcStyle>
        <a:tcBdr>
          <a:left>
            <a:ln w="12700" cap="flat">
              <a:noFill/>
              <a:miter lim="400000"/>
            </a:ln>
          </a:left>
          <a:right>
            <a:ln w="12700" cap="flat">
              <a:noFill/>
              <a:miter lim="400000"/>
            </a:ln>
          </a:right>
          <a:top>
            <a:ln w="508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5E5E5E"/>
              </a:solidFill>
              <a:prstDash val="solid"/>
              <a:round/>
            </a:ln>
          </a:top>
          <a:bottom>
            <a:ln w="25400" cap="flat">
              <a:solidFill>
                <a:srgbClr val="5E5E5E"/>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5E5E5E"/>
        </a:fontRef>
        <a:srgbClr val="5E5E5E"/>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D1D1"/>
          </a:solidFill>
        </a:fill>
      </a:tcStyle>
    </a:wholeTbl>
    <a:band2H>
      <a:tcTxStyle/>
      <a:tcStyle>
        <a:tcBdr/>
        <a:fill>
          <a:solidFill>
            <a:srgbClr val="E9E9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E5E5E"/>
          </a:solidFill>
        </a:fill>
      </a:tcStyle>
    </a:firstRow>
  </a:tblStyle>
  <a:tblStyle styleId="{2708684C-4D16-4618-839F-0558EEFCDFE6}" styleName="">
    <a:tblBg/>
    <a:wholeTbl>
      <a:tcTxStyle b="off"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wholeTbl>
    <a:band2H>
      <a:tcTxStyle/>
      <a:tcStyle>
        <a:tcBdr/>
        <a:fill>
          <a:solidFill>
            <a:srgbClr val="FFFFFF"/>
          </a:solidFill>
        </a:fill>
      </a:tcStyle>
    </a:band2H>
    <a:firstCol>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solidFill>
            <a:srgbClr val="5E5E5E">
              <a:alpha val="20000"/>
            </a:srgbClr>
          </a:solidFill>
        </a:fill>
      </a:tcStyle>
    </a:firstCol>
    <a:lastRow>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50800" cap="flat">
              <a:solidFill>
                <a:srgbClr val="5E5E5E"/>
              </a:solidFill>
              <a:prstDash val="solid"/>
              <a:round/>
            </a:ln>
          </a:top>
          <a:bottom>
            <a:ln w="127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lastRow>
    <a:firstRow>
      <a:tcTxStyle b="on" i="off">
        <a:fontRef idx="major">
          <a:srgbClr val="5E5E5E"/>
        </a:fontRef>
        <a:srgbClr val="5E5E5E"/>
      </a:tcTxStyle>
      <a:tcStyle>
        <a:tcBdr>
          <a:left>
            <a:ln w="12700" cap="flat">
              <a:solidFill>
                <a:srgbClr val="5E5E5E"/>
              </a:solidFill>
              <a:prstDash val="solid"/>
              <a:round/>
            </a:ln>
          </a:left>
          <a:right>
            <a:ln w="12700" cap="flat">
              <a:solidFill>
                <a:srgbClr val="5E5E5E"/>
              </a:solidFill>
              <a:prstDash val="solid"/>
              <a:round/>
            </a:ln>
          </a:right>
          <a:top>
            <a:ln w="12700" cap="flat">
              <a:solidFill>
                <a:srgbClr val="5E5E5E"/>
              </a:solidFill>
              <a:prstDash val="solid"/>
              <a:round/>
            </a:ln>
          </a:top>
          <a:bottom>
            <a:ln w="25400" cap="flat">
              <a:solidFill>
                <a:srgbClr val="5E5E5E"/>
              </a:solidFill>
              <a:prstDash val="solid"/>
              <a:round/>
            </a:ln>
          </a:bottom>
          <a:insideH>
            <a:ln w="12700" cap="flat">
              <a:solidFill>
                <a:srgbClr val="5E5E5E"/>
              </a:solidFill>
              <a:prstDash val="solid"/>
              <a:round/>
            </a:ln>
          </a:insideH>
          <a:insideV>
            <a:ln w="12700" cap="flat">
              <a:solidFill>
                <a:srgbClr val="5E5E5E"/>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226" autoAdjust="0"/>
  </p:normalViewPr>
  <p:slideViewPr>
    <p:cSldViewPr snapToGrid="0">
      <p:cViewPr>
        <p:scale>
          <a:sx n="66" d="100"/>
          <a:sy n="66" d="100"/>
        </p:scale>
        <p:origin x="48" y="-133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42" Type="http://schemas.openxmlformats.org/officeDocument/2006/relationships/customXml" Target="../customXml/item4.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STNER Ivane (Acoss)" userId="S::ivane.kastner@acoss.fr::aa02f9d6-7d20-4bb5-8703-1abfa156b8a0" providerId="AD" clId="Web-{825F984E-548A-9CB1-6710-8E8A38609B3E}"/>
    <pc:docChg chg="modSld">
      <pc:chgData name="KASTNER Ivane (Acoss)" userId="S::ivane.kastner@acoss.fr::aa02f9d6-7d20-4bb5-8703-1abfa156b8a0" providerId="AD" clId="Web-{825F984E-548A-9CB1-6710-8E8A38609B3E}" dt="2023-08-29T07:21:14.534" v="0"/>
      <pc:docMkLst>
        <pc:docMk/>
      </pc:docMkLst>
      <pc:sldChg chg="modSp">
        <pc:chgData name="KASTNER Ivane (Acoss)" userId="S::ivane.kastner@acoss.fr::aa02f9d6-7d20-4bb5-8703-1abfa156b8a0" providerId="AD" clId="Web-{825F984E-548A-9CB1-6710-8E8A38609B3E}" dt="2023-08-29T07:21:14.534" v="0"/>
        <pc:sldMkLst>
          <pc:docMk/>
          <pc:sldMk cId="465627514" sldId="295"/>
        </pc:sldMkLst>
        <pc:graphicFrameChg chg="modGraphic">
          <ac:chgData name="KASTNER Ivane (Acoss)" userId="S::ivane.kastner@acoss.fr::aa02f9d6-7d20-4bb5-8703-1abfa156b8a0" providerId="AD" clId="Web-{825F984E-548A-9CB1-6710-8E8A38609B3E}" dt="2023-08-29T07:21:14.534" v="0"/>
          <ac:graphicFrameMkLst>
            <pc:docMk/>
            <pc:sldMk cId="465627514" sldId="295"/>
            <ac:graphicFrameMk id="37" creationId="{16F782EB-ED59-4EE3-CE62-22F9E3131655}"/>
          </ac:graphicFrameMkLst>
        </pc:graphicFrameChg>
      </pc:sldChg>
    </pc:docChg>
  </pc:docChgLst>
  <pc:docChgLst>
    <pc:chgData name="PINGIOTORE Dalila (Acoss)" userId="7c1673f3-59cb-450a-9e53-7324312a33e2" providerId="ADAL" clId="{633AAC56-8A79-4F49-8CDF-4F599FF6659D}"/>
    <pc:docChg chg="custSel modSld">
      <pc:chgData name="PINGIOTORE Dalila (Acoss)" userId="7c1673f3-59cb-450a-9e53-7324312a33e2" providerId="ADAL" clId="{633AAC56-8A79-4F49-8CDF-4F599FF6659D}" dt="2023-07-28T08:37:53.583" v="16" actId="20577"/>
      <pc:docMkLst>
        <pc:docMk/>
      </pc:docMkLst>
      <pc:sldChg chg="modSp mod">
        <pc:chgData name="PINGIOTORE Dalila (Acoss)" userId="7c1673f3-59cb-450a-9e53-7324312a33e2" providerId="ADAL" clId="{633AAC56-8A79-4F49-8CDF-4F599FF6659D}" dt="2023-07-28T08:37:53.583" v="16" actId="20577"/>
        <pc:sldMkLst>
          <pc:docMk/>
          <pc:sldMk cId="3709943048" sldId="1017"/>
        </pc:sldMkLst>
        <pc:spChg chg="mod">
          <ac:chgData name="PINGIOTORE Dalila (Acoss)" userId="7c1673f3-59cb-450a-9e53-7324312a33e2" providerId="ADAL" clId="{633AAC56-8A79-4F49-8CDF-4F599FF6659D}" dt="2023-07-28T08:37:53.583" v="16" actId="20577"/>
          <ac:spMkLst>
            <pc:docMk/>
            <pc:sldMk cId="3709943048" sldId="1017"/>
            <ac:spMk id="232" creationId="{0246F645-0E7B-C79F-0AA0-BB345085C076}"/>
          </ac:spMkLst>
        </pc:spChg>
      </pc:sldChg>
      <pc:sldChg chg="delSp mod">
        <pc:chgData name="PINGIOTORE Dalila (Acoss)" userId="7c1673f3-59cb-450a-9e53-7324312a33e2" providerId="ADAL" clId="{633AAC56-8A79-4F49-8CDF-4F599FF6659D}" dt="2023-07-27T14:16:43.930" v="0" actId="478"/>
        <pc:sldMkLst>
          <pc:docMk/>
          <pc:sldMk cId="3618739995" sldId="1018"/>
        </pc:sldMkLst>
        <pc:spChg chg="del">
          <ac:chgData name="PINGIOTORE Dalila (Acoss)" userId="7c1673f3-59cb-450a-9e53-7324312a33e2" providerId="ADAL" clId="{633AAC56-8A79-4F49-8CDF-4F599FF6659D}" dt="2023-07-27T14:16:43.930" v="0" actId="478"/>
          <ac:spMkLst>
            <pc:docMk/>
            <pc:sldMk cId="3618739995" sldId="1018"/>
            <ac:spMk id="276" creationId="{F4267792-E550-B07D-5C6E-F0ECF4FAD14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040231EE-1E03-FB45-86FE-6D37FF3546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2E506109-DC48-064B-825F-1E1318008BB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104AAE-82CF-5648-B7B5-389F49809767}" type="datetimeFigureOut">
              <a:rPr lang="fr-FR" smtClean="0"/>
              <a:t>29/08/2023</a:t>
            </a:fld>
            <a:endParaRPr lang="fr-FR"/>
          </a:p>
        </p:txBody>
      </p:sp>
      <p:sp>
        <p:nvSpPr>
          <p:cNvPr id="4" name="Espace réservé du pied de page 3">
            <a:extLst>
              <a:ext uri="{FF2B5EF4-FFF2-40B4-BE49-F238E27FC236}">
                <a16:creationId xmlns:a16="http://schemas.microsoft.com/office/drawing/2014/main" id="{255F65D4-B007-E144-8EA2-4A7AA1EA586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ED569F0B-C549-614A-A839-93B03D7093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204AC58-CBFF-264F-9657-E592D4D995F7}" type="slidenum">
              <a:rPr lang="fr-FR" smtClean="0"/>
              <a:t>‹N°›</a:t>
            </a:fld>
            <a:endParaRPr lang="fr-FR"/>
          </a:p>
        </p:txBody>
      </p:sp>
    </p:spTree>
    <p:extLst>
      <p:ext uri="{BB962C8B-B14F-4D97-AF65-F5344CB8AC3E}">
        <p14:creationId xmlns:p14="http://schemas.microsoft.com/office/powerpoint/2010/main" val="2523572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12" name="Shape 312"/>
          <p:cNvSpPr>
            <a:spLocks noGrp="1" noRot="1" noChangeAspect="1"/>
          </p:cNvSpPr>
          <p:nvPr>
            <p:ph type="sldImg"/>
          </p:nvPr>
        </p:nvSpPr>
        <p:spPr>
          <a:xfrm>
            <a:off x="1143000" y="685800"/>
            <a:ext cx="4572000" cy="3429000"/>
          </a:xfrm>
          <a:prstGeom prst="rect">
            <a:avLst/>
          </a:prstGeom>
        </p:spPr>
        <p:txBody>
          <a:bodyPr/>
          <a:lstStyle/>
          <a:p>
            <a:endParaRPr/>
          </a:p>
        </p:txBody>
      </p:sp>
      <p:sp>
        <p:nvSpPr>
          <p:cNvPr id="313" name="Shape 31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a:p>
        </p:txBody>
      </p:sp>
    </p:spTree>
    <p:extLst>
      <p:ext uri="{BB962C8B-B14F-4D97-AF65-F5344CB8AC3E}">
        <p14:creationId xmlns:p14="http://schemas.microsoft.com/office/powerpoint/2010/main" val="934381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b="1"/>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D25B40-875C-4AAB-8BCD-20F9B4C22C65}"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5960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Numéro G2C Intervention planifié à l’avance et Numéro </a:t>
            </a:r>
            <a:r>
              <a:rPr lang="fr-FR" b="1" dirty="0" err="1"/>
              <a:t>Redmind</a:t>
            </a:r>
            <a:r>
              <a:rPr lang="fr-FR" b="1" dirty="0"/>
              <a:t> : Intervention urgente non planifiée dans le G2C</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D25B40-875C-4AAB-8BCD-20F9B4C22C65}"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26426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Numéro G2C Intervention planifié à l’avance et Numéro </a:t>
            </a:r>
            <a:r>
              <a:rPr lang="fr-FR" b="1" dirty="0" err="1"/>
              <a:t>Redmind</a:t>
            </a:r>
            <a:r>
              <a:rPr lang="fr-FR" b="1" dirty="0"/>
              <a:t> : Intervention urgente non planifiée dans le G2C</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D25B40-875C-4AAB-8BCD-20F9B4C22C65}"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88722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a:t>Virginie</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D25B40-875C-4AAB-8BCD-20F9B4C22C65}"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81446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b="1"/>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D25B40-875C-4AAB-8BCD-20F9B4C22C65}"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51614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a:t>Présentation du 05/07/2023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a:t>Présents : Nassiba ASMANE/ Youssoupha DIAKHATE/ Vincent BARROYER/ Patrick ZARB/ Dalila PINGIOTORE/ Solène OSMONT/ Stéphanie JEAN/ Danielle PATRY</a:t>
            </a: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D25B40-875C-4AAB-8BCD-20F9B4C22C65}"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42969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a:t>Présentation du 06/07/2023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a:t>Présents : Nassiba ASMANE/ Youssoupha DIAKHATE/ Vincent BARROYER/ Patrick ZARB/ Dalila PINGIOTORE/ Solène OSMONT/ Stéphanie JEAN/ Danielle PATRY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1"/>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D25B40-875C-4AAB-8BCD-20F9B4C22C65}"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386260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a:t>Présentation du 06/07/2023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b="1"/>
              <a:t>Présents : Nassiba ASMANE/ Youssoupha DIAKHATE/ Vincent BARROYER/ Patrick ZARB/ Dalila PINGIOTORE/ Solène OSMONT/ Stéphanie JEAN/ Danielle PATRY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b="1"/>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D25B40-875C-4AAB-8BCD-20F9B4C22C65}" type="slidenum">
              <a:rPr kumimoji="0" lang="fr-FR"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fr-FR"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839059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a:p>
        </p:txBody>
      </p:sp>
    </p:spTree>
    <p:extLst>
      <p:ext uri="{BB962C8B-B14F-4D97-AF65-F5344CB8AC3E}">
        <p14:creationId xmlns:p14="http://schemas.microsoft.com/office/powerpoint/2010/main" val="11435683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tiff"/><Relationship Id="rId5" Type="http://schemas.openxmlformats.org/officeDocument/2006/relationships/image" Target="../media/image6.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1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1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tiff"/><Relationship Id="rId5" Type="http://schemas.openxmlformats.org/officeDocument/2006/relationships/image" Target="../media/image9.png"/><Relationship Id="rId4" Type="http://schemas.openxmlformats.org/officeDocument/2006/relationships/image" Target="../media/image1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tiff"/></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tif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tif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19.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3.tiff"/><Relationship Id="rId4" Type="http://schemas.openxmlformats.org/officeDocument/2006/relationships/image" Target="../media/image20.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tif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RE">
    <p:spTree>
      <p:nvGrpSpPr>
        <p:cNvPr id="1" name=""/>
        <p:cNvGrpSpPr/>
        <p:nvPr/>
      </p:nvGrpSpPr>
      <p:grpSpPr>
        <a:xfrm>
          <a:off x="0" y="0"/>
          <a:ext cx="0" cy="0"/>
          <a:chOff x="0" y="0"/>
          <a:chExt cx="0" cy="0"/>
        </a:xfrm>
      </p:grpSpPr>
      <p:pic>
        <p:nvPicPr>
          <p:cNvPr id="14"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82" y="12209357"/>
            <a:ext cx="2781302" cy="744219"/>
          </a:xfrm>
          <a:prstGeom prst="rect">
            <a:avLst/>
          </a:prstGeom>
          <a:ln w="12700">
            <a:miter lim="400000"/>
          </a:ln>
        </p:spPr>
      </p:pic>
      <p:sp>
        <p:nvSpPr>
          <p:cNvPr id="15" name="Titre de la présentation"/>
          <p:cNvSpPr txBox="1">
            <a:spLocks noGrp="1"/>
          </p:cNvSpPr>
          <p:nvPr>
            <p:ph type="title" hasCustomPrompt="1"/>
          </p:nvPr>
        </p:nvSpPr>
        <p:spPr>
          <a:xfrm>
            <a:off x="1024462" y="2360468"/>
            <a:ext cx="16545993" cy="3478514"/>
          </a:xfrm>
          <a:prstGeom prst="rect">
            <a:avLst/>
          </a:prstGeom>
        </p:spPr>
        <p:txBody>
          <a:bodyPr/>
          <a:lstStyle>
            <a:lvl1pPr>
              <a:defRPr sz="8000" spc="-159"/>
            </a:lvl1pPr>
          </a:lstStyle>
          <a:p>
            <a:r>
              <a:t>Titre de la présentation</a:t>
            </a:r>
          </a:p>
        </p:txBody>
      </p:sp>
      <p:sp>
        <p:nvSpPr>
          <p:cNvPr id="16" name="Texte niveau 1…"/>
          <p:cNvSpPr txBox="1">
            <a:spLocks noGrp="1"/>
          </p:cNvSpPr>
          <p:nvPr>
            <p:ph type="body" sz="half" idx="1" hasCustomPrompt="1"/>
          </p:nvPr>
        </p:nvSpPr>
        <p:spPr>
          <a:xfrm>
            <a:off x="1032009" y="6495057"/>
            <a:ext cx="21971002" cy="3972794"/>
          </a:xfrm>
          <a:prstGeom prst="rect">
            <a:avLst/>
          </a:prstGeom>
        </p:spPr>
        <p:txBody>
          <a:bodyPr/>
          <a:lstStyle>
            <a:lvl1pPr defTabSz="825500">
              <a:lnSpc>
                <a:spcPct val="100000"/>
              </a:lnSpc>
              <a:spcBef>
                <a:spcPts val="1000"/>
              </a:spcBef>
              <a:defRPr sz="4000" b="1"/>
            </a:lvl1pPr>
            <a:lvl2pPr marL="0" indent="0" defTabSz="825500">
              <a:lnSpc>
                <a:spcPct val="100000"/>
              </a:lnSpc>
              <a:spcBef>
                <a:spcPts val="1000"/>
              </a:spcBef>
              <a:buSzTx/>
              <a:buNone/>
              <a:defRPr sz="4000" b="1"/>
            </a:lvl2pPr>
            <a:lvl3pPr marL="0" indent="0" defTabSz="825500">
              <a:lnSpc>
                <a:spcPct val="100000"/>
              </a:lnSpc>
              <a:spcBef>
                <a:spcPts val="1000"/>
              </a:spcBef>
              <a:buSzTx/>
              <a:buNone/>
              <a:defRPr sz="4000" b="1"/>
            </a:lvl3pPr>
            <a:lvl4pPr marL="0" indent="0" defTabSz="825500">
              <a:lnSpc>
                <a:spcPct val="100000"/>
              </a:lnSpc>
              <a:spcBef>
                <a:spcPts val="1000"/>
              </a:spcBef>
              <a:buSzTx/>
              <a:buNone/>
              <a:defRPr sz="4000" b="1"/>
            </a:lvl4pPr>
            <a:lvl5pPr marL="0" indent="0" defTabSz="825500">
              <a:lnSpc>
                <a:spcPct val="100000"/>
              </a:lnSpc>
              <a:spcBef>
                <a:spcPts val="1000"/>
              </a:spcBef>
              <a:buSzTx/>
              <a:buNone/>
              <a:defRPr sz="4000" b="1"/>
            </a:lvl5pPr>
          </a:lstStyle>
          <a:p>
            <a:r>
              <a:t>Sous-titre de la présentation</a:t>
            </a:r>
          </a:p>
          <a:p>
            <a:pPr lvl="1"/>
            <a:endParaRPr/>
          </a:p>
          <a:p>
            <a:pPr lvl="2"/>
            <a:endParaRPr/>
          </a:p>
          <a:p>
            <a:pPr lvl="3"/>
            <a:endParaRPr/>
          </a:p>
          <a:p>
            <a:pPr lvl="4"/>
            <a:endParaRPr/>
          </a:p>
        </p:txBody>
      </p:sp>
      <p:pic>
        <p:nvPicPr>
          <p:cNvPr id="17"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sp>
        <p:nvSpPr>
          <p:cNvPr id="18" name="Date"/>
          <p:cNvSpPr txBox="1">
            <a:spLocks noGrp="1"/>
          </p:cNvSpPr>
          <p:nvPr>
            <p:ph type="body" sz="quarter" idx="21" hasCustomPrompt="1"/>
          </p:nvPr>
        </p:nvSpPr>
        <p:spPr>
          <a:xfrm>
            <a:off x="972000" y="12237577"/>
            <a:ext cx="2310828" cy="687781"/>
          </a:xfrm>
          <a:prstGeom prst="rect">
            <a:avLst/>
          </a:prstGeom>
        </p:spPr>
        <p:txBody>
          <a:bodyPr lIns="45718" tIns="45718" rIns="45718" bIns="45718" anchor="ctr"/>
          <a:lstStyle>
            <a:lvl1pPr defTabSz="825500">
              <a:lnSpc>
                <a:spcPct val="100000"/>
              </a:lnSpc>
              <a:spcBef>
                <a:spcPts val="0"/>
              </a:spcBef>
              <a:defRPr sz="2500">
                <a:solidFill>
                  <a:srgbClr val="FFFFFF"/>
                </a:solidFill>
              </a:defRPr>
            </a:lvl1pPr>
          </a:lstStyle>
          <a:p>
            <a:r>
              <a:t>Date</a:t>
            </a:r>
          </a:p>
        </p:txBody>
      </p:sp>
      <p:pic>
        <p:nvPicPr>
          <p:cNvPr id="19" name="Image" descr="Image"/>
          <p:cNvPicPr>
            <a:picLocks noChangeAspect="1"/>
          </p:cNvPicPr>
          <p:nvPr/>
        </p:nvPicPr>
        <p:blipFill>
          <a:blip r:embed="rId4"/>
          <a:stretch>
            <a:fillRect/>
          </a:stretch>
        </p:blipFill>
        <p:spPr>
          <a:xfrm>
            <a:off x="15244300" y="4571993"/>
            <a:ext cx="9144014" cy="9144014"/>
          </a:xfrm>
          <a:prstGeom prst="rect">
            <a:avLst/>
          </a:prstGeom>
          <a:ln w="12700">
            <a:miter lim="400000"/>
          </a:ln>
        </p:spPr>
      </p:pic>
      <p:pic>
        <p:nvPicPr>
          <p:cNvPr id="21" name="Image" descr="Image"/>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7664726" y="1386427"/>
            <a:ext cx="5716946" cy="317807"/>
          </a:xfrm>
          <a:prstGeom prst="rect">
            <a:avLst/>
          </a:prstGeom>
          <a:ln w="12700">
            <a:miter lim="400000"/>
          </a:ln>
        </p:spPr>
      </p:pic>
      <p:sp>
        <p:nvSpPr>
          <p:cNvPr id="22"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pic>
        <p:nvPicPr>
          <p:cNvPr id="23" name="Image 22">
            <a:extLst>
              <a:ext uri="{FF2B5EF4-FFF2-40B4-BE49-F238E27FC236}">
                <a16:creationId xmlns:a16="http://schemas.microsoft.com/office/drawing/2014/main" id="{1AF058E8-A9EC-C24E-8363-FADB9CA8D962}"/>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1010419" y="954299"/>
            <a:ext cx="3994961" cy="1084894"/>
          </a:xfrm>
          <a:prstGeom prst="rect">
            <a:avLst/>
          </a:prstGeom>
        </p:spPr>
      </p:pic>
      <p:sp>
        <p:nvSpPr>
          <p:cNvPr id="2" name="Rectangle 1">
            <a:extLst>
              <a:ext uri="{FF2B5EF4-FFF2-40B4-BE49-F238E27FC236}">
                <a16:creationId xmlns:a16="http://schemas.microsoft.com/office/drawing/2014/main" id="{FD2430FA-C893-D771-9B90-10CC045D9B9A}"/>
              </a:ext>
            </a:extLst>
          </p:cNvPr>
          <p:cNvSpPr/>
          <p:nvPr userDrawn="1"/>
        </p:nvSpPr>
        <p:spPr>
          <a:xfrm rot="20069787">
            <a:off x="1822848" y="6160257"/>
            <a:ext cx="18141968" cy="1569660"/>
          </a:xfrm>
          <a:prstGeom prst="rect">
            <a:avLst/>
          </a:prstGeom>
          <a:noFill/>
        </p:spPr>
        <p:txBody>
          <a:bodyPr wrap="square" lIns="91440" tIns="45720" rIns="91440" bIns="45720">
            <a:spAutoFit/>
          </a:bodyPr>
          <a:lstStyle/>
          <a:p>
            <a:pPr algn="ctr"/>
            <a:r>
              <a:rPr lang="fr-FR" sz="9600" b="1" cap="none" spc="0">
                <a:ln w="12700">
                  <a:solidFill>
                    <a:schemeClr val="tx2">
                      <a:lumMod val="40000"/>
                      <a:lumOff val="60000"/>
                    </a:schemeClr>
                  </a:solidFill>
                  <a:prstDash val="solid"/>
                </a:ln>
                <a:solidFill>
                  <a:schemeClr val="tx2">
                    <a:lumMod val="40000"/>
                    <a:lumOff val="60000"/>
                  </a:schemeClr>
                </a:solidFill>
                <a:effectLst>
                  <a:outerShdw blurRad="60007" dist="200025" dir="15000000" sy="30000" kx="-1800000" algn="bl" rotWithShape="0">
                    <a:prstClr val="black">
                      <a:alpha val="32000"/>
                    </a:prstClr>
                  </a:outerShdw>
                </a:effectLst>
              </a:rPr>
              <a:t>PROJET</a:t>
            </a:r>
          </a:p>
        </p:txBody>
      </p:sp>
    </p:spTree>
    <p:extLst>
      <p:ext uri="{BB962C8B-B14F-4D97-AF65-F5344CB8AC3E}">
        <p14:creationId xmlns:p14="http://schemas.microsoft.com/office/powerpoint/2010/main" val="1425456211"/>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reserve="1">
  <p:cSld name="1_Titre et photo - 01">
    <p:spTree>
      <p:nvGrpSpPr>
        <p:cNvPr id="1" name=""/>
        <p:cNvGrpSpPr/>
        <p:nvPr/>
      </p:nvGrpSpPr>
      <p:grpSpPr>
        <a:xfrm>
          <a:off x="0" y="0"/>
          <a:ext cx="0" cy="0"/>
          <a:chOff x="0" y="0"/>
          <a:chExt cx="0" cy="0"/>
        </a:xfrm>
      </p:grpSpPr>
      <p:pic>
        <p:nvPicPr>
          <p:cNvPr id="263" name="image17.jpeg" descr="image17.jpeg"/>
          <p:cNvPicPr>
            <a:picLocks noChangeAspect="1"/>
          </p:cNvPicPr>
          <p:nvPr/>
        </p:nvPicPr>
        <p:blipFill>
          <a:blip r:embed="rId2">
            <a:alphaModFix amt="70000"/>
          </a:blip>
          <a:stretch>
            <a:fillRect/>
          </a:stretch>
        </p:blipFill>
        <p:spPr>
          <a:xfrm>
            <a:off x="-2572" y="-1271715"/>
            <a:ext cx="24389143" cy="16259430"/>
          </a:xfrm>
          <a:prstGeom prst="rect">
            <a:avLst/>
          </a:prstGeom>
          <a:ln w="12700">
            <a:miter lim="400000"/>
          </a:ln>
        </p:spPr>
      </p:pic>
      <p:sp>
        <p:nvSpPr>
          <p:cNvPr id="265" name="Rectangle"/>
          <p:cNvSpPr/>
          <p:nvPr/>
        </p:nvSpPr>
        <p:spPr>
          <a:xfrm>
            <a:off x="-9848" y="-2"/>
            <a:ext cx="24403696" cy="1745433"/>
          </a:xfrm>
          <a:prstGeom prst="rect">
            <a:avLst/>
          </a:prstGeom>
          <a:solidFill>
            <a:srgbClr val="FFFFFF"/>
          </a:solidFill>
          <a:ln w="12700">
            <a:miter lim="400000"/>
          </a:ln>
        </p:spPr>
        <p:txBody>
          <a:bodyPr lIns="50800" tIns="50800" rIns="50800" bIns="50800" anchor="ctr"/>
          <a:lstStyle/>
          <a:p>
            <a:pPr defTabSz="825500">
              <a:lnSpc>
                <a:spcPct val="120000"/>
              </a:lnSpc>
              <a:defRPr sz="3000" cap="all">
                <a:solidFill>
                  <a:srgbClr val="FFFFFF"/>
                </a:solidFill>
                <a:latin typeface="Proxima Nova Extrabold"/>
                <a:ea typeface="Proxima Nova Extrabold"/>
                <a:cs typeface="Proxima Nova Extrabold"/>
                <a:sym typeface="Proxima Nova Extrabold"/>
              </a:defRPr>
            </a:pPr>
            <a:endParaRPr/>
          </a:p>
        </p:txBody>
      </p:sp>
      <p:sp>
        <p:nvSpPr>
          <p:cNvPr id="264" name="Titre de la présentation"/>
          <p:cNvSpPr txBox="1">
            <a:spLocks noGrp="1"/>
          </p:cNvSpPr>
          <p:nvPr>
            <p:ph type="title" hasCustomPrompt="1"/>
          </p:nvPr>
        </p:nvSpPr>
        <p:spPr>
          <a:xfrm>
            <a:off x="1206499" y="4533898"/>
            <a:ext cx="21971002" cy="4648202"/>
          </a:xfrm>
          <a:prstGeom prst="rect">
            <a:avLst/>
          </a:prstGeom>
        </p:spPr>
        <p:txBody>
          <a:bodyPr anchor="ctr"/>
          <a:lstStyle>
            <a:lvl1pPr>
              <a:defRPr sz="8000" spc="-159">
                <a:solidFill>
                  <a:srgbClr val="FFFFFF"/>
                </a:solidFill>
              </a:defRPr>
            </a:lvl1pPr>
          </a:lstStyle>
          <a:p>
            <a:r>
              <a:rPr err="1"/>
              <a:t>Titre</a:t>
            </a:r>
            <a:r>
              <a:t> de la </a:t>
            </a:r>
            <a:r>
              <a:rPr err="1"/>
              <a:t>présentation</a:t>
            </a:r>
            <a:endParaRPr/>
          </a:p>
        </p:txBody>
      </p:sp>
      <p:pic>
        <p:nvPicPr>
          <p:cNvPr id="267"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268" name="Image" descr="Image"/>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403982" y="12640050"/>
            <a:ext cx="977902" cy="685802"/>
          </a:xfrm>
          <a:prstGeom prst="rect">
            <a:avLst/>
          </a:prstGeom>
          <a:ln w="12700">
            <a:miter lim="400000"/>
          </a:ln>
        </p:spPr>
      </p:pic>
      <p:sp>
        <p:nvSpPr>
          <p:cNvPr id="269" name="Numéro de diapositive"/>
          <p:cNvSpPr txBox="1">
            <a:spLocks noGrp="1"/>
          </p:cNvSpPr>
          <p:nvPr>
            <p:ph type="sldNum" sz="quarter" idx="2"/>
          </p:nvPr>
        </p:nvSpPr>
        <p:spPr>
          <a:xfrm>
            <a:off x="23708646" y="12775848"/>
            <a:ext cx="368574" cy="414205"/>
          </a:xfrm>
          <a:prstGeom prst="rect">
            <a:avLst/>
          </a:prstGeom>
        </p:spPr>
        <p:txBody>
          <a:bodyPr/>
          <a:lstStyle>
            <a:lvl1pPr>
              <a:defRPr>
                <a:solidFill>
                  <a:srgbClr val="306FC8"/>
                </a:solidFill>
              </a:defRPr>
            </a:lvl1pPr>
          </a:lstStyle>
          <a:p>
            <a:fld id="{86CB4B4D-7CA3-9044-876B-883B54F8677D}" type="slidenum">
              <a:t>‹N°›</a:t>
            </a:fld>
            <a:endParaRPr/>
          </a:p>
        </p:txBody>
      </p:sp>
      <p:pic>
        <p:nvPicPr>
          <p:cNvPr id="16" name="Image 15">
            <a:extLst>
              <a:ext uri="{FF2B5EF4-FFF2-40B4-BE49-F238E27FC236}">
                <a16:creationId xmlns:a16="http://schemas.microsoft.com/office/drawing/2014/main" id="{5B8A255B-269B-A64D-9BD2-767DBC4ACCA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131213337"/>
      </p:ext>
    </p:extLst>
  </p:cSld>
  <p:clrMapOvr>
    <a:masterClrMapping/>
  </p:clrMapOvr>
  <p:transition spd="med"/>
  <p:extLst>
    <p:ext uri="{DCECCB84-F9BA-43D5-87BE-67443E8EF086}">
      <p15:sldGuideLst xmlns:p15="http://schemas.microsoft.com/office/powerpoint/2012/main">
        <p15:guide id="2" pos="76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re et photo - 02">
    <p:spTree>
      <p:nvGrpSpPr>
        <p:cNvPr id="1" name=""/>
        <p:cNvGrpSpPr/>
        <p:nvPr/>
      </p:nvGrpSpPr>
      <p:grpSpPr>
        <a:xfrm>
          <a:off x="0" y="0"/>
          <a:ext cx="0" cy="0"/>
          <a:chOff x="0" y="0"/>
          <a:chExt cx="0" cy="0"/>
        </a:xfrm>
      </p:grpSpPr>
      <p:pic>
        <p:nvPicPr>
          <p:cNvPr id="9" name="Image" descr="Image">
            <a:extLst>
              <a:ext uri="{FF2B5EF4-FFF2-40B4-BE49-F238E27FC236}">
                <a16:creationId xmlns:a16="http://schemas.microsoft.com/office/drawing/2014/main" id="{E8DE3A2A-8250-FC40-802D-A190F7EAD32E}"/>
              </a:ext>
            </a:extLst>
          </p:cNvPr>
          <p:cNvPicPr>
            <a:picLocks noChangeAspect="1"/>
          </p:cNvPicPr>
          <p:nvPr userDrawn="1"/>
        </p:nvPicPr>
        <p:blipFill>
          <a:blip r:embed="rId2" cstate="screen">
            <a:alphaModFix amt="70000"/>
            <a:extLst>
              <a:ext uri="{28A0092B-C50C-407E-A947-70E740481C1C}">
                <a14:useLocalDpi xmlns:a14="http://schemas.microsoft.com/office/drawing/2010/main"/>
              </a:ext>
            </a:extLst>
          </a:blip>
          <a:srcRect/>
          <a:stretch>
            <a:fillRect/>
          </a:stretch>
        </p:blipFill>
        <p:spPr>
          <a:xfrm>
            <a:off x="0" y="1518026"/>
            <a:ext cx="24384000" cy="121979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
        <p:nvSpPr>
          <p:cNvPr id="14" name="Rectangle">
            <a:extLst>
              <a:ext uri="{FF2B5EF4-FFF2-40B4-BE49-F238E27FC236}">
                <a16:creationId xmlns:a16="http://schemas.microsoft.com/office/drawing/2014/main" id="{BB0E705C-E629-3747-BCBE-EEF2C8959C40}"/>
              </a:ext>
            </a:extLst>
          </p:cNvPr>
          <p:cNvSpPr/>
          <p:nvPr userDrawn="1"/>
        </p:nvSpPr>
        <p:spPr>
          <a:xfrm>
            <a:off x="-9848" y="-2"/>
            <a:ext cx="24403696" cy="1745433"/>
          </a:xfrm>
          <a:prstGeom prst="rect">
            <a:avLst/>
          </a:prstGeom>
          <a:solidFill>
            <a:srgbClr val="FFFFFF"/>
          </a:solidFill>
          <a:ln w="12700">
            <a:miter lim="400000"/>
          </a:ln>
        </p:spPr>
        <p:txBody>
          <a:bodyPr lIns="50800" tIns="50800" rIns="50800" bIns="50800" anchor="ctr"/>
          <a:lstStyle/>
          <a:p>
            <a:pPr defTabSz="825500">
              <a:lnSpc>
                <a:spcPct val="120000"/>
              </a:lnSpc>
              <a:defRPr sz="3000" cap="all">
                <a:solidFill>
                  <a:srgbClr val="FFFFFF"/>
                </a:solidFill>
                <a:latin typeface="Proxima Nova Extrabold"/>
                <a:ea typeface="Proxima Nova Extrabold"/>
                <a:cs typeface="Proxima Nova Extrabold"/>
                <a:sym typeface="Proxima Nova Extrabold"/>
              </a:defRPr>
            </a:pPr>
            <a:endParaRPr/>
          </a:p>
        </p:txBody>
      </p:sp>
      <p:pic>
        <p:nvPicPr>
          <p:cNvPr id="267"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sp>
        <p:nvSpPr>
          <p:cNvPr id="10" name="Titre de la présentation">
            <a:extLst>
              <a:ext uri="{FF2B5EF4-FFF2-40B4-BE49-F238E27FC236}">
                <a16:creationId xmlns:a16="http://schemas.microsoft.com/office/drawing/2014/main" id="{2400796C-96B6-8943-BCDB-E08B44D329EB}"/>
              </a:ext>
            </a:extLst>
          </p:cNvPr>
          <p:cNvSpPr txBox="1">
            <a:spLocks noGrp="1"/>
          </p:cNvSpPr>
          <p:nvPr>
            <p:ph type="title" hasCustomPrompt="1"/>
          </p:nvPr>
        </p:nvSpPr>
        <p:spPr>
          <a:xfrm>
            <a:off x="1206499" y="4533899"/>
            <a:ext cx="21971001" cy="4648201"/>
          </a:xfrm>
          <a:prstGeom prst="rect">
            <a:avLst/>
          </a:prstGeom>
        </p:spPr>
        <p:txBody>
          <a:bodyPr anchor="ctr">
            <a:noAutofit/>
          </a:bodyPr>
          <a:lstStyle>
            <a:lvl1pPr>
              <a:defRPr sz="8000" spc="-159"/>
            </a:lvl1pPr>
          </a:lstStyle>
          <a:p>
            <a:r>
              <a:rPr err="1"/>
              <a:t>Titre</a:t>
            </a:r>
            <a:r>
              <a:t> de la </a:t>
            </a:r>
            <a:r>
              <a:rPr err="1"/>
              <a:t>présentation</a:t>
            </a:r>
            <a:endParaRPr/>
          </a:p>
        </p:txBody>
      </p:sp>
      <p:pic>
        <p:nvPicPr>
          <p:cNvPr id="12" name="Image" descr="Image">
            <a:extLst>
              <a:ext uri="{FF2B5EF4-FFF2-40B4-BE49-F238E27FC236}">
                <a16:creationId xmlns:a16="http://schemas.microsoft.com/office/drawing/2014/main" id="{3A170770-9923-334E-A9AE-B758F21E5985}"/>
              </a:ext>
            </a:extLst>
          </p:cNvPr>
          <p:cNvPicPr>
            <a:picLocks noChangeAspect="1"/>
          </p:cNvPicPr>
          <p:nvPr userDrawn="1"/>
        </p:nvPicPr>
        <p:blipFill>
          <a:blip r:embed="rId4"/>
          <a:stretch>
            <a:fillRect/>
          </a:stretch>
        </p:blipFill>
        <p:spPr>
          <a:xfrm>
            <a:off x="15259165" y="4586945"/>
            <a:ext cx="9131070" cy="91310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pic>
      <p:sp>
        <p:nvSpPr>
          <p:cNvPr id="269" name="Numéro de diapositive"/>
          <p:cNvSpPr txBox="1">
            <a:spLocks noGrp="1"/>
          </p:cNvSpPr>
          <p:nvPr>
            <p:ph type="sldNum" sz="quarter" idx="2"/>
          </p:nvPr>
        </p:nvSpPr>
        <p:spPr>
          <a:xfrm>
            <a:off x="23708646" y="12784877"/>
            <a:ext cx="516167" cy="405176"/>
          </a:xfrm>
          <a:prstGeom prst="rect">
            <a:avLst/>
          </a:prstGeom>
        </p:spPr>
        <p:txBody>
          <a:bodyPr/>
          <a:lstStyle>
            <a:lvl1pPr>
              <a:defRPr>
                <a:solidFill>
                  <a:srgbClr val="FFFFFF"/>
                </a:solidFill>
              </a:defRPr>
            </a:lvl1pPr>
          </a:lstStyle>
          <a:p>
            <a:fld id="{86CB4B4D-7CA3-9044-876B-883B54F8677D}" type="slidenum">
              <a:rPr lang="fr-FR" smtClean="0"/>
              <a:pPr/>
              <a:t>‹N°›</a:t>
            </a:fld>
            <a:endParaRPr lang="fr-FR">
              <a:solidFill>
                <a:srgbClr val="FFFFFF"/>
              </a:solidFill>
            </a:endParaRPr>
          </a:p>
        </p:txBody>
      </p:sp>
      <p:pic>
        <p:nvPicPr>
          <p:cNvPr id="13" name="Image 12">
            <a:extLst>
              <a:ext uri="{FF2B5EF4-FFF2-40B4-BE49-F238E27FC236}">
                <a16:creationId xmlns:a16="http://schemas.microsoft.com/office/drawing/2014/main" id="{5CD0106D-387B-0043-885E-EEDC4BA34029}"/>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132918908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reserve="1">
  <p:cSld name="1_Section_01">
    <p:bg>
      <p:bgPr>
        <a:solidFill>
          <a:srgbClr val="5FC7D1"/>
        </a:solidFill>
        <a:effectLst/>
      </p:bgPr>
    </p:bg>
    <p:spTree>
      <p:nvGrpSpPr>
        <p:cNvPr id="1" name=""/>
        <p:cNvGrpSpPr/>
        <p:nvPr/>
      </p:nvGrpSpPr>
      <p:grpSpPr>
        <a:xfrm>
          <a:off x="0" y="0"/>
          <a:ext cx="0" cy="0"/>
          <a:chOff x="0" y="0"/>
          <a:chExt cx="0" cy="0"/>
        </a:xfrm>
      </p:grpSpPr>
      <p:sp>
        <p:nvSpPr>
          <p:cNvPr id="107" name="Titre de section"/>
          <p:cNvSpPr txBox="1">
            <a:spLocks noGrp="1"/>
          </p:cNvSpPr>
          <p:nvPr>
            <p:ph type="title" hasCustomPrompt="1"/>
          </p:nvPr>
        </p:nvSpPr>
        <p:spPr>
          <a:xfrm>
            <a:off x="4762496" y="5122124"/>
            <a:ext cx="10464677" cy="3471752"/>
          </a:xfrm>
          <a:prstGeom prst="rect">
            <a:avLst/>
          </a:prstGeom>
        </p:spPr>
        <p:txBody>
          <a:bodyPr anchor="ctr"/>
          <a:lstStyle>
            <a:lvl1pPr>
              <a:lnSpc>
                <a:spcPct val="100000"/>
              </a:lnSpc>
              <a:defRPr sz="10000" spc="-200">
                <a:solidFill>
                  <a:srgbClr val="FFFFFF"/>
                </a:solidFill>
              </a:defRPr>
            </a:lvl1pPr>
          </a:lstStyle>
          <a:p>
            <a:r>
              <a:rPr err="1"/>
              <a:t>Titre</a:t>
            </a:r>
            <a:r>
              <a:t> de section</a:t>
            </a:r>
          </a:p>
        </p:txBody>
      </p:sp>
      <p:sp>
        <p:nvSpPr>
          <p:cNvPr id="13" name="Rectangle">
            <a:extLst>
              <a:ext uri="{FF2B5EF4-FFF2-40B4-BE49-F238E27FC236}">
                <a16:creationId xmlns:a16="http://schemas.microsoft.com/office/drawing/2014/main" id="{D3C5B4D2-0314-6343-9AA7-97C5334EDD36}"/>
              </a:ext>
            </a:extLst>
          </p:cNvPr>
          <p:cNvSpPr/>
          <p:nvPr userDrawn="1"/>
        </p:nvSpPr>
        <p:spPr>
          <a:xfrm>
            <a:off x="-9848" y="-2"/>
            <a:ext cx="24403696" cy="1745433"/>
          </a:xfrm>
          <a:prstGeom prst="rect">
            <a:avLst/>
          </a:prstGeom>
          <a:solidFill>
            <a:srgbClr val="FFFFFF"/>
          </a:solidFill>
          <a:ln w="12700">
            <a:miter lim="400000"/>
          </a:ln>
        </p:spPr>
        <p:txBody>
          <a:bodyPr lIns="50800" tIns="50800" rIns="50800" bIns="50800" anchor="ctr"/>
          <a:lstStyle/>
          <a:p>
            <a:pPr defTabSz="825500">
              <a:lnSpc>
                <a:spcPct val="120000"/>
              </a:lnSpc>
              <a:defRPr sz="3000" cap="all">
                <a:solidFill>
                  <a:srgbClr val="FFFFFF"/>
                </a:solidFill>
                <a:latin typeface="Proxima Nova Extrabold"/>
                <a:ea typeface="Proxima Nova Extrabold"/>
                <a:cs typeface="Proxima Nova Extrabold"/>
                <a:sym typeface="Proxima Nova Extrabold"/>
              </a:defRPr>
            </a:pPr>
            <a:endParaRPr/>
          </a:p>
        </p:txBody>
      </p:sp>
      <p:pic>
        <p:nvPicPr>
          <p:cNvPr id="109"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110" name="Image" descr="Image"/>
          <p:cNvPicPr>
            <a:picLocks noChangeAspect="1"/>
          </p:cNvPicPr>
          <p:nvPr/>
        </p:nvPicPr>
        <p:blipFill>
          <a:blip r:embed="rId3"/>
          <a:stretch>
            <a:fillRect/>
          </a:stretch>
        </p:blipFill>
        <p:spPr>
          <a:xfrm>
            <a:off x="1043655" y="5175396"/>
            <a:ext cx="3365222" cy="3365209"/>
          </a:xfrm>
          <a:prstGeom prst="rect">
            <a:avLst/>
          </a:prstGeom>
          <a:ln w="12700">
            <a:miter lim="400000"/>
          </a:ln>
        </p:spPr>
      </p:pic>
      <p:pic>
        <p:nvPicPr>
          <p:cNvPr id="111" name="Image" descr="Image"/>
          <p:cNvPicPr>
            <a:picLocks noChangeAspect="1"/>
          </p:cNvPicPr>
          <p:nvPr/>
        </p:nvPicPr>
        <p:blipFill>
          <a:blip r:embed="rId4"/>
          <a:stretch>
            <a:fillRect/>
          </a:stretch>
        </p:blipFill>
        <p:spPr>
          <a:xfrm>
            <a:off x="17532004" y="2275309"/>
            <a:ext cx="6862926" cy="11447499"/>
          </a:xfrm>
          <a:prstGeom prst="rect">
            <a:avLst/>
          </a:prstGeom>
          <a:ln w="12700">
            <a:miter lim="400000"/>
          </a:ln>
        </p:spPr>
      </p:pic>
      <p:sp>
        <p:nvSpPr>
          <p:cNvPr id="112" name="01"/>
          <p:cNvSpPr txBox="1">
            <a:spLocks noGrp="1"/>
          </p:cNvSpPr>
          <p:nvPr>
            <p:ph type="body" sz="quarter" idx="21" hasCustomPrompt="1"/>
          </p:nvPr>
        </p:nvSpPr>
        <p:spPr>
          <a:xfrm>
            <a:off x="1054096" y="5122124"/>
            <a:ext cx="3344341" cy="3471752"/>
          </a:xfrm>
          <a:prstGeom prst="rect">
            <a:avLst/>
          </a:prstGeom>
        </p:spPr>
        <p:txBody>
          <a:bodyPr anchor="ctr"/>
          <a:lstStyle>
            <a:lvl1pPr algn="ctr">
              <a:lnSpc>
                <a:spcPct val="100000"/>
              </a:lnSpc>
              <a:spcBef>
                <a:spcPts val="0"/>
              </a:spcBef>
              <a:defRPr sz="10000" b="1" spc="-200">
                <a:solidFill>
                  <a:srgbClr val="FFFFFF"/>
                </a:solidFill>
              </a:defRPr>
            </a:lvl1pPr>
          </a:lstStyle>
          <a:p>
            <a:r>
              <a:t>01</a:t>
            </a:r>
          </a:p>
        </p:txBody>
      </p:sp>
      <p:sp>
        <p:nvSpPr>
          <p:cNvPr id="113"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pic>
        <p:nvPicPr>
          <p:cNvPr id="10" name="Image 9">
            <a:extLst>
              <a:ext uri="{FF2B5EF4-FFF2-40B4-BE49-F238E27FC236}">
                <a16:creationId xmlns:a16="http://schemas.microsoft.com/office/drawing/2014/main" id="{70A445D4-D79C-9D49-A8FB-ADA4FDB3753D}"/>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628890763"/>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reserve="1">
  <p:cSld name="1_Section_02">
    <p:bg>
      <p:bgPr>
        <a:solidFill>
          <a:srgbClr val="306EC7"/>
        </a:solidFill>
        <a:effectLst/>
      </p:bgPr>
    </p:bg>
    <p:spTree>
      <p:nvGrpSpPr>
        <p:cNvPr id="1" name=""/>
        <p:cNvGrpSpPr/>
        <p:nvPr/>
      </p:nvGrpSpPr>
      <p:grpSpPr>
        <a:xfrm>
          <a:off x="0" y="0"/>
          <a:ext cx="0" cy="0"/>
          <a:chOff x="0" y="0"/>
          <a:chExt cx="0" cy="0"/>
        </a:xfrm>
      </p:grpSpPr>
      <p:sp>
        <p:nvSpPr>
          <p:cNvPr id="121" name="Titre de section"/>
          <p:cNvSpPr txBox="1">
            <a:spLocks noGrp="1"/>
          </p:cNvSpPr>
          <p:nvPr>
            <p:ph type="title" hasCustomPrompt="1"/>
          </p:nvPr>
        </p:nvSpPr>
        <p:spPr>
          <a:xfrm>
            <a:off x="4762496" y="5122124"/>
            <a:ext cx="10464677" cy="3471752"/>
          </a:xfrm>
          <a:prstGeom prst="rect">
            <a:avLst/>
          </a:prstGeom>
        </p:spPr>
        <p:txBody>
          <a:bodyPr anchor="ctr"/>
          <a:lstStyle>
            <a:lvl1pPr>
              <a:lnSpc>
                <a:spcPct val="100000"/>
              </a:lnSpc>
              <a:defRPr sz="10000" spc="-200">
                <a:solidFill>
                  <a:srgbClr val="FFFFFF"/>
                </a:solidFill>
              </a:defRPr>
            </a:lvl1pPr>
          </a:lstStyle>
          <a:p>
            <a:r>
              <a:rPr err="1"/>
              <a:t>Titre</a:t>
            </a:r>
            <a:r>
              <a:t> de section</a:t>
            </a:r>
          </a:p>
        </p:txBody>
      </p:sp>
      <p:sp>
        <p:nvSpPr>
          <p:cNvPr id="17" name="Rectangle">
            <a:extLst>
              <a:ext uri="{FF2B5EF4-FFF2-40B4-BE49-F238E27FC236}">
                <a16:creationId xmlns:a16="http://schemas.microsoft.com/office/drawing/2014/main" id="{811DF159-FAD0-5F4A-8A7F-8A7297D6E697}"/>
              </a:ext>
            </a:extLst>
          </p:cNvPr>
          <p:cNvSpPr/>
          <p:nvPr userDrawn="1"/>
        </p:nvSpPr>
        <p:spPr>
          <a:xfrm>
            <a:off x="-9848" y="-2"/>
            <a:ext cx="24403696" cy="1745433"/>
          </a:xfrm>
          <a:prstGeom prst="rect">
            <a:avLst/>
          </a:prstGeom>
          <a:solidFill>
            <a:srgbClr val="FFFFFF"/>
          </a:solidFill>
          <a:ln w="12700">
            <a:miter lim="400000"/>
          </a:ln>
        </p:spPr>
        <p:txBody>
          <a:bodyPr lIns="50800" tIns="50800" rIns="50800" bIns="50800" anchor="ctr"/>
          <a:lstStyle/>
          <a:p>
            <a:pPr defTabSz="825500">
              <a:lnSpc>
                <a:spcPct val="120000"/>
              </a:lnSpc>
              <a:defRPr sz="3000" cap="all">
                <a:solidFill>
                  <a:srgbClr val="FFFFFF"/>
                </a:solidFill>
                <a:latin typeface="Proxima Nova Extrabold"/>
                <a:ea typeface="Proxima Nova Extrabold"/>
                <a:cs typeface="Proxima Nova Extrabold"/>
                <a:sym typeface="Proxima Nova Extrabold"/>
              </a:defRPr>
            </a:pPr>
            <a:endParaRPr/>
          </a:p>
        </p:txBody>
      </p:sp>
      <p:pic>
        <p:nvPicPr>
          <p:cNvPr id="123"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124" name="Image" descr="Image"/>
          <p:cNvPicPr>
            <a:picLocks noChangeAspect="1"/>
          </p:cNvPicPr>
          <p:nvPr/>
        </p:nvPicPr>
        <p:blipFill>
          <a:blip r:embed="rId3"/>
          <a:stretch>
            <a:fillRect/>
          </a:stretch>
        </p:blipFill>
        <p:spPr>
          <a:xfrm>
            <a:off x="1043655" y="5175396"/>
            <a:ext cx="3365222" cy="3365209"/>
          </a:xfrm>
          <a:prstGeom prst="rect">
            <a:avLst/>
          </a:prstGeom>
          <a:ln w="12700">
            <a:miter lim="400000"/>
          </a:ln>
        </p:spPr>
      </p:pic>
      <p:sp>
        <p:nvSpPr>
          <p:cNvPr id="126" name="01"/>
          <p:cNvSpPr txBox="1">
            <a:spLocks noGrp="1"/>
          </p:cNvSpPr>
          <p:nvPr>
            <p:ph type="body" sz="quarter" idx="21" hasCustomPrompt="1"/>
          </p:nvPr>
        </p:nvSpPr>
        <p:spPr>
          <a:xfrm>
            <a:off x="1054096" y="5122124"/>
            <a:ext cx="3344341" cy="3471752"/>
          </a:xfrm>
          <a:prstGeom prst="rect">
            <a:avLst/>
          </a:prstGeom>
        </p:spPr>
        <p:txBody>
          <a:bodyPr anchor="ctr"/>
          <a:lstStyle>
            <a:lvl1pPr algn="ctr">
              <a:lnSpc>
                <a:spcPct val="100000"/>
              </a:lnSpc>
              <a:spcBef>
                <a:spcPts val="0"/>
              </a:spcBef>
              <a:defRPr sz="10000" b="1" spc="-200">
                <a:solidFill>
                  <a:srgbClr val="FFFFFF"/>
                </a:solidFill>
              </a:defRPr>
            </a:lvl1pPr>
          </a:lstStyle>
          <a:p>
            <a:r>
              <a:t>01</a:t>
            </a:r>
          </a:p>
        </p:txBody>
      </p:sp>
      <p:pic>
        <p:nvPicPr>
          <p:cNvPr id="13" name="Image" descr="Image">
            <a:extLst>
              <a:ext uri="{FF2B5EF4-FFF2-40B4-BE49-F238E27FC236}">
                <a16:creationId xmlns:a16="http://schemas.microsoft.com/office/drawing/2014/main" id="{AF7420DE-4E9C-6C48-85BF-EA5206ADEC58}"/>
              </a:ext>
            </a:extLst>
          </p:cNvPr>
          <p:cNvPicPr>
            <a:picLocks noChangeAspect="1"/>
          </p:cNvPicPr>
          <p:nvPr userDrawn="1"/>
        </p:nvPicPr>
        <p:blipFill>
          <a:blip r:embed="rId4"/>
          <a:stretch>
            <a:fillRect/>
          </a:stretch>
        </p:blipFill>
        <p:spPr>
          <a:xfrm>
            <a:off x="17513799" y="4563719"/>
            <a:ext cx="6873937" cy="9152095"/>
          </a:xfrm>
          <a:prstGeom prst="rect">
            <a:avLst/>
          </a:prstGeom>
          <a:ln w="12700">
            <a:miter lim="400000"/>
          </a:ln>
        </p:spPr>
      </p:pic>
      <p:pic>
        <p:nvPicPr>
          <p:cNvPr id="11" name="Image" descr="Image">
            <a:extLst>
              <a:ext uri="{FF2B5EF4-FFF2-40B4-BE49-F238E27FC236}">
                <a16:creationId xmlns:a16="http://schemas.microsoft.com/office/drawing/2014/main" id="{A9D56F53-F002-EE43-A526-B497B167A90A}"/>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3403982" y="12640050"/>
            <a:ext cx="977902" cy="685802"/>
          </a:xfrm>
          <a:prstGeom prst="rect">
            <a:avLst/>
          </a:prstGeom>
          <a:ln w="12700">
            <a:miter lim="400000"/>
          </a:ln>
        </p:spPr>
      </p:pic>
      <p:sp>
        <p:nvSpPr>
          <p:cNvPr id="12" name="Numéro de diapositive">
            <a:extLst>
              <a:ext uri="{FF2B5EF4-FFF2-40B4-BE49-F238E27FC236}">
                <a16:creationId xmlns:a16="http://schemas.microsoft.com/office/drawing/2014/main" id="{B8E41A35-9A75-D445-BA6D-50F9EBF72E44}"/>
              </a:ext>
            </a:extLst>
          </p:cNvPr>
          <p:cNvSpPr txBox="1">
            <a:spLocks noGrp="1"/>
          </p:cNvSpPr>
          <p:nvPr>
            <p:ph type="sldNum" sz="quarter" idx="2"/>
          </p:nvPr>
        </p:nvSpPr>
        <p:spPr>
          <a:xfrm>
            <a:off x="23708647" y="12775848"/>
            <a:ext cx="368574" cy="414205"/>
          </a:xfrm>
          <a:prstGeom prst="rect">
            <a:avLst/>
          </a:prstGeom>
        </p:spPr>
        <p:txBody>
          <a:bodyPr/>
          <a:lstStyle>
            <a:lvl1pPr>
              <a:defRPr>
                <a:solidFill>
                  <a:srgbClr val="306EC7"/>
                </a:solidFill>
              </a:defRPr>
            </a:lvl1pPr>
          </a:lstStyle>
          <a:p>
            <a:fld id="{86CB4B4D-7CA3-9044-876B-883B54F8677D}" type="slidenum">
              <a:t>‹N°›</a:t>
            </a:fld>
            <a:endParaRPr/>
          </a:p>
        </p:txBody>
      </p:sp>
      <p:pic>
        <p:nvPicPr>
          <p:cNvPr id="14" name="Image 13">
            <a:extLst>
              <a:ext uri="{FF2B5EF4-FFF2-40B4-BE49-F238E27FC236}">
                <a16:creationId xmlns:a16="http://schemas.microsoft.com/office/drawing/2014/main" id="{B9CB1E4A-D8DA-E948-9045-6A6768F3A07A}"/>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755751484"/>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ODJ">
    <p:spTree>
      <p:nvGrpSpPr>
        <p:cNvPr id="1" name=""/>
        <p:cNvGrpSpPr/>
        <p:nvPr/>
      </p:nvGrpSpPr>
      <p:grpSpPr>
        <a:xfrm>
          <a:off x="0" y="0"/>
          <a:ext cx="0" cy="0"/>
          <a:chOff x="0" y="0"/>
          <a:chExt cx="0" cy="0"/>
        </a:xfrm>
      </p:grpSpPr>
      <p:sp>
        <p:nvSpPr>
          <p:cNvPr id="276" name="Rectangle"/>
          <p:cNvSpPr/>
          <p:nvPr/>
        </p:nvSpPr>
        <p:spPr>
          <a:xfrm>
            <a:off x="344" y="5358325"/>
            <a:ext cx="24383312" cy="8388841"/>
          </a:xfrm>
          <a:prstGeom prst="rect">
            <a:avLst/>
          </a:prstGeom>
          <a:solidFill>
            <a:srgbClr val="306EC7"/>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pic>
        <p:nvPicPr>
          <p:cNvPr id="278"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279"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sp>
        <p:nvSpPr>
          <p:cNvPr id="280" name="Texte"/>
          <p:cNvSpPr txBox="1">
            <a:spLocks noGrp="1"/>
          </p:cNvSpPr>
          <p:nvPr>
            <p:ph type="body" sz="quarter" idx="21"/>
          </p:nvPr>
        </p:nvSpPr>
        <p:spPr>
          <a:xfrm>
            <a:off x="8728285" y="8312504"/>
            <a:ext cx="3385123" cy="4796947"/>
          </a:xfrm>
          <a:prstGeom prst="rect">
            <a:avLst/>
          </a:prstGeom>
        </p:spPr>
        <p:txBody>
          <a:bodyPr/>
          <a:lstStyle>
            <a:lvl1pPr defTabSz="457200">
              <a:lnSpc>
                <a:spcPct val="100000"/>
              </a:lnSpc>
              <a:spcBef>
                <a:spcPts val="1200"/>
              </a:spcBef>
              <a:defRPr sz="2500">
                <a:solidFill>
                  <a:srgbClr val="FFFFFF"/>
                </a:solidFill>
              </a:defRPr>
            </a:lvl1pPr>
          </a:lstStyle>
          <a:p>
            <a:r>
              <a:t>Lorem ipsum dolor sit </a:t>
            </a:r>
            <a:r>
              <a:rPr err="1"/>
              <a:t>amet</a:t>
            </a:r>
            <a:r>
              <a:t>, </a:t>
            </a:r>
            <a:r>
              <a:rPr err="1"/>
              <a:t>consectetur</a:t>
            </a:r>
            <a:r>
              <a:t> </a:t>
            </a:r>
            <a:r>
              <a:rPr err="1"/>
              <a:t>adipiscing</a:t>
            </a:r>
            <a:r>
              <a:t> </a:t>
            </a:r>
            <a:r>
              <a:rPr err="1"/>
              <a:t>elit</a:t>
            </a:r>
            <a:r>
              <a:t>. Duis id </a:t>
            </a:r>
            <a:r>
              <a:rPr err="1"/>
              <a:t>eros</a:t>
            </a:r>
            <a:r>
              <a:t> </a:t>
            </a:r>
            <a:r>
              <a:rPr err="1"/>
              <a:t>metus</a:t>
            </a:r>
            <a:r>
              <a:t>. </a:t>
            </a:r>
          </a:p>
        </p:txBody>
      </p:sp>
      <p:sp>
        <p:nvSpPr>
          <p:cNvPr id="281" name="Texte"/>
          <p:cNvSpPr txBox="1">
            <a:spLocks noGrp="1"/>
          </p:cNvSpPr>
          <p:nvPr>
            <p:ph type="body" sz="quarter" idx="22"/>
          </p:nvPr>
        </p:nvSpPr>
        <p:spPr>
          <a:xfrm>
            <a:off x="12573845" y="8312504"/>
            <a:ext cx="3385123" cy="4796947"/>
          </a:xfrm>
          <a:prstGeom prst="rect">
            <a:avLst/>
          </a:prstGeom>
        </p:spPr>
        <p:txBody>
          <a:bodyPr/>
          <a:lstStyle>
            <a:lvl1pPr defTabSz="457200">
              <a:lnSpc>
                <a:spcPct val="100000"/>
              </a:lnSpc>
              <a:spcBef>
                <a:spcPts val="1200"/>
              </a:spcBef>
              <a:defRPr sz="2500">
                <a:solidFill>
                  <a:srgbClr val="FFFFFF"/>
                </a:solidFill>
              </a:defRPr>
            </a:lvl1pPr>
          </a:lstStyle>
          <a:p>
            <a:r>
              <a:t>Lorem ipsum dolor sit </a:t>
            </a:r>
            <a:r>
              <a:rPr err="1"/>
              <a:t>amet</a:t>
            </a:r>
            <a:r>
              <a:t>, </a:t>
            </a:r>
            <a:r>
              <a:rPr err="1"/>
              <a:t>consectetur</a:t>
            </a:r>
            <a:r>
              <a:t> </a:t>
            </a:r>
            <a:r>
              <a:rPr err="1"/>
              <a:t>adipiscing</a:t>
            </a:r>
            <a:r>
              <a:t> </a:t>
            </a:r>
            <a:r>
              <a:rPr err="1"/>
              <a:t>elit</a:t>
            </a:r>
            <a:r>
              <a:t>. Duis id </a:t>
            </a:r>
            <a:r>
              <a:rPr err="1"/>
              <a:t>eros</a:t>
            </a:r>
            <a:r>
              <a:t> </a:t>
            </a:r>
            <a:r>
              <a:rPr err="1"/>
              <a:t>metus</a:t>
            </a:r>
            <a:r>
              <a:t>. </a:t>
            </a:r>
          </a:p>
        </p:txBody>
      </p:sp>
      <p:sp>
        <p:nvSpPr>
          <p:cNvPr id="282" name="Texte"/>
          <p:cNvSpPr txBox="1">
            <a:spLocks noGrp="1"/>
          </p:cNvSpPr>
          <p:nvPr>
            <p:ph type="body" sz="quarter" idx="23"/>
          </p:nvPr>
        </p:nvSpPr>
        <p:spPr>
          <a:xfrm>
            <a:off x="16408398" y="8312504"/>
            <a:ext cx="3385123" cy="4796947"/>
          </a:xfrm>
          <a:prstGeom prst="rect">
            <a:avLst/>
          </a:prstGeom>
        </p:spPr>
        <p:txBody>
          <a:bodyPr/>
          <a:lstStyle>
            <a:lvl1pPr defTabSz="457200">
              <a:lnSpc>
                <a:spcPct val="100000"/>
              </a:lnSpc>
              <a:spcBef>
                <a:spcPts val="1200"/>
              </a:spcBef>
              <a:defRPr sz="2500">
                <a:solidFill>
                  <a:srgbClr val="FFFFFF"/>
                </a:solidFill>
              </a:defRPr>
            </a:lvl1pPr>
          </a:lstStyle>
          <a:p>
            <a:r>
              <a:t>Lorem ipsum dolor sit </a:t>
            </a:r>
            <a:r>
              <a:rPr err="1"/>
              <a:t>amet</a:t>
            </a:r>
            <a:r>
              <a:t>, </a:t>
            </a:r>
            <a:r>
              <a:rPr err="1"/>
              <a:t>consectetur</a:t>
            </a:r>
            <a:r>
              <a:t> </a:t>
            </a:r>
            <a:r>
              <a:rPr err="1"/>
              <a:t>adipiscing</a:t>
            </a:r>
            <a:r>
              <a:t> </a:t>
            </a:r>
            <a:r>
              <a:rPr err="1"/>
              <a:t>elit</a:t>
            </a:r>
            <a:r>
              <a:t>. Duis id </a:t>
            </a:r>
            <a:r>
              <a:rPr err="1"/>
              <a:t>eros</a:t>
            </a:r>
            <a:r>
              <a:t> </a:t>
            </a:r>
            <a:r>
              <a:rPr err="1"/>
              <a:t>metus</a:t>
            </a:r>
            <a:r>
              <a:t>. </a:t>
            </a:r>
          </a:p>
        </p:txBody>
      </p:sp>
      <p:sp>
        <p:nvSpPr>
          <p:cNvPr id="283" name="Texte"/>
          <p:cNvSpPr txBox="1">
            <a:spLocks noGrp="1"/>
          </p:cNvSpPr>
          <p:nvPr>
            <p:ph type="body" sz="quarter" idx="24"/>
          </p:nvPr>
        </p:nvSpPr>
        <p:spPr>
          <a:xfrm>
            <a:off x="20264966" y="8312504"/>
            <a:ext cx="3385123" cy="4796947"/>
          </a:xfrm>
          <a:prstGeom prst="rect">
            <a:avLst/>
          </a:prstGeom>
        </p:spPr>
        <p:txBody>
          <a:bodyPr/>
          <a:lstStyle>
            <a:lvl1pPr defTabSz="457200">
              <a:lnSpc>
                <a:spcPct val="100000"/>
              </a:lnSpc>
              <a:spcBef>
                <a:spcPts val="1200"/>
              </a:spcBef>
              <a:defRPr sz="2500">
                <a:solidFill>
                  <a:srgbClr val="FFFFFF"/>
                </a:solidFill>
              </a:defRPr>
            </a:lvl1pPr>
          </a:lstStyle>
          <a:p>
            <a:r>
              <a:t>Lorem ipsum dolor sit </a:t>
            </a:r>
            <a:r>
              <a:rPr err="1"/>
              <a:t>amet</a:t>
            </a:r>
            <a:r>
              <a:t>, </a:t>
            </a:r>
            <a:r>
              <a:rPr err="1"/>
              <a:t>consectetur</a:t>
            </a:r>
            <a:r>
              <a:t> </a:t>
            </a:r>
            <a:r>
              <a:rPr err="1"/>
              <a:t>adipiscing</a:t>
            </a:r>
            <a:r>
              <a:t> </a:t>
            </a:r>
            <a:r>
              <a:rPr err="1"/>
              <a:t>elit</a:t>
            </a:r>
            <a:r>
              <a:t>. Duis id </a:t>
            </a:r>
            <a:r>
              <a:rPr err="1"/>
              <a:t>eros</a:t>
            </a:r>
            <a:r>
              <a:t> </a:t>
            </a:r>
            <a:r>
              <a:rPr err="1"/>
              <a:t>metus</a:t>
            </a:r>
            <a:r>
              <a:t>. </a:t>
            </a:r>
          </a:p>
        </p:txBody>
      </p:sp>
      <p:sp>
        <p:nvSpPr>
          <p:cNvPr id="284" name="Texte"/>
          <p:cNvSpPr txBox="1">
            <a:spLocks noGrp="1"/>
          </p:cNvSpPr>
          <p:nvPr>
            <p:ph type="body" sz="quarter" idx="25"/>
          </p:nvPr>
        </p:nvSpPr>
        <p:spPr>
          <a:xfrm>
            <a:off x="973665" y="8338630"/>
            <a:ext cx="3385123" cy="4796947"/>
          </a:xfrm>
          <a:prstGeom prst="rect">
            <a:avLst/>
          </a:prstGeom>
        </p:spPr>
        <p:txBody>
          <a:bodyPr/>
          <a:lstStyle>
            <a:lvl1pPr defTabSz="457200">
              <a:lnSpc>
                <a:spcPct val="100000"/>
              </a:lnSpc>
              <a:spcBef>
                <a:spcPts val="1200"/>
              </a:spcBef>
              <a:defRPr sz="2500">
                <a:solidFill>
                  <a:srgbClr val="FFFFFF"/>
                </a:solidFill>
              </a:defRPr>
            </a:lvl1pPr>
          </a:lstStyle>
          <a:p>
            <a:r>
              <a:t>Lorem ipsum dolor sit </a:t>
            </a:r>
            <a:r>
              <a:rPr err="1"/>
              <a:t>amet</a:t>
            </a:r>
            <a:r>
              <a:t>, </a:t>
            </a:r>
            <a:r>
              <a:rPr err="1"/>
              <a:t>consectetur</a:t>
            </a:r>
            <a:r>
              <a:t> </a:t>
            </a:r>
            <a:r>
              <a:rPr err="1"/>
              <a:t>adipiscing</a:t>
            </a:r>
            <a:r>
              <a:t> </a:t>
            </a:r>
            <a:r>
              <a:rPr err="1"/>
              <a:t>elit</a:t>
            </a:r>
            <a:r>
              <a:t>. Duis id eros </a:t>
            </a:r>
            <a:r>
              <a:rPr err="1"/>
              <a:t>metus</a:t>
            </a:r>
            <a:r>
              <a:t>. </a:t>
            </a:r>
          </a:p>
        </p:txBody>
      </p:sp>
      <p:pic>
        <p:nvPicPr>
          <p:cNvPr id="286" name="Image" descr="Image"/>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403982" y="12640050"/>
            <a:ext cx="977902" cy="685802"/>
          </a:xfrm>
          <a:prstGeom prst="rect">
            <a:avLst/>
          </a:prstGeom>
          <a:ln w="12700">
            <a:miter lim="400000"/>
          </a:ln>
        </p:spPr>
      </p:pic>
      <p:sp>
        <p:nvSpPr>
          <p:cNvPr id="288" name="01"/>
          <p:cNvSpPr>
            <a:spLocks noGrp="1"/>
          </p:cNvSpPr>
          <p:nvPr>
            <p:ph type="body" sz="quarter" idx="27"/>
          </p:nvPr>
        </p:nvSpPr>
        <p:spPr>
          <a:xfrm>
            <a:off x="922866" y="6939171"/>
            <a:ext cx="955258" cy="955258"/>
          </a:xfrm>
          <a:prstGeom prst="ellipse">
            <a:avLst/>
          </a:prstGeom>
          <a:solidFill>
            <a:srgbClr val="4E99B3"/>
          </a:solidFill>
        </p:spPr>
        <p:txBody>
          <a:bodyPr anchor="ctr">
            <a:noAutofit/>
          </a:bodyPr>
          <a:lstStyle>
            <a:lvl1pPr algn="ctr">
              <a:lnSpc>
                <a:spcPct val="100000"/>
              </a:lnSpc>
              <a:spcBef>
                <a:spcPts val="0"/>
              </a:spcBef>
              <a:defRPr sz="2400">
                <a:solidFill>
                  <a:srgbClr val="FFFFFF"/>
                </a:solidFill>
              </a:defRPr>
            </a:lvl1pPr>
          </a:lstStyle>
          <a:p>
            <a:r>
              <a:t>01</a:t>
            </a:r>
          </a:p>
        </p:txBody>
      </p:sp>
      <p:sp>
        <p:nvSpPr>
          <p:cNvPr id="289" name="01"/>
          <p:cNvSpPr>
            <a:spLocks noGrp="1"/>
          </p:cNvSpPr>
          <p:nvPr>
            <p:ph type="body" sz="quarter" idx="28"/>
          </p:nvPr>
        </p:nvSpPr>
        <p:spPr>
          <a:xfrm>
            <a:off x="4898281" y="6939171"/>
            <a:ext cx="955258" cy="955258"/>
          </a:xfrm>
          <a:prstGeom prst="ellipse">
            <a:avLst/>
          </a:prstGeom>
          <a:solidFill>
            <a:srgbClr val="FBE64D"/>
          </a:solidFill>
        </p:spPr>
        <p:txBody>
          <a:bodyPr anchor="ctr">
            <a:noAutofit/>
          </a:bodyPr>
          <a:lstStyle>
            <a:lvl1pPr algn="ctr">
              <a:lnSpc>
                <a:spcPct val="100000"/>
              </a:lnSpc>
              <a:spcBef>
                <a:spcPts val="0"/>
              </a:spcBef>
              <a:defRPr sz="2400">
                <a:solidFill>
                  <a:srgbClr val="416DC1"/>
                </a:solidFill>
              </a:defRPr>
            </a:lvl1pPr>
          </a:lstStyle>
          <a:p>
            <a:r>
              <a:t>01</a:t>
            </a:r>
          </a:p>
        </p:txBody>
      </p:sp>
      <p:sp>
        <p:nvSpPr>
          <p:cNvPr id="290" name="01"/>
          <p:cNvSpPr>
            <a:spLocks noGrp="1"/>
          </p:cNvSpPr>
          <p:nvPr>
            <p:ph type="body" sz="quarter" idx="29"/>
          </p:nvPr>
        </p:nvSpPr>
        <p:spPr>
          <a:xfrm>
            <a:off x="8738337" y="6939171"/>
            <a:ext cx="955258" cy="955258"/>
          </a:xfrm>
          <a:prstGeom prst="ellipse">
            <a:avLst/>
          </a:prstGeom>
          <a:solidFill>
            <a:srgbClr val="C9676A"/>
          </a:solidFill>
        </p:spPr>
        <p:txBody>
          <a:bodyPr anchor="ctr">
            <a:noAutofit/>
          </a:bodyPr>
          <a:lstStyle>
            <a:lvl1pPr algn="ctr">
              <a:lnSpc>
                <a:spcPct val="100000"/>
              </a:lnSpc>
              <a:spcBef>
                <a:spcPts val="0"/>
              </a:spcBef>
              <a:defRPr sz="2400">
                <a:solidFill>
                  <a:srgbClr val="FFFFFF"/>
                </a:solidFill>
              </a:defRPr>
            </a:lvl1pPr>
          </a:lstStyle>
          <a:p>
            <a:r>
              <a:t>01</a:t>
            </a:r>
          </a:p>
        </p:txBody>
      </p:sp>
      <p:sp>
        <p:nvSpPr>
          <p:cNvPr id="291" name="01"/>
          <p:cNvSpPr>
            <a:spLocks noGrp="1"/>
          </p:cNvSpPr>
          <p:nvPr>
            <p:ph type="body" sz="quarter" idx="30"/>
          </p:nvPr>
        </p:nvSpPr>
        <p:spPr>
          <a:xfrm>
            <a:off x="12578393" y="6939171"/>
            <a:ext cx="955258" cy="955258"/>
          </a:xfrm>
          <a:prstGeom prst="ellipse">
            <a:avLst/>
          </a:prstGeom>
          <a:solidFill>
            <a:srgbClr val="4C9B79"/>
          </a:solidFill>
        </p:spPr>
        <p:txBody>
          <a:bodyPr anchor="ctr">
            <a:noAutofit/>
          </a:bodyPr>
          <a:lstStyle>
            <a:lvl1pPr algn="ctr">
              <a:lnSpc>
                <a:spcPct val="100000"/>
              </a:lnSpc>
              <a:spcBef>
                <a:spcPts val="0"/>
              </a:spcBef>
              <a:defRPr sz="2400">
                <a:solidFill>
                  <a:srgbClr val="FFFFFF"/>
                </a:solidFill>
              </a:defRPr>
            </a:lvl1pPr>
          </a:lstStyle>
          <a:p>
            <a:r>
              <a:t>01</a:t>
            </a:r>
          </a:p>
        </p:txBody>
      </p:sp>
      <p:sp>
        <p:nvSpPr>
          <p:cNvPr id="292" name="01"/>
          <p:cNvSpPr>
            <a:spLocks noGrp="1"/>
          </p:cNvSpPr>
          <p:nvPr>
            <p:ph type="body" sz="quarter" idx="31"/>
          </p:nvPr>
        </p:nvSpPr>
        <p:spPr>
          <a:xfrm>
            <a:off x="16565770" y="6939171"/>
            <a:ext cx="955258" cy="955258"/>
          </a:xfrm>
          <a:prstGeom prst="ellipse">
            <a:avLst/>
          </a:prstGeom>
          <a:solidFill>
            <a:srgbClr val="762C4A"/>
          </a:solidFill>
        </p:spPr>
        <p:txBody>
          <a:bodyPr anchor="ctr">
            <a:noAutofit/>
          </a:bodyPr>
          <a:lstStyle>
            <a:lvl1pPr algn="ctr">
              <a:lnSpc>
                <a:spcPct val="100000"/>
              </a:lnSpc>
              <a:spcBef>
                <a:spcPts val="0"/>
              </a:spcBef>
              <a:defRPr sz="2400">
                <a:solidFill>
                  <a:srgbClr val="FFFFFF"/>
                </a:solidFill>
              </a:defRPr>
            </a:lvl1pPr>
          </a:lstStyle>
          <a:p>
            <a:r>
              <a:t>01</a:t>
            </a:r>
          </a:p>
        </p:txBody>
      </p:sp>
      <p:sp>
        <p:nvSpPr>
          <p:cNvPr id="293" name="01"/>
          <p:cNvSpPr>
            <a:spLocks noGrp="1"/>
          </p:cNvSpPr>
          <p:nvPr>
            <p:ph type="body" sz="quarter" idx="32"/>
          </p:nvPr>
        </p:nvSpPr>
        <p:spPr>
          <a:xfrm>
            <a:off x="20358837" y="6939171"/>
            <a:ext cx="955258" cy="955258"/>
          </a:xfrm>
          <a:prstGeom prst="ellipse">
            <a:avLst/>
          </a:prstGeom>
          <a:solidFill>
            <a:srgbClr val="7AC5CF"/>
          </a:solidFill>
        </p:spPr>
        <p:txBody>
          <a:bodyPr anchor="ctr">
            <a:noAutofit/>
          </a:bodyPr>
          <a:lstStyle>
            <a:lvl1pPr algn="ctr">
              <a:lnSpc>
                <a:spcPct val="100000"/>
              </a:lnSpc>
              <a:spcBef>
                <a:spcPts val="0"/>
              </a:spcBef>
              <a:defRPr sz="2400">
                <a:solidFill>
                  <a:srgbClr val="FFFFFF"/>
                </a:solidFill>
              </a:defRPr>
            </a:lvl1pPr>
          </a:lstStyle>
          <a:p>
            <a:r>
              <a:t>01</a:t>
            </a:r>
          </a:p>
        </p:txBody>
      </p:sp>
      <p:sp>
        <p:nvSpPr>
          <p:cNvPr id="294" name="Numéro de diapositive"/>
          <p:cNvSpPr txBox="1">
            <a:spLocks noGrp="1"/>
          </p:cNvSpPr>
          <p:nvPr>
            <p:ph type="sldNum" sz="quarter" idx="2"/>
          </p:nvPr>
        </p:nvSpPr>
        <p:spPr>
          <a:prstGeom prst="rect">
            <a:avLst/>
          </a:prstGeom>
        </p:spPr>
        <p:txBody>
          <a:bodyPr/>
          <a:lstStyle>
            <a:lvl1pPr>
              <a:defRPr>
                <a:solidFill>
                  <a:srgbClr val="306EC7"/>
                </a:solidFill>
              </a:defRPr>
            </a:lvl1pPr>
          </a:lstStyle>
          <a:p>
            <a:fld id="{86CB4B4D-7CA3-9044-876B-883B54F8677D}" type="slidenum">
              <a:t>‹N°›</a:t>
            </a:fld>
            <a:endParaRPr/>
          </a:p>
        </p:txBody>
      </p:sp>
      <p:pic>
        <p:nvPicPr>
          <p:cNvPr id="21" name="Image 20">
            <a:extLst>
              <a:ext uri="{FF2B5EF4-FFF2-40B4-BE49-F238E27FC236}">
                <a16:creationId xmlns:a16="http://schemas.microsoft.com/office/drawing/2014/main" id="{88F654D8-8627-344A-9C5D-2561118D866B}"/>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
        <p:nvSpPr>
          <p:cNvPr id="22" name="Texte">
            <a:extLst>
              <a:ext uri="{FF2B5EF4-FFF2-40B4-BE49-F238E27FC236}">
                <a16:creationId xmlns:a16="http://schemas.microsoft.com/office/drawing/2014/main" id="{B137F84E-87CF-4E89-BDC9-E118F316EDB4}"/>
              </a:ext>
            </a:extLst>
          </p:cNvPr>
          <p:cNvSpPr txBox="1">
            <a:spLocks noGrp="1"/>
          </p:cNvSpPr>
          <p:nvPr>
            <p:ph type="body" sz="quarter" idx="33"/>
          </p:nvPr>
        </p:nvSpPr>
        <p:spPr>
          <a:xfrm>
            <a:off x="4853259" y="8338630"/>
            <a:ext cx="3385123" cy="4796947"/>
          </a:xfrm>
          <a:prstGeom prst="rect">
            <a:avLst/>
          </a:prstGeom>
        </p:spPr>
        <p:txBody>
          <a:bodyPr/>
          <a:lstStyle>
            <a:lvl1pPr defTabSz="457200">
              <a:lnSpc>
                <a:spcPct val="100000"/>
              </a:lnSpc>
              <a:spcBef>
                <a:spcPts val="1200"/>
              </a:spcBef>
              <a:defRPr sz="2500">
                <a:solidFill>
                  <a:srgbClr val="FFFFFF"/>
                </a:solidFill>
              </a:defRPr>
            </a:lvl1pPr>
          </a:lstStyle>
          <a:p>
            <a:r>
              <a:t>Lorem ipsum dolor sit </a:t>
            </a:r>
            <a:r>
              <a:rPr err="1"/>
              <a:t>amet</a:t>
            </a:r>
            <a:r>
              <a:t>, </a:t>
            </a:r>
            <a:r>
              <a:rPr err="1"/>
              <a:t>consectetur</a:t>
            </a:r>
            <a:r>
              <a:t> </a:t>
            </a:r>
            <a:r>
              <a:rPr err="1"/>
              <a:t>adipiscing</a:t>
            </a:r>
            <a:r>
              <a:t> </a:t>
            </a:r>
            <a:r>
              <a:rPr err="1"/>
              <a:t>elit</a:t>
            </a:r>
            <a:r>
              <a:t>. Duis id </a:t>
            </a:r>
            <a:r>
              <a:rPr err="1"/>
              <a:t>eros</a:t>
            </a:r>
            <a:r>
              <a:t> </a:t>
            </a:r>
            <a:r>
              <a:rPr err="1"/>
              <a:t>metus</a:t>
            </a:r>
            <a:r>
              <a:t>. </a:t>
            </a:r>
          </a:p>
        </p:txBody>
      </p:sp>
      <p:sp>
        <p:nvSpPr>
          <p:cNvPr id="23" name="Titre de section">
            <a:extLst>
              <a:ext uri="{FF2B5EF4-FFF2-40B4-BE49-F238E27FC236}">
                <a16:creationId xmlns:a16="http://schemas.microsoft.com/office/drawing/2014/main" id="{D01E1065-FF5C-2F4E-A797-CA0CC9A57E4C}"/>
              </a:ext>
            </a:extLst>
          </p:cNvPr>
          <p:cNvSpPr txBox="1">
            <a:spLocks noGrp="1"/>
          </p:cNvSpPr>
          <p:nvPr>
            <p:ph type="body" sz="quarter" idx="26" hasCustomPrompt="1"/>
          </p:nvPr>
        </p:nvSpPr>
        <p:spPr>
          <a:xfrm>
            <a:off x="1020229" y="3552204"/>
            <a:ext cx="14332519" cy="1520553"/>
          </a:xfrm>
          <a:prstGeom prst="rect">
            <a:avLst/>
          </a:prstGeom>
        </p:spPr>
        <p:txBody>
          <a:bodyPr anchor="b">
            <a:spAutoFit/>
          </a:bodyPr>
          <a:lstStyle>
            <a:lvl1pPr>
              <a:lnSpc>
                <a:spcPct val="80000"/>
              </a:lnSpc>
              <a:spcBef>
                <a:spcPts val="0"/>
              </a:spcBef>
              <a:defRPr sz="10000" b="1" spc="-200">
                <a:solidFill>
                  <a:srgbClr val="306EC7"/>
                </a:solidFill>
              </a:defRPr>
            </a:lvl1pPr>
          </a:lstStyle>
          <a:p>
            <a:r>
              <a:t>Ordre du jour</a:t>
            </a:r>
          </a:p>
        </p:txBody>
      </p:sp>
    </p:spTree>
    <p:extLst>
      <p:ext uri="{BB962C8B-B14F-4D97-AF65-F5344CB8AC3E}">
        <p14:creationId xmlns:p14="http://schemas.microsoft.com/office/powerpoint/2010/main" val="3741187510"/>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Sous titre et puces - 01">
    <p:bg>
      <p:bgPr>
        <a:solidFill>
          <a:srgbClr val="306EC7"/>
        </a:solidFill>
        <a:effectLst/>
      </p:bgPr>
    </p:bg>
    <p:spTree>
      <p:nvGrpSpPr>
        <p:cNvPr id="1" name=""/>
        <p:cNvGrpSpPr/>
        <p:nvPr/>
      </p:nvGrpSpPr>
      <p:grpSpPr>
        <a:xfrm>
          <a:off x="0" y="0"/>
          <a:ext cx="0" cy="0"/>
          <a:chOff x="0" y="0"/>
          <a:chExt cx="0" cy="0"/>
        </a:xfrm>
      </p:grpSpPr>
      <p:sp>
        <p:nvSpPr>
          <p:cNvPr id="14" name="Rectangle">
            <a:extLst>
              <a:ext uri="{FF2B5EF4-FFF2-40B4-BE49-F238E27FC236}">
                <a16:creationId xmlns:a16="http://schemas.microsoft.com/office/drawing/2014/main" id="{F9DBB9BC-882B-9D4D-919D-54BBA001EAAC}"/>
              </a:ext>
            </a:extLst>
          </p:cNvPr>
          <p:cNvSpPr/>
          <p:nvPr userDrawn="1"/>
        </p:nvSpPr>
        <p:spPr>
          <a:xfrm>
            <a:off x="-9848" y="-2"/>
            <a:ext cx="24403696" cy="1745433"/>
          </a:xfrm>
          <a:prstGeom prst="rect">
            <a:avLst/>
          </a:prstGeom>
          <a:solidFill>
            <a:srgbClr val="FFFFFF"/>
          </a:solidFill>
          <a:ln w="12700">
            <a:miter lim="400000"/>
          </a:ln>
        </p:spPr>
        <p:txBody>
          <a:bodyPr lIns="50800" tIns="50800" rIns="50800" bIns="50800" anchor="ctr"/>
          <a:lstStyle/>
          <a:p>
            <a:pPr defTabSz="825500">
              <a:lnSpc>
                <a:spcPct val="120000"/>
              </a:lnSpc>
              <a:defRPr sz="3000" cap="all">
                <a:solidFill>
                  <a:srgbClr val="FFFFFF"/>
                </a:solidFill>
                <a:latin typeface="Proxima Nova Extrabold"/>
                <a:ea typeface="Proxima Nova Extrabold"/>
                <a:cs typeface="Proxima Nova Extrabold"/>
                <a:sym typeface="Proxima Nova Extrabold"/>
              </a:defRPr>
            </a:pPr>
            <a:endParaRPr/>
          </a:p>
        </p:txBody>
      </p:sp>
      <p:pic>
        <p:nvPicPr>
          <p:cNvPr id="31"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sp>
        <p:nvSpPr>
          <p:cNvPr id="32" name="Lorem ipsum dolor sit amet, consectetur adipiscing elit. Curabitur sem massa, pulvinar sed ultricies non, ultrices in dui.…"/>
          <p:cNvSpPr txBox="1">
            <a:spLocks noGrp="1"/>
          </p:cNvSpPr>
          <p:nvPr>
            <p:ph type="body" sz="half" idx="21" hasCustomPrompt="1"/>
          </p:nvPr>
        </p:nvSpPr>
        <p:spPr>
          <a:xfrm>
            <a:off x="1020232" y="4995111"/>
            <a:ext cx="13761407" cy="7015462"/>
          </a:xfrm>
          <a:prstGeom prst="rect">
            <a:avLst/>
          </a:prstGeom>
        </p:spPr>
        <p:txBody>
          <a:bodyPr>
            <a:normAutofit/>
          </a:bodyPr>
          <a:lstStyle>
            <a:lvl1pPr marL="1201419" marR="0" indent="-327659" algn="l" defTabSz="2096971" rtl="0" eaLnBrk="1" fontAlgn="auto" latinLnBrk="0" hangingPunct="0">
              <a:lnSpc>
                <a:spcPct val="120000"/>
              </a:lnSpc>
              <a:spcBef>
                <a:spcPts val="3800"/>
              </a:spcBef>
              <a:spcAft>
                <a:spcPts val="0"/>
              </a:spcAft>
              <a:buClr>
                <a:srgbClr val="5FC7D1"/>
              </a:buClr>
              <a:buSzPct val="123000"/>
              <a:buFontTx/>
              <a:buNone/>
              <a:tabLst/>
              <a:defRPr sz="3200">
                <a:solidFill>
                  <a:srgbClr val="000000"/>
                </a:solidFill>
                <a:latin typeface="Arial"/>
                <a:cs typeface="Arial"/>
                <a:sym typeface="Arial"/>
              </a:defRPr>
            </a:lvl1pPr>
          </a:lstStyle>
          <a:p>
            <a:pPr marL="609598" indent="-609598">
              <a:buClr>
                <a:srgbClr val="5FC7D1"/>
              </a:buClr>
              <a:buSzPct val="123000"/>
              <a:buChar char="•"/>
              <a:defRPr>
                <a:solidFill>
                  <a:srgbClr val="FFFFFF"/>
                </a:solidFill>
              </a:defRPr>
            </a:pPr>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 </a:t>
            </a:r>
          </a:p>
          <a:p>
            <a:pPr marL="609598" indent="-609598">
              <a:buClr>
                <a:srgbClr val="5FC7D1"/>
              </a:buClr>
              <a:buSzPct val="123000"/>
              <a:buChar char="•"/>
              <a:defRPr>
                <a:solidFill>
                  <a:srgbClr val="FFFFFF"/>
                </a:solidFill>
              </a:defRPr>
            </a:pPr>
            <a:r>
              <a:rPr err="1"/>
              <a:t>Fusce</a:t>
            </a:r>
            <a:r>
              <a:t> </a:t>
            </a:r>
            <a:r>
              <a:rPr err="1"/>
              <a:t>faucibus</a:t>
            </a:r>
            <a:r>
              <a:t> </a:t>
            </a:r>
            <a:r>
              <a:rPr err="1"/>
              <a:t>arcu</a:t>
            </a:r>
            <a:r>
              <a:t> ex, </a:t>
            </a:r>
            <a:r>
              <a:rPr err="1"/>
              <a:t>quis</a:t>
            </a:r>
            <a:r>
              <a:t> </a:t>
            </a:r>
            <a:r>
              <a:rPr err="1"/>
              <a:t>viverra</a:t>
            </a:r>
            <a:r>
              <a:t> </a:t>
            </a:r>
            <a:r>
              <a:rPr err="1"/>
              <a:t>risus</a:t>
            </a:r>
            <a:r>
              <a:t> </a:t>
            </a:r>
            <a:r>
              <a:rPr err="1"/>
              <a:t>pretium</a:t>
            </a:r>
            <a:r>
              <a:t> </a:t>
            </a:r>
            <a:r>
              <a:rPr err="1"/>
              <a:t>nec</a:t>
            </a:r>
            <a:r>
              <a:t>. </a:t>
            </a:r>
            <a:r>
              <a:rPr err="1"/>
              <a:t>Pellentesque</a:t>
            </a:r>
            <a:r>
              <a:t> maximus </a:t>
            </a:r>
            <a:r>
              <a:rPr err="1"/>
              <a:t>nulla</a:t>
            </a:r>
            <a:r>
              <a:t> id </a:t>
            </a:r>
            <a:r>
              <a:rPr err="1"/>
              <a:t>enim</a:t>
            </a:r>
            <a:r>
              <a:t> </a:t>
            </a:r>
            <a:r>
              <a:rPr err="1"/>
              <a:t>vehicula</a:t>
            </a:r>
            <a:r>
              <a:t>, </a:t>
            </a:r>
            <a:r>
              <a:rPr err="1"/>
              <a:t>ut</a:t>
            </a:r>
            <a:r>
              <a:t> </a:t>
            </a:r>
            <a:r>
              <a:rPr err="1"/>
              <a:t>aliquet</a:t>
            </a:r>
            <a:r>
              <a:t> </a:t>
            </a:r>
            <a:r>
              <a:rPr err="1"/>
              <a:t>orci</a:t>
            </a:r>
            <a:r>
              <a:t> </a:t>
            </a:r>
            <a:r>
              <a:rPr err="1"/>
              <a:t>tincidunt</a:t>
            </a:r>
            <a:r>
              <a:t>. Duis id pharetra dolor, sed </a:t>
            </a:r>
            <a:r>
              <a:rPr err="1"/>
              <a:t>condimentum</a:t>
            </a:r>
            <a:r>
              <a:t> </a:t>
            </a:r>
            <a:r>
              <a:rPr err="1"/>
              <a:t>risus</a:t>
            </a:r>
            <a:r>
              <a:t>. Sed </a:t>
            </a:r>
            <a:r>
              <a:rPr err="1"/>
              <a:t>eleifend</a:t>
            </a:r>
            <a:r>
              <a:t>, mi </a:t>
            </a:r>
            <a:r>
              <a:rPr err="1"/>
              <a:t>quis</a:t>
            </a:r>
            <a:r>
              <a:t> </a:t>
            </a:r>
            <a:r>
              <a:rPr err="1"/>
              <a:t>consectetur</a:t>
            </a:r>
            <a:r>
              <a:t> </a:t>
            </a:r>
            <a:r>
              <a:rPr err="1"/>
              <a:t>suscipit</a:t>
            </a:r>
            <a:r>
              <a:t>, </a:t>
            </a:r>
            <a:r>
              <a:rPr err="1"/>
              <a:t>velit</a:t>
            </a:r>
            <a:r>
              <a:t> ante </a:t>
            </a:r>
            <a:r>
              <a:rPr err="1"/>
              <a:t>malesuada</a:t>
            </a:r>
            <a:r>
              <a:t> ante, a porta </a:t>
            </a:r>
            <a:r>
              <a:rPr err="1"/>
              <a:t>felis</a:t>
            </a:r>
            <a:r>
              <a:t> </a:t>
            </a:r>
            <a:r>
              <a:rPr err="1"/>
              <a:t>leo</a:t>
            </a:r>
            <a:r>
              <a:t> </a:t>
            </a:r>
            <a:r>
              <a:rPr err="1"/>
              <a:t>ut</a:t>
            </a:r>
            <a:r>
              <a:t> </a:t>
            </a:r>
            <a:r>
              <a:rPr err="1"/>
              <a:t>nulla</a:t>
            </a:r>
            <a:r>
              <a:t>. Vestibulum et </a:t>
            </a:r>
            <a:r>
              <a:rPr err="1"/>
              <a:t>rutrum</a:t>
            </a:r>
            <a:r>
              <a:t> libero.</a:t>
            </a:r>
            <a:endParaRPr lang="fr-FR"/>
          </a:p>
          <a:p>
            <a:pPr marL="1201419" indent="-327659" algn="l" defTabSz="2096971">
              <a:lnSpc>
                <a:spcPct val="120000"/>
              </a:lnSpc>
              <a:spcBef>
                <a:spcPts val="3800"/>
              </a:spcBef>
              <a:buClr>
                <a:srgbClr val="5FC7D1"/>
              </a:buClr>
              <a:buSzPct val="123000"/>
              <a:buChar char="-"/>
              <a:defRPr sz="2800">
                <a:solidFill>
                  <a:srgbClr val="000000"/>
                </a:solidFill>
                <a:latin typeface="Arial"/>
                <a:ea typeface="Arial"/>
                <a:cs typeface="Arial"/>
                <a:sym typeface="Arial"/>
              </a:defRPr>
            </a:pPr>
            <a:r>
              <a:rPr lang="fr-FR" err="1">
                <a:solidFill>
                  <a:srgbClr val="FFFFFF"/>
                </a:solidFill>
              </a:rPr>
              <a:t>Vestibulum</a:t>
            </a:r>
            <a:r>
              <a:rPr lang="fr-FR">
                <a:solidFill>
                  <a:srgbClr val="FFFFFF"/>
                </a:solidFill>
              </a:rPr>
              <a:t> vitae </a:t>
            </a:r>
            <a:r>
              <a:rPr lang="fr-FR" err="1">
                <a:solidFill>
                  <a:srgbClr val="FFFFFF"/>
                </a:solidFill>
              </a:rPr>
              <a:t>mauris</a:t>
            </a:r>
            <a:r>
              <a:rPr lang="fr-FR">
                <a:solidFill>
                  <a:srgbClr val="FFFFFF"/>
                </a:solidFill>
              </a:rPr>
              <a:t> non </a:t>
            </a:r>
            <a:r>
              <a:rPr lang="fr-FR" err="1">
                <a:solidFill>
                  <a:srgbClr val="FFFFFF"/>
                </a:solidFill>
              </a:rPr>
              <a:t>lorem</a:t>
            </a:r>
            <a:r>
              <a:rPr lang="fr-FR">
                <a:solidFill>
                  <a:srgbClr val="FFFFFF"/>
                </a:solidFill>
              </a:rPr>
              <a:t> </a:t>
            </a:r>
            <a:r>
              <a:rPr lang="fr-FR" err="1">
                <a:solidFill>
                  <a:srgbClr val="FFFFFF"/>
                </a:solidFill>
              </a:rPr>
              <a:t>scelerisque</a:t>
            </a:r>
            <a:r>
              <a:rPr lang="fr-FR">
                <a:solidFill>
                  <a:srgbClr val="FFFFFF"/>
                </a:solidFill>
              </a:rPr>
              <a:t> </a:t>
            </a:r>
            <a:r>
              <a:rPr lang="fr-FR" err="1">
                <a:solidFill>
                  <a:srgbClr val="FFFFFF"/>
                </a:solidFill>
              </a:rPr>
              <a:t>mattis</a:t>
            </a:r>
            <a:r>
              <a:rPr lang="fr-FR">
                <a:solidFill>
                  <a:srgbClr val="FFFFFF"/>
                </a:solidFill>
              </a:rPr>
              <a:t>. </a:t>
            </a:r>
            <a:r>
              <a:rPr lang="fr-FR" err="1">
                <a:solidFill>
                  <a:srgbClr val="FFFFFF"/>
                </a:solidFill>
              </a:rPr>
              <a:t>Pellentesque</a:t>
            </a:r>
            <a:r>
              <a:rPr lang="fr-FR">
                <a:solidFill>
                  <a:srgbClr val="FFFFFF"/>
                </a:solidFill>
              </a:rPr>
              <a:t> </a:t>
            </a:r>
            <a:r>
              <a:rPr lang="fr-FR" err="1">
                <a:solidFill>
                  <a:srgbClr val="FFFFFF"/>
                </a:solidFill>
              </a:rPr>
              <a:t>quis</a:t>
            </a:r>
            <a:r>
              <a:rPr lang="fr-FR">
                <a:solidFill>
                  <a:srgbClr val="FFFFFF"/>
                </a:solidFill>
              </a:rPr>
              <a:t> </a:t>
            </a:r>
            <a:r>
              <a:rPr lang="fr-FR" err="1">
                <a:solidFill>
                  <a:srgbClr val="FFFFFF"/>
                </a:solidFill>
              </a:rPr>
              <a:t>accumsan</a:t>
            </a:r>
            <a:r>
              <a:rPr lang="fr-FR">
                <a:solidFill>
                  <a:srgbClr val="FFFFFF"/>
                </a:solidFill>
              </a:rPr>
              <a:t> </a:t>
            </a:r>
            <a:r>
              <a:rPr lang="fr-FR" err="1">
                <a:solidFill>
                  <a:srgbClr val="FFFFFF"/>
                </a:solidFill>
              </a:rPr>
              <a:t>enim</a:t>
            </a:r>
            <a:r>
              <a:rPr lang="fr-FR">
                <a:solidFill>
                  <a:srgbClr val="FFFFFF"/>
                </a:solidFill>
              </a:rPr>
              <a:t>, </a:t>
            </a:r>
            <a:r>
              <a:rPr lang="fr-FR" err="1">
                <a:solidFill>
                  <a:srgbClr val="FFFFFF"/>
                </a:solidFill>
              </a:rPr>
              <a:t>quis</a:t>
            </a:r>
            <a:r>
              <a:rPr lang="fr-FR">
                <a:solidFill>
                  <a:srgbClr val="FFFFFF"/>
                </a:solidFill>
              </a:rPr>
              <a:t> </a:t>
            </a:r>
            <a:r>
              <a:rPr lang="fr-FR" err="1">
                <a:solidFill>
                  <a:srgbClr val="FFFFFF"/>
                </a:solidFill>
              </a:rPr>
              <a:t>sollicitudin</a:t>
            </a:r>
            <a:r>
              <a:rPr lang="fr-FR">
                <a:solidFill>
                  <a:srgbClr val="FFFFFF"/>
                </a:solidFill>
              </a:rPr>
              <a:t> </a:t>
            </a:r>
            <a:r>
              <a:rPr lang="fr-FR" err="1">
                <a:solidFill>
                  <a:srgbClr val="FFFFFF"/>
                </a:solidFill>
              </a:rPr>
              <a:t>urna</a:t>
            </a:r>
            <a:r>
              <a:rPr lang="fr-FR">
                <a:solidFill>
                  <a:srgbClr val="FFFFFF"/>
                </a:solidFill>
              </a:rPr>
              <a:t>. </a:t>
            </a:r>
            <a:r>
              <a:rPr lang="fr-FR" err="1">
                <a:solidFill>
                  <a:srgbClr val="FFFFFF"/>
                </a:solidFill>
              </a:rPr>
              <a:t>Donec</a:t>
            </a:r>
            <a:r>
              <a:rPr lang="fr-FR">
                <a:solidFill>
                  <a:srgbClr val="FFFFFF"/>
                </a:solidFill>
              </a:rPr>
              <a:t> </a:t>
            </a:r>
            <a:r>
              <a:rPr lang="fr-FR" err="1">
                <a:solidFill>
                  <a:srgbClr val="FFFFFF"/>
                </a:solidFill>
              </a:rPr>
              <a:t>laoreet</a:t>
            </a:r>
            <a:r>
              <a:rPr lang="fr-FR">
                <a:solidFill>
                  <a:srgbClr val="FFFFFF"/>
                </a:solidFill>
              </a:rPr>
              <a:t> </a:t>
            </a:r>
            <a:r>
              <a:rPr lang="fr-FR" err="1">
                <a:solidFill>
                  <a:srgbClr val="FFFFFF"/>
                </a:solidFill>
              </a:rPr>
              <a:t>pulvinar</a:t>
            </a:r>
            <a:r>
              <a:rPr lang="fr-FR">
                <a:solidFill>
                  <a:srgbClr val="FFFFFF"/>
                </a:solidFill>
              </a:rPr>
              <a:t> bibendum. Duis pretium ante </a:t>
            </a:r>
            <a:r>
              <a:rPr lang="fr-FR" err="1">
                <a:solidFill>
                  <a:srgbClr val="FFFFFF"/>
                </a:solidFill>
              </a:rPr>
              <a:t>dui</a:t>
            </a:r>
            <a:r>
              <a:rPr lang="fr-FR">
                <a:solidFill>
                  <a:srgbClr val="FFFFFF"/>
                </a:solidFill>
              </a:rPr>
              <a:t>, </a:t>
            </a:r>
            <a:r>
              <a:rPr lang="fr-FR" err="1">
                <a:solidFill>
                  <a:srgbClr val="FFFFFF"/>
                </a:solidFill>
              </a:rPr>
              <a:t>ac</a:t>
            </a:r>
            <a:r>
              <a:rPr lang="fr-FR">
                <a:solidFill>
                  <a:srgbClr val="FFFFFF"/>
                </a:solidFill>
              </a:rPr>
              <a:t> pretium est </a:t>
            </a:r>
            <a:r>
              <a:rPr lang="fr-FR" err="1">
                <a:solidFill>
                  <a:srgbClr val="FFFFFF"/>
                </a:solidFill>
              </a:rPr>
              <a:t>maximus</a:t>
            </a:r>
            <a:r>
              <a:rPr lang="fr-FR">
                <a:solidFill>
                  <a:srgbClr val="FFFFFF"/>
                </a:solidFill>
              </a:rPr>
              <a:t>.</a:t>
            </a:r>
          </a:p>
          <a:p>
            <a:pPr marL="609598" indent="-609598">
              <a:buClr>
                <a:srgbClr val="5FC7D1"/>
              </a:buClr>
              <a:buSzPct val="123000"/>
              <a:buChar char="•"/>
              <a:defRPr>
                <a:solidFill>
                  <a:srgbClr val="FFFFFF"/>
                </a:solidFill>
              </a:defRPr>
            </a:pPr>
            <a:endParaRPr/>
          </a:p>
        </p:txBody>
      </p:sp>
      <p:pic>
        <p:nvPicPr>
          <p:cNvPr id="11" name="Image" descr="Image">
            <a:extLst>
              <a:ext uri="{FF2B5EF4-FFF2-40B4-BE49-F238E27FC236}">
                <a16:creationId xmlns:a16="http://schemas.microsoft.com/office/drawing/2014/main" id="{746B59B3-6B87-3045-8518-C4121F507422}"/>
              </a:ext>
            </a:extLst>
          </p:cNvPr>
          <p:cNvPicPr>
            <a:picLocks noChangeAspect="1"/>
          </p:cNvPicPr>
          <p:nvPr userDrawn="1"/>
        </p:nvPicPr>
        <p:blipFill>
          <a:blip r:embed="rId3"/>
          <a:stretch>
            <a:fillRect/>
          </a:stretch>
        </p:blipFill>
        <p:spPr>
          <a:xfrm>
            <a:off x="17532004" y="2275310"/>
            <a:ext cx="6862925" cy="11447497"/>
          </a:xfrm>
          <a:prstGeom prst="rect">
            <a:avLst/>
          </a:prstGeom>
          <a:ln w="12700">
            <a:miter lim="400000"/>
          </a:ln>
        </p:spPr>
      </p:pic>
      <p:sp>
        <p:nvSpPr>
          <p:cNvPr id="36" name="Numéro de diapositive"/>
          <p:cNvSpPr txBox="1">
            <a:spLocks noGrp="1"/>
          </p:cNvSpPr>
          <p:nvPr>
            <p:ph type="sldNum" sz="quarter" idx="2"/>
          </p:nvPr>
        </p:nvSpPr>
        <p:spPr>
          <a:xfrm>
            <a:off x="23708646" y="12784877"/>
            <a:ext cx="516167" cy="405176"/>
          </a:xfrm>
          <a:prstGeom prst="rect">
            <a:avLst/>
          </a:prstGeom>
        </p:spPr>
        <p:txBody>
          <a:bodyPr/>
          <a:lstStyle>
            <a:lvl1pPr>
              <a:defRPr>
                <a:solidFill>
                  <a:srgbClr val="FFFFFF"/>
                </a:solidFill>
              </a:defRPr>
            </a:lvl1pPr>
          </a:lstStyle>
          <a:p>
            <a:fld id="{86CB4B4D-7CA3-9044-876B-883B54F8677D}" type="slidenum">
              <a:rPr lang="fr-FR" smtClean="0"/>
              <a:pPr/>
              <a:t>‹N°›</a:t>
            </a:fld>
            <a:endParaRPr lang="fr-FR"/>
          </a:p>
        </p:txBody>
      </p:sp>
      <p:sp>
        <p:nvSpPr>
          <p:cNvPr id="12" name="Titre de diapositive">
            <a:extLst>
              <a:ext uri="{FF2B5EF4-FFF2-40B4-BE49-F238E27FC236}">
                <a16:creationId xmlns:a16="http://schemas.microsoft.com/office/drawing/2014/main" id="{1F3E657B-77E5-B342-9E1A-88B2A6897408}"/>
              </a:ext>
            </a:extLst>
          </p:cNvPr>
          <p:cNvSpPr txBox="1">
            <a:spLocks noGrp="1"/>
          </p:cNvSpPr>
          <p:nvPr>
            <p:ph type="body" sz="quarter" idx="23" hasCustomPrompt="1"/>
          </p:nvPr>
        </p:nvSpPr>
        <p:spPr>
          <a:xfrm>
            <a:off x="1020232" y="2722322"/>
            <a:ext cx="14264793" cy="841256"/>
          </a:xfrm>
          <a:prstGeom prst="rect">
            <a:avLst/>
          </a:prstGeom>
        </p:spPr>
        <p:txBody>
          <a:bodyPr anchor="b">
            <a:spAutoFit/>
          </a:bodyPr>
          <a:lstStyle>
            <a:lvl1pPr>
              <a:lnSpc>
                <a:spcPct val="80000"/>
              </a:lnSpc>
              <a:spcBef>
                <a:spcPts val="0"/>
              </a:spcBef>
              <a:defRPr sz="6000" b="1" i="0" u="none" strike="noStrike" cap="none" spc="-200" baseline="0" dirty="0">
                <a:solidFill>
                  <a:srgbClr val="FFFFFF"/>
                </a:solidFill>
                <a:uFillTx/>
                <a:latin typeface="Arial"/>
                <a:ea typeface="Arial"/>
                <a:cs typeface="Arial"/>
                <a:sym typeface="Arial"/>
              </a:defRPr>
            </a:lvl1pPr>
          </a:lstStyle>
          <a:p>
            <a:r>
              <a:rPr err="1"/>
              <a:t>Titre</a:t>
            </a:r>
            <a:r>
              <a:t> de diapositive</a:t>
            </a:r>
          </a:p>
        </p:txBody>
      </p:sp>
      <p:sp>
        <p:nvSpPr>
          <p:cNvPr id="13" name="Titre de diapositive">
            <a:extLst>
              <a:ext uri="{FF2B5EF4-FFF2-40B4-BE49-F238E27FC236}">
                <a16:creationId xmlns:a16="http://schemas.microsoft.com/office/drawing/2014/main" id="{E6804D18-00B0-9D4A-968F-E2B8620E95AB}"/>
              </a:ext>
            </a:extLst>
          </p:cNvPr>
          <p:cNvSpPr txBox="1">
            <a:spLocks noGrp="1"/>
          </p:cNvSpPr>
          <p:nvPr>
            <p:ph type="body" sz="quarter" idx="24" hasCustomPrompt="1"/>
          </p:nvPr>
        </p:nvSpPr>
        <p:spPr>
          <a:xfrm>
            <a:off x="1020232" y="3563577"/>
            <a:ext cx="14264793" cy="644534"/>
          </a:xfrm>
          <a:prstGeom prst="rect">
            <a:avLst/>
          </a:prstGeom>
        </p:spPr>
        <p:txBody>
          <a:bodyPr anchor="b"/>
          <a:lstStyle>
            <a:lvl1pPr>
              <a:lnSpc>
                <a:spcPct val="80000"/>
              </a:lnSpc>
              <a:spcBef>
                <a:spcPts val="0"/>
              </a:spcBef>
              <a:defRPr sz="3500" b="1" i="0" u="none" strike="noStrike" cap="none" spc="0" baseline="0">
                <a:solidFill>
                  <a:srgbClr val="1ECAD4"/>
                </a:solidFill>
                <a:uFillTx/>
                <a:latin typeface="Arial"/>
                <a:ea typeface="Arial"/>
                <a:cs typeface="Arial"/>
                <a:sym typeface="Arial"/>
              </a:defRPr>
            </a:lvl1pPr>
          </a:lstStyle>
          <a:p>
            <a:r>
              <a:rPr lang="fr-FR"/>
              <a:t>Sous-titre de la diapositive</a:t>
            </a:r>
          </a:p>
        </p:txBody>
      </p:sp>
      <p:pic>
        <p:nvPicPr>
          <p:cNvPr id="10" name="Image 9">
            <a:extLst>
              <a:ext uri="{FF2B5EF4-FFF2-40B4-BE49-F238E27FC236}">
                <a16:creationId xmlns:a16="http://schemas.microsoft.com/office/drawing/2014/main" id="{FCCF31C5-9A1B-0C4F-AFDF-D4C559153FC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211532162"/>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Sous titre et puces - 02">
    <p:spTree>
      <p:nvGrpSpPr>
        <p:cNvPr id="1" name=""/>
        <p:cNvGrpSpPr/>
        <p:nvPr/>
      </p:nvGrpSpPr>
      <p:grpSpPr>
        <a:xfrm>
          <a:off x="0" y="0"/>
          <a:ext cx="0" cy="0"/>
          <a:chOff x="0" y="0"/>
          <a:chExt cx="0" cy="0"/>
        </a:xfrm>
      </p:grpSpPr>
      <p:pic>
        <p:nvPicPr>
          <p:cNvPr id="57" name="Image" descr="Image"/>
          <p:cNvPicPr>
            <a:picLocks noChangeAspect="1"/>
          </p:cNvPicPr>
          <p:nvPr/>
        </p:nvPicPr>
        <p:blipFill>
          <a:blip r:embed="rId2"/>
          <a:stretch>
            <a:fillRect/>
          </a:stretch>
        </p:blipFill>
        <p:spPr>
          <a:xfrm>
            <a:off x="15242232" y="4582712"/>
            <a:ext cx="9139538" cy="9139509"/>
          </a:xfrm>
          <a:prstGeom prst="rect">
            <a:avLst/>
          </a:prstGeom>
          <a:ln w="12700">
            <a:miter lim="400000"/>
          </a:ln>
        </p:spPr>
      </p:pic>
      <p:sp>
        <p:nvSpPr>
          <p:cNvPr id="59" name="Titre de diapositive"/>
          <p:cNvSpPr txBox="1">
            <a:spLocks noGrp="1"/>
          </p:cNvSpPr>
          <p:nvPr>
            <p:ph type="body" sz="quarter" idx="21"/>
          </p:nvPr>
        </p:nvSpPr>
        <p:spPr>
          <a:xfrm>
            <a:off x="1020232" y="2610606"/>
            <a:ext cx="14264793" cy="952972"/>
          </a:xfrm>
          <a:prstGeom prst="rect">
            <a:avLst/>
          </a:prstGeom>
        </p:spPr>
        <p:txBody>
          <a:bodyPr anchor="b">
            <a:spAutoFit/>
          </a:bodyPr>
          <a:lstStyle>
            <a:lvl1pPr>
              <a:lnSpc>
                <a:spcPct val="80000"/>
              </a:lnSpc>
              <a:spcBef>
                <a:spcPts val="0"/>
              </a:spcBef>
              <a:defRPr sz="6000" b="1" spc="-119">
                <a:solidFill>
                  <a:srgbClr val="306EC7"/>
                </a:solidFill>
              </a:defRPr>
            </a:lvl1pPr>
          </a:lstStyle>
          <a:p>
            <a:r>
              <a:rPr err="1"/>
              <a:t>Titre</a:t>
            </a:r>
            <a:r>
              <a:t> de diapositive</a:t>
            </a:r>
          </a:p>
        </p:txBody>
      </p:sp>
      <p:sp>
        <p:nvSpPr>
          <p:cNvPr id="60" name="Titre de diapositive"/>
          <p:cNvSpPr txBox="1">
            <a:spLocks noGrp="1"/>
          </p:cNvSpPr>
          <p:nvPr>
            <p:ph type="body" sz="quarter" idx="22" hasCustomPrompt="1"/>
          </p:nvPr>
        </p:nvSpPr>
        <p:spPr>
          <a:xfrm>
            <a:off x="1020232" y="3563577"/>
            <a:ext cx="14264793" cy="644534"/>
          </a:xfrm>
          <a:prstGeom prst="rect">
            <a:avLst/>
          </a:prstGeom>
        </p:spPr>
        <p:txBody>
          <a:bodyPr anchor="b"/>
          <a:lstStyle>
            <a:lvl1pPr>
              <a:lnSpc>
                <a:spcPct val="80000"/>
              </a:lnSpc>
              <a:spcBef>
                <a:spcPts val="0"/>
              </a:spcBef>
              <a:defRPr sz="3500" b="1" i="0" u="none" strike="noStrike" cap="none" spc="0" baseline="0" dirty="0">
                <a:solidFill>
                  <a:srgbClr val="1ECAD4"/>
                </a:solidFill>
                <a:uFillTx/>
                <a:latin typeface="Arial"/>
                <a:ea typeface="Arial"/>
                <a:cs typeface="Arial"/>
                <a:sym typeface="Arial"/>
              </a:defRPr>
            </a:lvl1pPr>
          </a:lstStyle>
          <a:p>
            <a:r>
              <a:rPr lang="fr-FR"/>
              <a:t>Sous-titre de la diapositive</a:t>
            </a:r>
          </a:p>
        </p:txBody>
      </p:sp>
      <p:sp>
        <p:nvSpPr>
          <p:cNvPr id="61"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
        <p:nvSpPr>
          <p:cNvPr id="3" name="Espace réservé du texte 2">
            <a:extLst>
              <a:ext uri="{FF2B5EF4-FFF2-40B4-BE49-F238E27FC236}">
                <a16:creationId xmlns:a16="http://schemas.microsoft.com/office/drawing/2014/main" id="{60A6D467-0371-CD41-BED0-C61D2E6C51E7}"/>
              </a:ext>
            </a:extLst>
          </p:cNvPr>
          <p:cNvSpPr>
            <a:spLocks noGrp="1"/>
          </p:cNvSpPr>
          <p:nvPr>
            <p:ph type="body" sz="quarter" idx="23"/>
          </p:nvPr>
        </p:nvSpPr>
        <p:spPr>
          <a:xfrm>
            <a:off x="1020763" y="5000625"/>
            <a:ext cx="14263687" cy="7515225"/>
          </a:xfrm>
        </p:spPr>
        <p:txBody>
          <a:bodyPr/>
          <a:lstStyle>
            <a:lvl1pPr marL="534988" indent="-534988">
              <a:buClr>
                <a:srgbClr val="2F6EC6"/>
              </a:buClr>
              <a:buSzPct val="123000"/>
              <a:buFont typeface="Arial" panose="020B0604020202020204" pitchFamily="34" charset="0"/>
              <a:buChar char="•"/>
              <a:tabLst/>
              <a:defRPr kumimoji="0" lang="fr-FR" sz="3000" b="0" i="0" u="none" strike="noStrike" cap="none" spc="0" normalizeH="0" baseline="0" dirty="0" smtClean="0">
                <a:ln>
                  <a:noFill/>
                </a:ln>
                <a:solidFill>
                  <a:srgbClr val="000000"/>
                </a:solidFill>
                <a:effectLst/>
                <a:uFillTx/>
                <a:latin typeface="Arial"/>
                <a:ea typeface="Arial"/>
                <a:cs typeface="Arial"/>
                <a:sym typeface="Helvetica Neue"/>
              </a:defRPr>
            </a:lvl1pPr>
            <a:lvl2pPr marL="1201419" indent="-327659" algn="l" defTabSz="2096971">
              <a:lnSpc>
                <a:spcPct val="120000"/>
              </a:lnSpc>
              <a:spcBef>
                <a:spcPts val="3800"/>
              </a:spcBef>
              <a:buClr>
                <a:srgbClr val="5FC7D1"/>
              </a:buClr>
              <a:buSzPct val="123000"/>
              <a:buChar char="-"/>
              <a:defRPr kumimoji="0" lang="fr-FR" sz="2800" b="0" i="0" u="none" strike="noStrike" cap="none" spc="0" normalizeH="0" baseline="0">
                <a:ln>
                  <a:noFill/>
                </a:ln>
                <a:solidFill>
                  <a:srgbClr val="000000"/>
                </a:solidFill>
                <a:effectLst/>
                <a:uFillTx/>
                <a:latin typeface="Arial"/>
                <a:ea typeface="Arial"/>
                <a:cs typeface="Arial"/>
                <a:sym typeface="Arial"/>
              </a:defRPr>
            </a:lvl2pPr>
          </a:lstStyle>
          <a:p>
            <a:pPr lvl="0"/>
            <a:r>
              <a:rPr lang="fr-FR"/>
              <a:t>Cliquez pour modifier les styles du texte du masque</a:t>
            </a:r>
          </a:p>
          <a:p>
            <a:pPr marL="1201419" lvl="1" indent="-327659" algn="l" defTabSz="2096971">
              <a:lnSpc>
                <a:spcPct val="120000"/>
              </a:lnSpc>
              <a:spcBef>
                <a:spcPts val="3800"/>
              </a:spcBef>
              <a:buClr>
                <a:srgbClr val="5FC7D1"/>
              </a:buClr>
              <a:buSzPct val="123000"/>
              <a:buChar char="-"/>
              <a:defRPr sz="2800">
                <a:solidFill>
                  <a:srgbClr val="000000"/>
                </a:solidFill>
                <a:latin typeface="Arial"/>
                <a:ea typeface="Arial"/>
                <a:cs typeface="Arial"/>
                <a:sym typeface="Arial"/>
              </a:defRPr>
            </a:pPr>
            <a:r>
              <a:rPr lang="fr-FR" err="1">
                <a:solidFill>
                  <a:srgbClr val="000000"/>
                </a:solidFill>
              </a:rPr>
              <a:t>Fusce</a:t>
            </a:r>
            <a:r>
              <a:rPr lang="fr-FR">
                <a:solidFill>
                  <a:srgbClr val="000000"/>
                </a:solidFill>
              </a:rPr>
              <a:t> </a:t>
            </a:r>
            <a:r>
              <a:rPr lang="fr-FR" err="1">
                <a:solidFill>
                  <a:srgbClr val="000000"/>
                </a:solidFill>
              </a:rPr>
              <a:t>faucibus</a:t>
            </a:r>
            <a:r>
              <a:rPr lang="fr-FR">
                <a:solidFill>
                  <a:srgbClr val="000000"/>
                </a:solidFill>
              </a:rPr>
              <a:t> </a:t>
            </a:r>
            <a:r>
              <a:rPr lang="fr-FR" err="1">
                <a:solidFill>
                  <a:srgbClr val="000000"/>
                </a:solidFill>
              </a:rPr>
              <a:t>arcu</a:t>
            </a:r>
            <a:r>
              <a:rPr lang="fr-FR">
                <a:solidFill>
                  <a:srgbClr val="000000"/>
                </a:solidFill>
              </a:rPr>
              <a:t> ex, </a:t>
            </a:r>
            <a:r>
              <a:rPr lang="fr-FR" err="1">
                <a:solidFill>
                  <a:srgbClr val="000000"/>
                </a:solidFill>
              </a:rPr>
              <a:t>quis</a:t>
            </a:r>
            <a:r>
              <a:rPr lang="fr-FR">
                <a:solidFill>
                  <a:srgbClr val="000000"/>
                </a:solidFill>
              </a:rPr>
              <a:t> </a:t>
            </a:r>
            <a:r>
              <a:rPr lang="fr-FR" err="1">
                <a:solidFill>
                  <a:srgbClr val="000000"/>
                </a:solidFill>
              </a:rPr>
              <a:t>viverra</a:t>
            </a:r>
            <a:r>
              <a:rPr lang="fr-FR">
                <a:solidFill>
                  <a:srgbClr val="000000"/>
                </a:solidFill>
              </a:rPr>
              <a:t> </a:t>
            </a:r>
            <a:r>
              <a:rPr lang="fr-FR" err="1">
                <a:solidFill>
                  <a:srgbClr val="000000"/>
                </a:solidFill>
              </a:rPr>
              <a:t>risus</a:t>
            </a:r>
            <a:r>
              <a:rPr lang="fr-FR">
                <a:solidFill>
                  <a:srgbClr val="000000"/>
                </a:solidFill>
              </a:rPr>
              <a:t> pretium nec. </a:t>
            </a:r>
            <a:r>
              <a:rPr lang="fr-FR" err="1">
                <a:solidFill>
                  <a:srgbClr val="000000"/>
                </a:solidFill>
              </a:rPr>
              <a:t>Pellentesque</a:t>
            </a:r>
            <a:r>
              <a:rPr lang="fr-FR">
                <a:solidFill>
                  <a:srgbClr val="000000"/>
                </a:solidFill>
              </a:rPr>
              <a:t> </a:t>
            </a:r>
            <a:r>
              <a:rPr lang="fr-FR" err="1">
                <a:solidFill>
                  <a:srgbClr val="000000"/>
                </a:solidFill>
              </a:rPr>
              <a:t>maximus</a:t>
            </a:r>
            <a:r>
              <a:rPr lang="fr-FR">
                <a:solidFill>
                  <a:srgbClr val="000000"/>
                </a:solidFill>
              </a:rPr>
              <a:t> </a:t>
            </a:r>
            <a:r>
              <a:rPr lang="fr-FR" err="1">
                <a:solidFill>
                  <a:srgbClr val="000000"/>
                </a:solidFill>
              </a:rPr>
              <a:t>nulla</a:t>
            </a:r>
            <a:r>
              <a:rPr lang="fr-FR">
                <a:solidFill>
                  <a:srgbClr val="000000"/>
                </a:solidFill>
              </a:rPr>
              <a:t> id </a:t>
            </a:r>
            <a:r>
              <a:rPr lang="fr-FR" err="1">
                <a:solidFill>
                  <a:srgbClr val="000000"/>
                </a:solidFill>
              </a:rPr>
              <a:t>enim</a:t>
            </a:r>
            <a:r>
              <a:rPr lang="fr-FR">
                <a:solidFill>
                  <a:srgbClr val="000000"/>
                </a:solidFill>
              </a:rPr>
              <a:t> </a:t>
            </a:r>
            <a:r>
              <a:rPr lang="fr-FR" err="1">
                <a:solidFill>
                  <a:srgbClr val="000000"/>
                </a:solidFill>
              </a:rPr>
              <a:t>vehicula</a:t>
            </a:r>
            <a:r>
              <a:rPr lang="fr-FR">
                <a:solidFill>
                  <a:srgbClr val="000000"/>
                </a:solidFill>
              </a:rPr>
              <a:t>, ut </a:t>
            </a:r>
            <a:r>
              <a:rPr lang="fr-FR" err="1">
                <a:solidFill>
                  <a:srgbClr val="000000"/>
                </a:solidFill>
              </a:rPr>
              <a:t>aliquet</a:t>
            </a:r>
            <a:r>
              <a:rPr lang="fr-FR">
                <a:solidFill>
                  <a:srgbClr val="000000"/>
                </a:solidFill>
              </a:rPr>
              <a:t> </a:t>
            </a:r>
            <a:r>
              <a:rPr lang="fr-FR" err="1">
                <a:solidFill>
                  <a:srgbClr val="000000"/>
                </a:solidFill>
              </a:rPr>
              <a:t>orci</a:t>
            </a:r>
            <a:r>
              <a:rPr lang="fr-FR">
                <a:solidFill>
                  <a:srgbClr val="000000"/>
                </a:solidFill>
              </a:rPr>
              <a:t> </a:t>
            </a:r>
            <a:r>
              <a:rPr lang="fr-FR" err="1">
                <a:solidFill>
                  <a:srgbClr val="000000"/>
                </a:solidFill>
              </a:rPr>
              <a:t>tincidunt</a:t>
            </a:r>
            <a:r>
              <a:rPr lang="fr-FR">
                <a:solidFill>
                  <a:srgbClr val="000000"/>
                </a:solidFill>
              </a:rPr>
              <a:t>. Duis id </a:t>
            </a:r>
            <a:r>
              <a:rPr lang="fr-FR" err="1">
                <a:solidFill>
                  <a:srgbClr val="000000"/>
                </a:solidFill>
              </a:rPr>
              <a:t>pharetra</a:t>
            </a:r>
            <a:r>
              <a:rPr lang="fr-FR">
                <a:solidFill>
                  <a:srgbClr val="000000"/>
                </a:solidFill>
              </a:rPr>
              <a:t> </a:t>
            </a:r>
            <a:r>
              <a:rPr lang="fr-FR" err="1">
                <a:solidFill>
                  <a:srgbClr val="000000"/>
                </a:solidFill>
              </a:rPr>
              <a:t>dolor</a:t>
            </a:r>
            <a:r>
              <a:rPr lang="fr-FR">
                <a:solidFill>
                  <a:srgbClr val="000000"/>
                </a:solidFill>
              </a:rPr>
              <a:t>, </a:t>
            </a:r>
            <a:r>
              <a:rPr lang="fr-FR" err="1">
                <a:solidFill>
                  <a:srgbClr val="000000"/>
                </a:solidFill>
              </a:rPr>
              <a:t>sed</a:t>
            </a:r>
            <a:r>
              <a:rPr lang="fr-FR">
                <a:solidFill>
                  <a:srgbClr val="000000"/>
                </a:solidFill>
              </a:rPr>
              <a:t> </a:t>
            </a:r>
            <a:r>
              <a:rPr lang="fr-FR" err="1">
                <a:solidFill>
                  <a:srgbClr val="000000"/>
                </a:solidFill>
              </a:rPr>
              <a:t>condimentum</a:t>
            </a:r>
            <a:r>
              <a:rPr lang="fr-FR">
                <a:solidFill>
                  <a:srgbClr val="000000"/>
                </a:solidFill>
              </a:rPr>
              <a:t> </a:t>
            </a:r>
            <a:r>
              <a:rPr lang="fr-FR" err="1">
                <a:solidFill>
                  <a:srgbClr val="000000"/>
                </a:solidFill>
              </a:rPr>
              <a:t>risus</a:t>
            </a:r>
            <a:r>
              <a:rPr lang="fr-FR">
                <a:solidFill>
                  <a:srgbClr val="000000"/>
                </a:solidFill>
              </a:rPr>
              <a:t>. Sed </a:t>
            </a:r>
            <a:r>
              <a:rPr lang="fr-FR" err="1">
                <a:solidFill>
                  <a:srgbClr val="000000"/>
                </a:solidFill>
              </a:rPr>
              <a:t>eleifend</a:t>
            </a:r>
            <a:r>
              <a:rPr lang="fr-FR">
                <a:solidFill>
                  <a:srgbClr val="000000"/>
                </a:solidFill>
              </a:rPr>
              <a:t>, mi </a:t>
            </a:r>
            <a:r>
              <a:rPr lang="fr-FR" err="1">
                <a:solidFill>
                  <a:srgbClr val="000000"/>
                </a:solidFill>
              </a:rPr>
              <a:t>quis</a:t>
            </a:r>
            <a:r>
              <a:rPr lang="fr-FR">
                <a:solidFill>
                  <a:srgbClr val="000000"/>
                </a:solidFill>
              </a:rPr>
              <a:t> </a:t>
            </a:r>
            <a:r>
              <a:rPr lang="fr-FR" err="1">
                <a:solidFill>
                  <a:srgbClr val="000000"/>
                </a:solidFill>
              </a:rPr>
              <a:t>consectetur</a:t>
            </a:r>
            <a:r>
              <a:rPr lang="fr-FR">
                <a:solidFill>
                  <a:srgbClr val="000000"/>
                </a:solidFill>
              </a:rPr>
              <a:t> </a:t>
            </a:r>
            <a:r>
              <a:rPr lang="fr-FR" err="1">
                <a:solidFill>
                  <a:srgbClr val="000000"/>
                </a:solidFill>
              </a:rPr>
              <a:t>suscipit</a:t>
            </a:r>
            <a:r>
              <a:rPr lang="fr-FR">
                <a:solidFill>
                  <a:srgbClr val="000000"/>
                </a:solidFill>
              </a:rPr>
              <a:t>, </a:t>
            </a:r>
            <a:r>
              <a:rPr lang="fr-FR" err="1">
                <a:solidFill>
                  <a:srgbClr val="000000"/>
                </a:solidFill>
              </a:rPr>
              <a:t>velit</a:t>
            </a:r>
            <a:r>
              <a:rPr lang="fr-FR">
                <a:solidFill>
                  <a:srgbClr val="000000"/>
                </a:solidFill>
              </a:rPr>
              <a:t> ante </a:t>
            </a:r>
            <a:r>
              <a:rPr lang="fr-FR" err="1">
                <a:solidFill>
                  <a:srgbClr val="000000"/>
                </a:solidFill>
              </a:rPr>
              <a:t>malesuada</a:t>
            </a:r>
            <a:r>
              <a:rPr lang="fr-FR">
                <a:solidFill>
                  <a:srgbClr val="000000"/>
                </a:solidFill>
              </a:rPr>
              <a:t> ante, a porta </a:t>
            </a:r>
            <a:r>
              <a:rPr lang="fr-FR" err="1">
                <a:solidFill>
                  <a:srgbClr val="000000"/>
                </a:solidFill>
              </a:rPr>
              <a:t>felis</a:t>
            </a:r>
            <a:r>
              <a:rPr lang="fr-FR">
                <a:solidFill>
                  <a:srgbClr val="000000"/>
                </a:solidFill>
              </a:rPr>
              <a:t> </a:t>
            </a:r>
            <a:r>
              <a:rPr lang="fr-FR" err="1">
                <a:solidFill>
                  <a:srgbClr val="000000"/>
                </a:solidFill>
              </a:rPr>
              <a:t>leo</a:t>
            </a:r>
            <a:r>
              <a:rPr lang="fr-FR">
                <a:solidFill>
                  <a:srgbClr val="000000"/>
                </a:solidFill>
              </a:rPr>
              <a:t> ut </a:t>
            </a:r>
            <a:r>
              <a:rPr lang="fr-FR" err="1">
                <a:solidFill>
                  <a:srgbClr val="000000"/>
                </a:solidFill>
              </a:rPr>
              <a:t>nulla</a:t>
            </a:r>
            <a:r>
              <a:rPr lang="fr-FR">
                <a:solidFill>
                  <a:srgbClr val="000000"/>
                </a:solidFill>
              </a:rPr>
              <a:t>. </a:t>
            </a:r>
            <a:r>
              <a:rPr lang="fr-FR" err="1">
                <a:solidFill>
                  <a:srgbClr val="000000"/>
                </a:solidFill>
              </a:rPr>
              <a:t>Vestibulum</a:t>
            </a:r>
            <a:r>
              <a:rPr lang="fr-FR">
                <a:solidFill>
                  <a:srgbClr val="000000"/>
                </a:solidFill>
              </a:rPr>
              <a:t> et </a:t>
            </a:r>
            <a:r>
              <a:rPr lang="fr-FR" err="1">
                <a:solidFill>
                  <a:srgbClr val="000000"/>
                </a:solidFill>
              </a:rPr>
              <a:t>rutrum</a:t>
            </a:r>
            <a:r>
              <a:rPr lang="fr-FR">
                <a:solidFill>
                  <a:srgbClr val="000000"/>
                </a:solidFill>
              </a:rPr>
              <a:t> libero.</a:t>
            </a:r>
            <a:endParaRPr lang="fr-FR" sz="2500">
              <a:solidFill>
                <a:srgbClr val="000000"/>
              </a:solidFill>
            </a:endParaRPr>
          </a:p>
        </p:txBody>
      </p:sp>
    </p:spTree>
    <p:extLst>
      <p:ext uri="{BB962C8B-B14F-4D97-AF65-F5344CB8AC3E}">
        <p14:creationId xmlns:p14="http://schemas.microsoft.com/office/powerpoint/2010/main" val="556935846"/>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Sous titre et puces - 03">
    <p:bg>
      <p:bgPr>
        <a:solidFill>
          <a:srgbClr val="5FC7D1"/>
        </a:solidFill>
        <a:effectLst/>
      </p:bgPr>
    </p:bg>
    <p:spTree>
      <p:nvGrpSpPr>
        <p:cNvPr id="1" name=""/>
        <p:cNvGrpSpPr/>
        <p:nvPr/>
      </p:nvGrpSpPr>
      <p:grpSpPr>
        <a:xfrm>
          <a:off x="0" y="0"/>
          <a:ext cx="0" cy="0"/>
          <a:chOff x="0" y="0"/>
          <a:chExt cx="0" cy="0"/>
        </a:xfrm>
      </p:grpSpPr>
      <p:sp>
        <p:nvSpPr>
          <p:cNvPr id="11" name="Rectangle">
            <a:extLst>
              <a:ext uri="{FF2B5EF4-FFF2-40B4-BE49-F238E27FC236}">
                <a16:creationId xmlns:a16="http://schemas.microsoft.com/office/drawing/2014/main" id="{1878F8B2-6F70-384C-81D9-3552DC88F50F}"/>
              </a:ext>
            </a:extLst>
          </p:cNvPr>
          <p:cNvSpPr/>
          <p:nvPr userDrawn="1"/>
        </p:nvSpPr>
        <p:spPr>
          <a:xfrm>
            <a:off x="-9848" y="-2"/>
            <a:ext cx="24403696" cy="1745433"/>
          </a:xfrm>
          <a:prstGeom prst="rect">
            <a:avLst/>
          </a:prstGeom>
          <a:solidFill>
            <a:srgbClr val="FFFFFF"/>
          </a:solidFill>
          <a:ln w="12700">
            <a:miter lim="400000"/>
          </a:ln>
        </p:spPr>
        <p:txBody>
          <a:bodyPr lIns="50800" tIns="50800" rIns="50800" bIns="50800" anchor="ctr"/>
          <a:lstStyle/>
          <a:p>
            <a:pPr defTabSz="825500">
              <a:lnSpc>
                <a:spcPct val="120000"/>
              </a:lnSpc>
              <a:defRPr sz="3000" cap="all">
                <a:solidFill>
                  <a:srgbClr val="FFFFFF"/>
                </a:solidFill>
                <a:latin typeface="Proxima Nova Extrabold"/>
                <a:ea typeface="Proxima Nova Extrabold"/>
                <a:cs typeface="Proxima Nova Extrabold"/>
                <a:sym typeface="Proxima Nova Extrabold"/>
              </a:defRPr>
            </a:pPr>
            <a:endParaRPr/>
          </a:p>
        </p:txBody>
      </p:sp>
      <p:pic>
        <p:nvPicPr>
          <p:cNvPr id="45"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48" name="Image" descr="Image"/>
          <p:cNvPicPr>
            <a:picLocks noChangeAspect="1"/>
          </p:cNvPicPr>
          <p:nvPr/>
        </p:nvPicPr>
        <p:blipFill>
          <a:blip r:embed="rId3"/>
          <a:stretch>
            <a:fillRect/>
          </a:stretch>
        </p:blipFill>
        <p:spPr>
          <a:xfrm>
            <a:off x="12958498" y="4580466"/>
            <a:ext cx="11429470" cy="9144001"/>
          </a:xfrm>
          <a:prstGeom prst="rect">
            <a:avLst/>
          </a:prstGeom>
          <a:ln w="12700">
            <a:miter lim="400000"/>
          </a:ln>
        </p:spPr>
      </p:pic>
      <p:pic>
        <p:nvPicPr>
          <p:cNvPr id="49" name="Image" descr="Image"/>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403982" y="12640050"/>
            <a:ext cx="977902" cy="685802"/>
          </a:xfrm>
          <a:prstGeom prst="rect">
            <a:avLst/>
          </a:prstGeom>
          <a:ln w="12700">
            <a:miter lim="400000"/>
          </a:ln>
        </p:spPr>
      </p:pic>
      <p:sp>
        <p:nvSpPr>
          <p:cNvPr id="50" name="Numéro de diapositive"/>
          <p:cNvSpPr txBox="1">
            <a:spLocks noGrp="1"/>
          </p:cNvSpPr>
          <p:nvPr>
            <p:ph type="sldNum" sz="quarter" idx="2"/>
          </p:nvPr>
        </p:nvSpPr>
        <p:spPr>
          <a:xfrm>
            <a:off x="23708646" y="12775848"/>
            <a:ext cx="368574" cy="414205"/>
          </a:xfrm>
          <a:prstGeom prst="rect">
            <a:avLst/>
          </a:prstGeom>
        </p:spPr>
        <p:txBody>
          <a:bodyPr/>
          <a:lstStyle>
            <a:lvl1pPr>
              <a:defRPr>
                <a:solidFill>
                  <a:srgbClr val="306FC8"/>
                </a:solidFill>
              </a:defRPr>
            </a:lvl1pPr>
          </a:lstStyle>
          <a:p>
            <a:fld id="{86CB4B4D-7CA3-9044-876B-883B54F8677D}" type="slidenum">
              <a:t>‹N°›</a:t>
            </a:fld>
            <a:endParaRPr/>
          </a:p>
        </p:txBody>
      </p:sp>
      <p:sp>
        <p:nvSpPr>
          <p:cNvPr id="16" name="Titre de diapositive">
            <a:extLst>
              <a:ext uri="{FF2B5EF4-FFF2-40B4-BE49-F238E27FC236}">
                <a16:creationId xmlns:a16="http://schemas.microsoft.com/office/drawing/2014/main" id="{CC0AA3E9-2BC3-5449-8120-27EE61825D82}"/>
              </a:ext>
            </a:extLst>
          </p:cNvPr>
          <p:cNvSpPr txBox="1">
            <a:spLocks noGrp="1"/>
          </p:cNvSpPr>
          <p:nvPr>
            <p:ph type="body" sz="quarter" idx="23" hasCustomPrompt="1"/>
          </p:nvPr>
        </p:nvSpPr>
        <p:spPr>
          <a:xfrm>
            <a:off x="1020232" y="2610000"/>
            <a:ext cx="14264793" cy="841256"/>
          </a:xfrm>
          <a:prstGeom prst="rect">
            <a:avLst/>
          </a:prstGeom>
        </p:spPr>
        <p:txBody>
          <a:bodyPr anchor="b">
            <a:spAutoFit/>
          </a:bodyPr>
          <a:lstStyle>
            <a:lvl1pPr>
              <a:lnSpc>
                <a:spcPct val="80000"/>
              </a:lnSpc>
              <a:spcBef>
                <a:spcPts val="0"/>
              </a:spcBef>
              <a:defRPr sz="6000" b="1" i="0" u="none" strike="noStrike" cap="none" spc="-200" baseline="0" dirty="0">
                <a:solidFill>
                  <a:srgbClr val="FFFFFF"/>
                </a:solidFill>
                <a:uFillTx/>
                <a:latin typeface="Arial"/>
                <a:ea typeface="Arial"/>
                <a:cs typeface="Arial"/>
                <a:sym typeface="Arial"/>
              </a:defRPr>
            </a:lvl1pPr>
          </a:lstStyle>
          <a:p>
            <a:r>
              <a:rPr err="1"/>
              <a:t>Titre</a:t>
            </a:r>
            <a:r>
              <a:t> de diapositive</a:t>
            </a:r>
          </a:p>
        </p:txBody>
      </p:sp>
      <p:sp>
        <p:nvSpPr>
          <p:cNvPr id="19" name="Lorem ipsum dolor sit amet, consectetur adipiscing elit. Curabitur sem massa, pulvinar sed ultricies non, ultrices in dui.…">
            <a:extLst>
              <a:ext uri="{FF2B5EF4-FFF2-40B4-BE49-F238E27FC236}">
                <a16:creationId xmlns:a16="http://schemas.microsoft.com/office/drawing/2014/main" id="{B4FA2BCC-7042-9B43-AD2A-B75A9F1754D0}"/>
              </a:ext>
            </a:extLst>
          </p:cNvPr>
          <p:cNvSpPr txBox="1">
            <a:spLocks noGrp="1"/>
          </p:cNvSpPr>
          <p:nvPr>
            <p:ph type="body" sz="half" idx="21"/>
          </p:nvPr>
        </p:nvSpPr>
        <p:spPr>
          <a:xfrm>
            <a:off x="1001350" y="5014765"/>
            <a:ext cx="14264793" cy="5218993"/>
          </a:xfrm>
          <a:prstGeom prst="rect">
            <a:avLst/>
          </a:prstGeom>
        </p:spPr>
        <p:txBody>
          <a:bodyPr/>
          <a:lstStyle/>
          <a:p>
            <a:pPr marL="609598" indent="-609598">
              <a:buClr>
                <a:srgbClr val="0070C0"/>
              </a:buClr>
              <a:buSzPct val="123000"/>
              <a:buFont typeface="Arial" panose="020B0604020202020204" pitchFamily="34" charset="0"/>
              <a:buChar char="•"/>
              <a:defRPr>
                <a:solidFill>
                  <a:srgbClr val="FFFFFF"/>
                </a:solidFill>
              </a:defRPr>
            </a:pPr>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 </a:t>
            </a:r>
          </a:p>
          <a:p>
            <a:pPr marL="609598" indent="-609598">
              <a:buClr>
                <a:srgbClr val="0070C0"/>
              </a:buClr>
              <a:buSzPct val="123000"/>
              <a:buFont typeface="Arial" panose="020B0604020202020204" pitchFamily="34" charset="0"/>
              <a:buChar char="•"/>
              <a:defRPr>
                <a:solidFill>
                  <a:srgbClr val="FFFFFF"/>
                </a:solidFill>
              </a:defRPr>
            </a:pPr>
            <a:r>
              <a:rPr err="1"/>
              <a:t>Fusce</a:t>
            </a:r>
            <a:r>
              <a:t> </a:t>
            </a:r>
            <a:r>
              <a:rPr err="1"/>
              <a:t>faucibus</a:t>
            </a:r>
            <a:r>
              <a:t> </a:t>
            </a:r>
            <a:r>
              <a:rPr err="1"/>
              <a:t>arcu</a:t>
            </a:r>
            <a:r>
              <a:t> ex, </a:t>
            </a:r>
            <a:r>
              <a:rPr err="1"/>
              <a:t>quis</a:t>
            </a:r>
            <a:r>
              <a:t> </a:t>
            </a:r>
            <a:r>
              <a:rPr err="1"/>
              <a:t>viverra</a:t>
            </a:r>
            <a:r>
              <a:t> </a:t>
            </a:r>
            <a:r>
              <a:rPr err="1"/>
              <a:t>risus</a:t>
            </a:r>
            <a:r>
              <a:t> </a:t>
            </a:r>
            <a:r>
              <a:rPr err="1"/>
              <a:t>pretium</a:t>
            </a:r>
            <a:r>
              <a:t> </a:t>
            </a:r>
            <a:r>
              <a:rPr err="1"/>
              <a:t>nec</a:t>
            </a:r>
            <a:r>
              <a:t>. </a:t>
            </a:r>
            <a:r>
              <a:rPr err="1"/>
              <a:t>Pellentesque</a:t>
            </a:r>
            <a:r>
              <a:t> maximus </a:t>
            </a:r>
            <a:r>
              <a:rPr err="1"/>
              <a:t>nulla</a:t>
            </a:r>
            <a:r>
              <a:t> id </a:t>
            </a:r>
            <a:r>
              <a:rPr err="1"/>
              <a:t>enim</a:t>
            </a:r>
            <a:r>
              <a:t> </a:t>
            </a:r>
            <a:r>
              <a:rPr err="1"/>
              <a:t>vehicula</a:t>
            </a:r>
            <a:r>
              <a:t>, </a:t>
            </a:r>
            <a:r>
              <a:rPr err="1"/>
              <a:t>ut</a:t>
            </a:r>
            <a:r>
              <a:t> </a:t>
            </a:r>
            <a:r>
              <a:rPr err="1"/>
              <a:t>aliquet</a:t>
            </a:r>
            <a:r>
              <a:t> </a:t>
            </a:r>
            <a:r>
              <a:rPr err="1"/>
              <a:t>orci</a:t>
            </a:r>
            <a:r>
              <a:t> </a:t>
            </a:r>
            <a:r>
              <a:rPr err="1"/>
              <a:t>tincidunt</a:t>
            </a:r>
            <a:r>
              <a:t>. Duis id pharetra dolor, sed </a:t>
            </a:r>
            <a:r>
              <a:rPr err="1"/>
              <a:t>condimentum</a:t>
            </a:r>
            <a:r>
              <a:t> </a:t>
            </a:r>
            <a:r>
              <a:rPr err="1"/>
              <a:t>risus</a:t>
            </a:r>
            <a:r>
              <a:t>. Sed </a:t>
            </a:r>
            <a:r>
              <a:rPr err="1"/>
              <a:t>eleifend</a:t>
            </a:r>
            <a:r>
              <a:t>, mi </a:t>
            </a:r>
            <a:r>
              <a:rPr err="1"/>
              <a:t>quis</a:t>
            </a:r>
            <a:r>
              <a:t> </a:t>
            </a:r>
            <a:r>
              <a:rPr err="1"/>
              <a:t>consectetur</a:t>
            </a:r>
            <a:r>
              <a:t> </a:t>
            </a:r>
            <a:r>
              <a:rPr err="1"/>
              <a:t>suscipit</a:t>
            </a:r>
            <a:r>
              <a:t>, </a:t>
            </a:r>
            <a:r>
              <a:rPr err="1"/>
              <a:t>velit</a:t>
            </a:r>
            <a:r>
              <a:t> ante </a:t>
            </a:r>
            <a:r>
              <a:rPr err="1"/>
              <a:t>malesuada</a:t>
            </a:r>
            <a:r>
              <a:t> ante, a porta </a:t>
            </a:r>
            <a:r>
              <a:rPr err="1"/>
              <a:t>felis</a:t>
            </a:r>
            <a:r>
              <a:t> </a:t>
            </a:r>
            <a:r>
              <a:rPr err="1"/>
              <a:t>leo</a:t>
            </a:r>
            <a:r>
              <a:t> </a:t>
            </a:r>
            <a:r>
              <a:rPr err="1"/>
              <a:t>ut</a:t>
            </a:r>
            <a:r>
              <a:t> </a:t>
            </a:r>
            <a:r>
              <a:rPr err="1"/>
              <a:t>nulla</a:t>
            </a:r>
            <a:r>
              <a:t>. Vestibulum et </a:t>
            </a:r>
            <a:r>
              <a:rPr err="1"/>
              <a:t>rutrum</a:t>
            </a:r>
            <a:r>
              <a:t> libero.</a:t>
            </a:r>
          </a:p>
        </p:txBody>
      </p:sp>
      <p:pic>
        <p:nvPicPr>
          <p:cNvPr id="10" name="Image 9">
            <a:extLst>
              <a:ext uri="{FF2B5EF4-FFF2-40B4-BE49-F238E27FC236}">
                <a16:creationId xmlns:a16="http://schemas.microsoft.com/office/drawing/2014/main" id="{D91E16AF-1769-0847-8400-AD9DD3A40300}"/>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
        <p:nvSpPr>
          <p:cNvPr id="13" name="Titre de diapositive">
            <a:extLst>
              <a:ext uri="{FF2B5EF4-FFF2-40B4-BE49-F238E27FC236}">
                <a16:creationId xmlns:a16="http://schemas.microsoft.com/office/drawing/2014/main" id="{1E756B7B-D50E-2345-A105-0503CF84FC7A}"/>
              </a:ext>
            </a:extLst>
          </p:cNvPr>
          <p:cNvSpPr txBox="1">
            <a:spLocks noGrp="1"/>
          </p:cNvSpPr>
          <p:nvPr>
            <p:ph type="body" sz="quarter" idx="22" hasCustomPrompt="1"/>
          </p:nvPr>
        </p:nvSpPr>
        <p:spPr>
          <a:xfrm>
            <a:off x="1020232" y="3564000"/>
            <a:ext cx="14264793" cy="644534"/>
          </a:xfrm>
          <a:prstGeom prst="rect">
            <a:avLst/>
          </a:prstGeom>
        </p:spPr>
        <p:txBody>
          <a:bodyPr anchor="b"/>
          <a:lstStyle>
            <a:lvl1pPr>
              <a:lnSpc>
                <a:spcPct val="80000"/>
              </a:lnSpc>
              <a:spcBef>
                <a:spcPts val="0"/>
              </a:spcBef>
              <a:defRPr sz="3500" b="1" i="0" u="none" strike="noStrike" cap="none" spc="0" baseline="0" dirty="0">
                <a:solidFill>
                  <a:srgbClr val="306EC7"/>
                </a:solidFill>
                <a:uFillTx/>
                <a:latin typeface="Arial"/>
                <a:ea typeface="Arial"/>
                <a:cs typeface="Arial"/>
                <a:sym typeface="Arial"/>
              </a:defRPr>
            </a:lvl1pPr>
          </a:lstStyle>
          <a:p>
            <a:r>
              <a:rPr lang="fr-FR"/>
              <a:t>Sous-titre de la diapositive</a:t>
            </a:r>
          </a:p>
        </p:txBody>
      </p:sp>
    </p:spTree>
    <p:extLst>
      <p:ext uri="{BB962C8B-B14F-4D97-AF65-F5344CB8AC3E}">
        <p14:creationId xmlns:p14="http://schemas.microsoft.com/office/powerpoint/2010/main" val="4161475710"/>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Sous titre et puces - 04">
    <p:spTree>
      <p:nvGrpSpPr>
        <p:cNvPr id="1" name=""/>
        <p:cNvGrpSpPr/>
        <p:nvPr/>
      </p:nvGrpSpPr>
      <p:grpSpPr>
        <a:xfrm>
          <a:off x="0" y="0"/>
          <a:ext cx="0" cy="0"/>
          <a:chOff x="0" y="0"/>
          <a:chExt cx="0" cy="0"/>
        </a:xfrm>
      </p:grpSpPr>
      <p:pic>
        <p:nvPicPr>
          <p:cNvPr id="69"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73"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sp>
        <p:nvSpPr>
          <p:cNvPr id="74"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
        <p:nvSpPr>
          <p:cNvPr id="9" name="Titre de diapositive">
            <a:extLst>
              <a:ext uri="{FF2B5EF4-FFF2-40B4-BE49-F238E27FC236}">
                <a16:creationId xmlns:a16="http://schemas.microsoft.com/office/drawing/2014/main" id="{FCB90004-0072-404B-A8A0-75B18DEB01C2}"/>
              </a:ext>
            </a:extLst>
          </p:cNvPr>
          <p:cNvSpPr txBox="1">
            <a:spLocks noGrp="1"/>
          </p:cNvSpPr>
          <p:nvPr>
            <p:ph type="body" sz="quarter" idx="21"/>
          </p:nvPr>
        </p:nvSpPr>
        <p:spPr>
          <a:xfrm>
            <a:off x="1020232" y="2610606"/>
            <a:ext cx="14264793" cy="952972"/>
          </a:xfrm>
          <a:prstGeom prst="rect">
            <a:avLst/>
          </a:prstGeom>
        </p:spPr>
        <p:txBody>
          <a:bodyPr anchor="b">
            <a:spAutoFit/>
          </a:bodyPr>
          <a:lstStyle>
            <a:lvl1pPr>
              <a:lnSpc>
                <a:spcPct val="80000"/>
              </a:lnSpc>
              <a:spcBef>
                <a:spcPts val="0"/>
              </a:spcBef>
              <a:defRPr sz="6000" b="1" spc="-119">
                <a:solidFill>
                  <a:srgbClr val="306EC7"/>
                </a:solidFill>
              </a:defRPr>
            </a:lvl1pPr>
          </a:lstStyle>
          <a:p>
            <a:r>
              <a:rPr err="1"/>
              <a:t>Titre</a:t>
            </a:r>
            <a:r>
              <a:t> de diapositive</a:t>
            </a:r>
          </a:p>
        </p:txBody>
      </p:sp>
      <p:sp>
        <p:nvSpPr>
          <p:cNvPr id="10" name="Titre de diapositive">
            <a:extLst>
              <a:ext uri="{FF2B5EF4-FFF2-40B4-BE49-F238E27FC236}">
                <a16:creationId xmlns:a16="http://schemas.microsoft.com/office/drawing/2014/main" id="{B69CA1FD-1DD6-1749-84A6-485CB598170F}"/>
              </a:ext>
            </a:extLst>
          </p:cNvPr>
          <p:cNvSpPr txBox="1">
            <a:spLocks noGrp="1"/>
          </p:cNvSpPr>
          <p:nvPr>
            <p:ph type="body" sz="quarter" idx="22" hasCustomPrompt="1"/>
          </p:nvPr>
        </p:nvSpPr>
        <p:spPr>
          <a:xfrm>
            <a:off x="1020232" y="3563577"/>
            <a:ext cx="14264793" cy="644534"/>
          </a:xfrm>
          <a:prstGeom prst="rect">
            <a:avLst/>
          </a:prstGeom>
        </p:spPr>
        <p:txBody>
          <a:bodyPr anchor="b"/>
          <a:lstStyle>
            <a:lvl1pPr>
              <a:lnSpc>
                <a:spcPct val="80000"/>
              </a:lnSpc>
              <a:spcBef>
                <a:spcPts val="0"/>
              </a:spcBef>
              <a:defRPr sz="3500" b="1" i="0" u="none" strike="noStrike" cap="none" spc="0" baseline="0" dirty="0">
                <a:solidFill>
                  <a:srgbClr val="1ECAD4"/>
                </a:solidFill>
                <a:uFillTx/>
                <a:latin typeface="Arial"/>
                <a:ea typeface="Arial"/>
                <a:cs typeface="Arial"/>
                <a:sym typeface="Arial"/>
              </a:defRPr>
            </a:lvl1pPr>
          </a:lstStyle>
          <a:p>
            <a:r>
              <a:rPr lang="fr-FR"/>
              <a:t>Sous-titre de la diapositive</a:t>
            </a:r>
          </a:p>
        </p:txBody>
      </p:sp>
      <p:sp>
        <p:nvSpPr>
          <p:cNvPr id="11" name="Espace réservé du texte 2">
            <a:extLst>
              <a:ext uri="{FF2B5EF4-FFF2-40B4-BE49-F238E27FC236}">
                <a16:creationId xmlns:a16="http://schemas.microsoft.com/office/drawing/2014/main" id="{DF9D46E3-1B5C-0047-924B-6983B137512E}"/>
              </a:ext>
            </a:extLst>
          </p:cNvPr>
          <p:cNvSpPr>
            <a:spLocks noGrp="1"/>
          </p:cNvSpPr>
          <p:nvPr>
            <p:ph type="body" sz="quarter" idx="23"/>
          </p:nvPr>
        </p:nvSpPr>
        <p:spPr>
          <a:xfrm>
            <a:off x="1020763" y="5000625"/>
            <a:ext cx="20696237" cy="7515225"/>
          </a:xfrm>
        </p:spPr>
        <p:txBody>
          <a:bodyPr/>
          <a:lstStyle>
            <a:lvl1pPr marL="534988" indent="-534988">
              <a:buClr>
                <a:srgbClr val="2F6EC6"/>
              </a:buClr>
              <a:buSzPct val="123000"/>
              <a:buFont typeface="Arial" panose="020B0604020202020204" pitchFamily="34" charset="0"/>
              <a:buChar char="•"/>
              <a:tabLst/>
              <a:defRPr kumimoji="0" lang="fr-FR" sz="3000" b="0" i="0" u="none" strike="noStrike" cap="none" spc="0" normalizeH="0" baseline="0" dirty="0" smtClean="0">
                <a:ln>
                  <a:noFill/>
                </a:ln>
                <a:solidFill>
                  <a:srgbClr val="000000"/>
                </a:solidFill>
                <a:effectLst/>
                <a:uFillTx/>
                <a:latin typeface="Arial"/>
                <a:ea typeface="Arial"/>
                <a:cs typeface="Arial"/>
                <a:sym typeface="Helvetica Neue"/>
              </a:defRPr>
            </a:lvl1pPr>
            <a:lvl2pPr marL="1201419" indent="-327659" algn="l" defTabSz="2096971">
              <a:lnSpc>
                <a:spcPct val="120000"/>
              </a:lnSpc>
              <a:spcBef>
                <a:spcPts val="3800"/>
              </a:spcBef>
              <a:buClr>
                <a:srgbClr val="5FC7D1"/>
              </a:buClr>
              <a:buSzPct val="123000"/>
              <a:buChar char="-"/>
              <a:defRPr kumimoji="0" lang="fr-FR" sz="2800" b="0" i="0" u="none" strike="noStrike" cap="none" spc="0" normalizeH="0" baseline="0">
                <a:ln>
                  <a:noFill/>
                </a:ln>
                <a:solidFill>
                  <a:srgbClr val="000000"/>
                </a:solidFill>
                <a:effectLst/>
                <a:uFillTx/>
                <a:latin typeface="Arial"/>
                <a:ea typeface="Arial"/>
                <a:cs typeface="Arial"/>
                <a:sym typeface="Arial"/>
              </a:defRPr>
            </a:lvl2pPr>
          </a:lstStyle>
          <a:p>
            <a:pPr lvl="0"/>
            <a:r>
              <a:rPr lang="fr-FR"/>
              <a:t>Cliquez pour modifier les styles du texte du masque</a:t>
            </a:r>
          </a:p>
          <a:p>
            <a:pPr marL="1201419" lvl="1" indent="-327659" algn="l" defTabSz="2096971">
              <a:lnSpc>
                <a:spcPct val="120000"/>
              </a:lnSpc>
              <a:spcBef>
                <a:spcPts val="3800"/>
              </a:spcBef>
              <a:buClr>
                <a:srgbClr val="5FC7D1"/>
              </a:buClr>
              <a:buSzPct val="123000"/>
              <a:buChar char="-"/>
              <a:defRPr sz="2800">
                <a:solidFill>
                  <a:srgbClr val="000000"/>
                </a:solidFill>
                <a:latin typeface="Arial"/>
                <a:ea typeface="Arial"/>
                <a:cs typeface="Arial"/>
                <a:sym typeface="Arial"/>
              </a:defRPr>
            </a:pPr>
            <a:r>
              <a:rPr lang="fr-FR" err="1">
                <a:solidFill>
                  <a:srgbClr val="000000"/>
                </a:solidFill>
              </a:rPr>
              <a:t>Fusce</a:t>
            </a:r>
            <a:r>
              <a:rPr lang="fr-FR">
                <a:solidFill>
                  <a:srgbClr val="000000"/>
                </a:solidFill>
              </a:rPr>
              <a:t> </a:t>
            </a:r>
            <a:r>
              <a:rPr lang="fr-FR" err="1">
                <a:solidFill>
                  <a:srgbClr val="000000"/>
                </a:solidFill>
              </a:rPr>
              <a:t>faucibus</a:t>
            </a:r>
            <a:r>
              <a:rPr lang="fr-FR">
                <a:solidFill>
                  <a:srgbClr val="000000"/>
                </a:solidFill>
              </a:rPr>
              <a:t> </a:t>
            </a:r>
            <a:r>
              <a:rPr lang="fr-FR" err="1">
                <a:solidFill>
                  <a:srgbClr val="000000"/>
                </a:solidFill>
              </a:rPr>
              <a:t>arcu</a:t>
            </a:r>
            <a:r>
              <a:rPr lang="fr-FR">
                <a:solidFill>
                  <a:srgbClr val="000000"/>
                </a:solidFill>
              </a:rPr>
              <a:t> ex, </a:t>
            </a:r>
            <a:r>
              <a:rPr lang="fr-FR" err="1">
                <a:solidFill>
                  <a:srgbClr val="000000"/>
                </a:solidFill>
              </a:rPr>
              <a:t>quis</a:t>
            </a:r>
            <a:r>
              <a:rPr lang="fr-FR">
                <a:solidFill>
                  <a:srgbClr val="000000"/>
                </a:solidFill>
              </a:rPr>
              <a:t> </a:t>
            </a:r>
            <a:r>
              <a:rPr lang="fr-FR" err="1">
                <a:solidFill>
                  <a:srgbClr val="000000"/>
                </a:solidFill>
              </a:rPr>
              <a:t>viverra</a:t>
            </a:r>
            <a:r>
              <a:rPr lang="fr-FR">
                <a:solidFill>
                  <a:srgbClr val="000000"/>
                </a:solidFill>
              </a:rPr>
              <a:t> </a:t>
            </a:r>
            <a:r>
              <a:rPr lang="fr-FR" err="1">
                <a:solidFill>
                  <a:srgbClr val="000000"/>
                </a:solidFill>
              </a:rPr>
              <a:t>risus</a:t>
            </a:r>
            <a:r>
              <a:rPr lang="fr-FR">
                <a:solidFill>
                  <a:srgbClr val="000000"/>
                </a:solidFill>
              </a:rPr>
              <a:t> pretium nec. </a:t>
            </a:r>
            <a:r>
              <a:rPr lang="fr-FR" err="1">
                <a:solidFill>
                  <a:srgbClr val="000000"/>
                </a:solidFill>
              </a:rPr>
              <a:t>Pellentesque</a:t>
            </a:r>
            <a:r>
              <a:rPr lang="fr-FR">
                <a:solidFill>
                  <a:srgbClr val="000000"/>
                </a:solidFill>
              </a:rPr>
              <a:t> </a:t>
            </a:r>
            <a:r>
              <a:rPr lang="fr-FR" err="1">
                <a:solidFill>
                  <a:srgbClr val="000000"/>
                </a:solidFill>
              </a:rPr>
              <a:t>maximus</a:t>
            </a:r>
            <a:r>
              <a:rPr lang="fr-FR">
                <a:solidFill>
                  <a:srgbClr val="000000"/>
                </a:solidFill>
              </a:rPr>
              <a:t> </a:t>
            </a:r>
            <a:r>
              <a:rPr lang="fr-FR" err="1">
                <a:solidFill>
                  <a:srgbClr val="000000"/>
                </a:solidFill>
              </a:rPr>
              <a:t>nulla</a:t>
            </a:r>
            <a:r>
              <a:rPr lang="fr-FR">
                <a:solidFill>
                  <a:srgbClr val="000000"/>
                </a:solidFill>
              </a:rPr>
              <a:t> id </a:t>
            </a:r>
            <a:r>
              <a:rPr lang="fr-FR" err="1">
                <a:solidFill>
                  <a:srgbClr val="000000"/>
                </a:solidFill>
              </a:rPr>
              <a:t>enim</a:t>
            </a:r>
            <a:r>
              <a:rPr lang="fr-FR">
                <a:solidFill>
                  <a:srgbClr val="000000"/>
                </a:solidFill>
              </a:rPr>
              <a:t> </a:t>
            </a:r>
            <a:r>
              <a:rPr lang="fr-FR" err="1">
                <a:solidFill>
                  <a:srgbClr val="000000"/>
                </a:solidFill>
              </a:rPr>
              <a:t>vehicula</a:t>
            </a:r>
            <a:r>
              <a:rPr lang="fr-FR">
                <a:solidFill>
                  <a:srgbClr val="000000"/>
                </a:solidFill>
              </a:rPr>
              <a:t>, ut </a:t>
            </a:r>
            <a:r>
              <a:rPr lang="fr-FR" err="1">
                <a:solidFill>
                  <a:srgbClr val="000000"/>
                </a:solidFill>
              </a:rPr>
              <a:t>aliquet</a:t>
            </a:r>
            <a:r>
              <a:rPr lang="fr-FR">
                <a:solidFill>
                  <a:srgbClr val="000000"/>
                </a:solidFill>
              </a:rPr>
              <a:t> </a:t>
            </a:r>
            <a:r>
              <a:rPr lang="fr-FR" err="1">
                <a:solidFill>
                  <a:srgbClr val="000000"/>
                </a:solidFill>
              </a:rPr>
              <a:t>orci</a:t>
            </a:r>
            <a:r>
              <a:rPr lang="fr-FR">
                <a:solidFill>
                  <a:srgbClr val="000000"/>
                </a:solidFill>
              </a:rPr>
              <a:t> </a:t>
            </a:r>
            <a:r>
              <a:rPr lang="fr-FR" err="1">
                <a:solidFill>
                  <a:srgbClr val="000000"/>
                </a:solidFill>
              </a:rPr>
              <a:t>tincidunt</a:t>
            </a:r>
            <a:r>
              <a:rPr lang="fr-FR">
                <a:solidFill>
                  <a:srgbClr val="000000"/>
                </a:solidFill>
              </a:rPr>
              <a:t>. Duis id </a:t>
            </a:r>
            <a:r>
              <a:rPr lang="fr-FR" err="1">
                <a:solidFill>
                  <a:srgbClr val="000000"/>
                </a:solidFill>
              </a:rPr>
              <a:t>pharetra</a:t>
            </a:r>
            <a:r>
              <a:rPr lang="fr-FR">
                <a:solidFill>
                  <a:srgbClr val="000000"/>
                </a:solidFill>
              </a:rPr>
              <a:t> </a:t>
            </a:r>
            <a:r>
              <a:rPr lang="fr-FR" err="1">
                <a:solidFill>
                  <a:srgbClr val="000000"/>
                </a:solidFill>
              </a:rPr>
              <a:t>dolor</a:t>
            </a:r>
            <a:r>
              <a:rPr lang="fr-FR">
                <a:solidFill>
                  <a:srgbClr val="000000"/>
                </a:solidFill>
              </a:rPr>
              <a:t>, </a:t>
            </a:r>
            <a:r>
              <a:rPr lang="fr-FR" err="1">
                <a:solidFill>
                  <a:srgbClr val="000000"/>
                </a:solidFill>
              </a:rPr>
              <a:t>sed</a:t>
            </a:r>
            <a:r>
              <a:rPr lang="fr-FR">
                <a:solidFill>
                  <a:srgbClr val="000000"/>
                </a:solidFill>
              </a:rPr>
              <a:t> </a:t>
            </a:r>
            <a:r>
              <a:rPr lang="fr-FR" err="1">
                <a:solidFill>
                  <a:srgbClr val="000000"/>
                </a:solidFill>
              </a:rPr>
              <a:t>condimentum</a:t>
            </a:r>
            <a:r>
              <a:rPr lang="fr-FR">
                <a:solidFill>
                  <a:srgbClr val="000000"/>
                </a:solidFill>
              </a:rPr>
              <a:t> </a:t>
            </a:r>
            <a:r>
              <a:rPr lang="fr-FR" err="1">
                <a:solidFill>
                  <a:srgbClr val="000000"/>
                </a:solidFill>
              </a:rPr>
              <a:t>risus</a:t>
            </a:r>
            <a:r>
              <a:rPr lang="fr-FR">
                <a:solidFill>
                  <a:srgbClr val="000000"/>
                </a:solidFill>
              </a:rPr>
              <a:t>. Sed </a:t>
            </a:r>
            <a:r>
              <a:rPr lang="fr-FR" err="1">
                <a:solidFill>
                  <a:srgbClr val="000000"/>
                </a:solidFill>
              </a:rPr>
              <a:t>eleifend</a:t>
            </a:r>
            <a:r>
              <a:rPr lang="fr-FR">
                <a:solidFill>
                  <a:srgbClr val="000000"/>
                </a:solidFill>
              </a:rPr>
              <a:t>, mi </a:t>
            </a:r>
            <a:r>
              <a:rPr lang="fr-FR" err="1">
                <a:solidFill>
                  <a:srgbClr val="000000"/>
                </a:solidFill>
              </a:rPr>
              <a:t>quis</a:t>
            </a:r>
            <a:r>
              <a:rPr lang="fr-FR">
                <a:solidFill>
                  <a:srgbClr val="000000"/>
                </a:solidFill>
              </a:rPr>
              <a:t> </a:t>
            </a:r>
            <a:r>
              <a:rPr lang="fr-FR" err="1">
                <a:solidFill>
                  <a:srgbClr val="000000"/>
                </a:solidFill>
              </a:rPr>
              <a:t>consectetur</a:t>
            </a:r>
            <a:r>
              <a:rPr lang="fr-FR">
                <a:solidFill>
                  <a:srgbClr val="000000"/>
                </a:solidFill>
              </a:rPr>
              <a:t> </a:t>
            </a:r>
            <a:r>
              <a:rPr lang="fr-FR" err="1">
                <a:solidFill>
                  <a:srgbClr val="000000"/>
                </a:solidFill>
              </a:rPr>
              <a:t>suscipit</a:t>
            </a:r>
            <a:r>
              <a:rPr lang="fr-FR">
                <a:solidFill>
                  <a:srgbClr val="000000"/>
                </a:solidFill>
              </a:rPr>
              <a:t>, </a:t>
            </a:r>
            <a:r>
              <a:rPr lang="fr-FR" err="1">
                <a:solidFill>
                  <a:srgbClr val="000000"/>
                </a:solidFill>
              </a:rPr>
              <a:t>velit</a:t>
            </a:r>
            <a:r>
              <a:rPr lang="fr-FR">
                <a:solidFill>
                  <a:srgbClr val="000000"/>
                </a:solidFill>
              </a:rPr>
              <a:t> ante </a:t>
            </a:r>
            <a:r>
              <a:rPr lang="fr-FR" err="1">
                <a:solidFill>
                  <a:srgbClr val="000000"/>
                </a:solidFill>
              </a:rPr>
              <a:t>malesuada</a:t>
            </a:r>
            <a:r>
              <a:rPr lang="fr-FR">
                <a:solidFill>
                  <a:srgbClr val="000000"/>
                </a:solidFill>
              </a:rPr>
              <a:t> ante, a porta </a:t>
            </a:r>
            <a:r>
              <a:rPr lang="fr-FR" err="1">
                <a:solidFill>
                  <a:srgbClr val="000000"/>
                </a:solidFill>
              </a:rPr>
              <a:t>felis</a:t>
            </a:r>
            <a:r>
              <a:rPr lang="fr-FR">
                <a:solidFill>
                  <a:srgbClr val="000000"/>
                </a:solidFill>
              </a:rPr>
              <a:t> </a:t>
            </a:r>
            <a:r>
              <a:rPr lang="fr-FR" err="1">
                <a:solidFill>
                  <a:srgbClr val="000000"/>
                </a:solidFill>
              </a:rPr>
              <a:t>leo</a:t>
            </a:r>
            <a:r>
              <a:rPr lang="fr-FR">
                <a:solidFill>
                  <a:srgbClr val="000000"/>
                </a:solidFill>
              </a:rPr>
              <a:t> ut </a:t>
            </a:r>
            <a:r>
              <a:rPr lang="fr-FR" err="1">
                <a:solidFill>
                  <a:srgbClr val="000000"/>
                </a:solidFill>
              </a:rPr>
              <a:t>nulla</a:t>
            </a:r>
            <a:r>
              <a:rPr lang="fr-FR">
                <a:solidFill>
                  <a:srgbClr val="000000"/>
                </a:solidFill>
              </a:rPr>
              <a:t>. </a:t>
            </a:r>
            <a:r>
              <a:rPr lang="fr-FR" err="1">
                <a:solidFill>
                  <a:srgbClr val="000000"/>
                </a:solidFill>
              </a:rPr>
              <a:t>Vestibulum</a:t>
            </a:r>
            <a:r>
              <a:rPr lang="fr-FR">
                <a:solidFill>
                  <a:srgbClr val="000000"/>
                </a:solidFill>
              </a:rPr>
              <a:t> et </a:t>
            </a:r>
            <a:r>
              <a:rPr lang="fr-FR" err="1">
                <a:solidFill>
                  <a:srgbClr val="000000"/>
                </a:solidFill>
              </a:rPr>
              <a:t>rutrum</a:t>
            </a:r>
            <a:r>
              <a:rPr lang="fr-FR">
                <a:solidFill>
                  <a:srgbClr val="000000"/>
                </a:solidFill>
              </a:rPr>
              <a:t> libero.</a:t>
            </a:r>
            <a:endParaRPr lang="fr-FR" sz="2500">
              <a:solidFill>
                <a:srgbClr val="000000"/>
              </a:solidFill>
            </a:endParaRPr>
          </a:p>
        </p:txBody>
      </p:sp>
      <p:pic>
        <p:nvPicPr>
          <p:cNvPr id="12" name="Image 11">
            <a:extLst>
              <a:ext uri="{FF2B5EF4-FFF2-40B4-BE49-F238E27FC236}">
                <a16:creationId xmlns:a16="http://schemas.microsoft.com/office/drawing/2014/main" id="{F5FA31E1-3D40-054B-9B2B-7EC20B063C1A}"/>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
        <p:nvSpPr>
          <p:cNvPr id="2" name="Rectangle 1">
            <a:extLst>
              <a:ext uri="{FF2B5EF4-FFF2-40B4-BE49-F238E27FC236}">
                <a16:creationId xmlns:a16="http://schemas.microsoft.com/office/drawing/2014/main" id="{FF8696E3-F5C0-A361-BBF9-2A3C42866906}"/>
              </a:ext>
            </a:extLst>
          </p:cNvPr>
          <p:cNvSpPr/>
          <p:nvPr userDrawn="1"/>
        </p:nvSpPr>
        <p:spPr>
          <a:xfrm>
            <a:off x="-329623" y="12198120"/>
            <a:ext cx="23397007" cy="1569660"/>
          </a:xfrm>
          <a:prstGeom prst="rect">
            <a:avLst/>
          </a:prstGeom>
          <a:noFill/>
        </p:spPr>
        <p:txBody>
          <a:bodyPr wrap="square" lIns="91440" tIns="45720" rIns="91440" bIns="45720">
            <a:spAutoFit/>
          </a:bodyPr>
          <a:lstStyle/>
          <a:p>
            <a:pPr algn="ctr"/>
            <a:r>
              <a:rPr lang="fr-FR" sz="9600" b="1" cap="none" spc="0">
                <a:ln w="12700">
                  <a:solidFill>
                    <a:schemeClr val="tx2">
                      <a:lumMod val="40000"/>
                      <a:lumOff val="60000"/>
                    </a:schemeClr>
                  </a:solidFill>
                  <a:prstDash val="solid"/>
                </a:ln>
                <a:solidFill>
                  <a:schemeClr val="tx2">
                    <a:lumMod val="40000"/>
                    <a:lumOff val="60000"/>
                  </a:schemeClr>
                </a:solidFill>
                <a:effectLst>
                  <a:outerShdw blurRad="60007" dist="200025" dir="15000000" sy="30000" kx="-1800000" algn="bl" rotWithShape="0">
                    <a:prstClr val="black">
                      <a:alpha val="32000"/>
                    </a:prstClr>
                  </a:outerShdw>
                </a:effectLst>
              </a:rPr>
              <a:t>PROJET</a:t>
            </a:r>
          </a:p>
        </p:txBody>
      </p:sp>
    </p:spTree>
    <p:extLst>
      <p:ext uri="{BB962C8B-B14F-4D97-AF65-F5344CB8AC3E}">
        <p14:creationId xmlns:p14="http://schemas.microsoft.com/office/powerpoint/2010/main" val="405469913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reserve="1">
  <p:cSld name="1_Textes et photo - 03">
    <p:spTree>
      <p:nvGrpSpPr>
        <p:cNvPr id="1" name=""/>
        <p:cNvGrpSpPr/>
        <p:nvPr/>
      </p:nvGrpSpPr>
      <p:grpSpPr>
        <a:xfrm>
          <a:off x="0" y="0"/>
          <a:ext cx="0" cy="0"/>
          <a:chOff x="0" y="0"/>
          <a:chExt cx="0" cy="0"/>
        </a:xfrm>
      </p:grpSpPr>
      <p:sp>
        <p:nvSpPr>
          <p:cNvPr id="81" name="1.jpg"/>
          <p:cNvSpPr>
            <a:spLocks noGrp="1"/>
          </p:cNvSpPr>
          <p:nvPr>
            <p:ph type="pic" idx="21"/>
          </p:nvPr>
        </p:nvSpPr>
        <p:spPr>
          <a:xfrm>
            <a:off x="5920166" y="1619447"/>
            <a:ext cx="16782309" cy="11188206"/>
          </a:xfrm>
          <a:prstGeom prst="rect">
            <a:avLst/>
          </a:prstGeom>
        </p:spPr>
        <p:txBody>
          <a:bodyPr lIns="91439" tIns="45719" rIns="91439" bIns="45719">
            <a:noAutofit/>
          </a:bodyPr>
          <a:lstStyle/>
          <a:p>
            <a:endParaRPr/>
          </a:p>
        </p:txBody>
      </p:sp>
      <p:sp>
        <p:nvSpPr>
          <p:cNvPr id="82" name="Image"/>
          <p:cNvSpPr>
            <a:spLocks noGrp="1"/>
          </p:cNvSpPr>
          <p:nvPr>
            <p:ph type="pic" sz="quarter" idx="22"/>
          </p:nvPr>
        </p:nvSpPr>
        <p:spPr>
          <a:xfrm>
            <a:off x="17497440" y="4551444"/>
            <a:ext cx="6892376" cy="9176645"/>
          </a:xfrm>
          <a:prstGeom prst="rect">
            <a:avLst/>
          </a:prstGeom>
        </p:spPr>
        <p:txBody>
          <a:bodyPr lIns="91439" tIns="45719" rIns="91439" bIns="45719">
            <a:noAutofit/>
          </a:bodyPr>
          <a:lstStyle/>
          <a:p>
            <a:endParaRPr/>
          </a:p>
        </p:txBody>
      </p:sp>
      <p:sp>
        <p:nvSpPr>
          <p:cNvPr id="83" name="Titre de diapositive"/>
          <p:cNvSpPr txBox="1">
            <a:spLocks noGrp="1"/>
          </p:cNvSpPr>
          <p:nvPr>
            <p:ph type="body" sz="quarter" idx="23" hasCustomPrompt="1"/>
          </p:nvPr>
        </p:nvSpPr>
        <p:spPr>
          <a:xfrm>
            <a:off x="1018800" y="3564000"/>
            <a:ext cx="10673900" cy="679221"/>
          </a:xfrm>
          <a:prstGeom prst="rect">
            <a:avLst/>
          </a:prstGeom>
        </p:spPr>
        <p:txBody>
          <a:bodyPr lIns="45718" tIns="45718" rIns="45718" bIns="45718">
            <a:spAutoFit/>
          </a:bodyPr>
          <a:lstStyle>
            <a:lvl1pPr>
              <a:defRPr sz="3500" b="1" i="0" u="none" strike="noStrike" cap="none" spc="0" baseline="0" dirty="0">
                <a:solidFill>
                  <a:srgbClr val="1ECAD4"/>
                </a:solidFill>
                <a:uFillTx/>
                <a:latin typeface="Arial"/>
                <a:ea typeface="Arial"/>
                <a:cs typeface="Arial"/>
                <a:sym typeface="Arial"/>
              </a:defRPr>
            </a:lvl1pPr>
          </a:lstStyle>
          <a:p>
            <a:r>
              <a:rPr lang="fr-FR"/>
              <a:t>Sous-titre de la diapositive</a:t>
            </a:r>
          </a:p>
        </p:txBody>
      </p:sp>
      <p:sp>
        <p:nvSpPr>
          <p:cNvPr id="84" name="Titre de diapositive"/>
          <p:cNvSpPr txBox="1">
            <a:spLocks noGrp="1"/>
          </p:cNvSpPr>
          <p:nvPr>
            <p:ph type="body" sz="quarter" idx="24"/>
          </p:nvPr>
        </p:nvSpPr>
        <p:spPr>
          <a:xfrm>
            <a:off x="1020232" y="2610000"/>
            <a:ext cx="10765340" cy="952972"/>
          </a:xfrm>
          <a:prstGeom prst="rect">
            <a:avLst/>
          </a:prstGeom>
        </p:spPr>
        <p:txBody>
          <a:bodyPr anchor="b">
            <a:spAutoFit/>
          </a:bodyPr>
          <a:lstStyle>
            <a:lvl1pPr>
              <a:lnSpc>
                <a:spcPct val="80000"/>
              </a:lnSpc>
              <a:spcBef>
                <a:spcPts val="0"/>
              </a:spcBef>
              <a:defRPr sz="6000" b="1" spc="-119">
                <a:solidFill>
                  <a:srgbClr val="306EC7"/>
                </a:solidFill>
              </a:defRPr>
            </a:lvl1pPr>
          </a:lstStyle>
          <a:p>
            <a:r>
              <a:rPr err="1"/>
              <a:t>Titre</a:t>
            </a:r>
            <a:r>
              <a:t> de diapositive</a:t>
            </a:r>
          </a:p>
        </p:txBody>
      </p:sp>
      <p:sp>
        <p:nvSpPr>
          <p:cNvPr id="85" name="Espace réservé du texte 2"/>
          <p:cNvSpPr txBox="1">
            <a:spLocks noGrp="1"/>
          </p:cNvSpPr>
          <p:nvPr>
            <p:ph type="body" sz="half" idx="25"/>
          </p:nvPr>
        </p:nvSpPr>
        <p:spPr>
          <a:xfrm>
            <a:off x="1020233" y="5000400"/>
            <a:ext cx="9654855" cy="6950483"/>
          </a:xfrm>
          <a:prstGeom prst="rect">
            <a:avLst/>
          </a:prstGeom>
        </p:spPr>
        <p:txBody>
          <a:bodyPr/>
          <a:lstStyle/>
          <a:p>
            <a:pPr marL="609598" indent="-609598">
              <a:buClr>
                <a:srgbClr val="306EC7"/>
              </a:buClr>
              <a:buSzPct val="100000"/>
              <a:buChar char="•"/>
            </a:pPr>
            <a:r>
              <a:t>Lorem ipsum dolor sit amet, consectetur adipiscing elit. Curabitur sem massa, pulvinar sed ultricies non, ultrices in dui. </a:t>
            </a:r>
          </a:p>
          <a:p>
            <a:pPr marL="609598" indent="-609598">
              <a:buClr>
                <a:srgbClr val="306EC7"/>
              </a:buClr>
              <a:buSzPct val="100000"/>
              <a:buChar char="•"/>
            </a:pPr>
            <a:r>
              <a:t>Fusce faucibus arcu ex, quis viverra risus pretium nec. Pellentesque maximus nulla id enim vehicula, ut aliquet orci tincidunt. Duis id pharetra dolor, sed condimentum risus. Sed eleifend, mi quis consectetur suscipit, velit ante malesuada ante, a porta felis leo ut nulla. Vestibulum et rutrum libero.</a:t>
            </a:r>
          </a:p>
        </p:txBody>
      </p:sp>
      <p:sp>
        <p:nvSpPr>
          <p:cNvPr id="86"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extLst>
      <p:ext uri="{BB962C8B-B14F-4D97-AF65-F5344CB8AC3E}">
        <p14:creationId xmlns:p14="http://schemas.microsoft.com/office/powerpoint/2010/main" val="1285870311"/>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reserve="1">
  <p:cSld name="1_Section_03">
    <p:spTree>
      <p:nvGrpSpPr>
        <p:cNvPr id="1" name=""/>
        <p:cNvGrpSpPr/>
        <p:nvPr/>
      </p:nvGrpSpPr>
      <p:grpSpPr>
        <a:xfrm>
          <a:off x="0" y="0"/>
          <a:ext cx="0" cy="0"/>
          <a:chOff x="0" y="0"/>
          <a:chExt cx="0" cy="0"/>
        </a:xfrm>
      </p:grpSpPr>
      <p:sp>
        <p:nvSpPr>
          <p:cNvPr id="93" name="Titre de section"/>
          <p:cNvSpPr txBox="1">
            <a:spLocks noGrp="1"/>
          </p:cNvSpPr>
          <p:nvPr>
            <p:ph type="title" hasCustomPrompt="1"/>
          </p:nvPr>
        </p:nvSpPr>
        <p:spPr>
          <a:xfrm>
            <a:off x="1020229" y="1680217"/>
            <a:ext cx="14332519" cy="3471751"/>
          </a:xfrm>
          <a:prstGeom prst="rect">
            <a:avLst/>
          </a:prstGeom>
        </p:spPr>
        <p:txBody>
          <a:bodyPr/>
          <a:lstStyle>
            <a:lvl1pPr>
              <a:defRPr sz="10000" spc="-200"/>
            </a:lvl1pPr>
          </a:lstStyle>
          <a:p>
            <a:r>
              <a:t>Titre de section</a:t>
            </a:r>
          </a:p>
        </p:txBody>
      </p:sp>
      <p:pic>
        <p:nvPicPr>
          <p:cNvPr id="94" name="Image" descr="Image"/>
          <p:cNvPicPr>
            <a:picLocks noChangeAspect="1"/>
          </p:cNvPicPr>
          <p:nvPr/>
        </p:nvPicPr>
        <p:blipFill>
          <a:blip r:embed="rId2"/>
          <a:stretch>
            <a:fillRect/>
          </a:stretch>
        </p:blipFill>
        <p:spPr>
          <a:xfrm>
            <a:off x="15239992" y="4567759"/>
            <a:ext cx="9144015" cy="9144015"/>
          </a:xfrm>
          <a:prstGeom prst="rect">
            <a:avLst/>
          </a:prstGeom>
          <a:ln w="12700">
            <a:miter lim="400000"/>
          </a:ln>
        </p:spPr>
      </p:pic>
      <p:pic>
        <p:nvPicPr>
          <p:cNvPr id="96"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97" name="Image" descr="Image"/>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sp>
        <p:nvSpPr>
          <p:cNvPr id="98" name="Espace réservé du texte 2"/>
          <p:cNvSpPr txBox="1">
            <a:spLocks noGrp="1"/>
          </p:cNvSpPr>
          <p:nvPr>
            <p:ph type="body" sz="half" idx="21"/>
          </p:nvPr>
        </p:nvSpPr>
        <p:spPr>
          <a:xfrm>
            <a:off x="1020233" y="5687838"/>
            <a:ext cx="14223261" cy="6950483"/>
          </a:xfrm>
          <a:prstGeom prst="rect">
            <a:avLst/>
          </a:prstGeom>
        </p:spPr>
        <p:txBody>
          <a:bodyPr/>
          <a:lstStyle/>
          <a:p>
            <a:pPr marL="609598" indent="-609598">
              <a:buClr>
                <a:srgbClr val="306EC7"/>
              </a:buClr>
              <a:buSzPct val="100000"/>
              <a:buChar char="•"/>
            </a:pPr>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 </a:t>
            </a:r>
          </a:p>
          <a:p>
            <a:pPr marL="609598" indent="-609598">
              <a:buClr>
                <a:srgbClr val="306EC7"/>
              </a:buClr>
              <a:buSzPct val="100000"/>
              <a:buChar char="•"/>
            </a:pPr>
            <a:r>
              <a:rPr err="1"/>
              <a:t>Fusce</a:t>
            </a:r>
            <a:r>
              <a:t> </a:t>
            </a:r>
            <a:r>
              <a:rPr err="1"/>
              <a:t>faucibus</a:t>
            </a:r>
            <a:r>
              <a:t> </a:t>
            </a:r>
            <a:r>
              <a:rPr err="1"/>
              <a:t>arcu</a:t>
            </a:r>
            <a:r>
              <a:t> ex, </a:t>
            </a:r>
            <a:r>
              <a:rPr err="1"/>
              <a:t>quis</a:t>
            </a:r>
            <a:r>
              <a:t> </a:t>
            </a:r>
            <a:r>
              <a:rPr err="1"/>
              <a:t>viverra</a:t>
            </a:r>
            <a:r>
              <a:t> </a:t>
            </a:r>
            <a:r>
              <a:rPr err="1"/>
              <a:t>risus</a:t>
            </a:r>
            <a:r>
              <a:t> </a:t>
            </a:r>
            <a:r>
              <a:rPr err="1"/>
              <a:t>pretium</a:t>
            </a:r>
            <a:r>
              <a:t> </a:t>
            </a:r>
            <a:r>
              <a:rPr err="1"/>
              <a:t>nec</a:t>
            </a:r>
            <a:r>
              <a:t>. </a:t>
            </a:r>
            <a:r>
              <a:rPr err="1"/>
              <a:t>Pellentesque</a:t>
            </a:r>
            <a:r>
              <a:t> maximus </a:t>
            </a:r>
            <a:r>
              <a:rPr err="1"/>
              <a:t>nulla</a:t>
            </a:r>
            <a:r>
              <a:t> id </a:t>
            </a:r>
            <a:r>
              <a:rPr err="1"/>
              <a:t>enim</a:t>
            </a:r>
            <a:r>
              <a:t> </a:t>
            </a:r>
            <a:r>
              <a:rPr err="1"/>
              <a:t>vehicula</a:t>
            </a:r>
            <a:r>
              <a:t>, </a:t>
            </a:r>
            <a:r>
              <a:rPr err="1"/>
              <a:t>ut</a:t>
            </a:r>
            <a:r>
              <a:t> </a:t>
            </a:r>
            <a:r>
              <a:rPr err="1"/>
              <a:t>aliquet</a:t>
            </a:r>
            <a:r>
              <a:t> </a:t>
            </a:r>
            <a:r>
              <a:rPr err="1"/>
              <a:t>orci</a:t>
            </a:r>
            <a:r>
              <a:t> </a:t>
            </a:r>
            <a:r>
              <a:rPr err="1"/>
              <a:t>tincidunt</a:t>
            </a:r>
            <a:r>
              <a:t>. Duis id pharetra dolor, sed </a:t>
            </a:r>
            <a:r>
              <a:rPr err="1"/>
              <a:t>condimentum</a:t>
            </a:r>
            <a:r>
              <a:t> </a:t>
            </a:r>
            <a:r>
              <a:rPr err="1"/>
              <a:t>risus</a:t>
            </a:r>
            <a:r>
              <a:t>. Sed </a:t>
            </a:r>
            <a:r>
              <a:rPr err="1"/>
              <a:t>eleifend</a:t>
            </a:r>
            <a:r>
              <a:t>, mi </a:t>
            </a:r>
            <a:r>
              <a:rPr err="1"/>
              <a:t>quis</a:t>
            </a:r>
            <a:r>
              <a:t> </a:t>
            </a:r>
            <a:r>
              <a:rPr err="1"/>
              <a:t>consectetur</a:t>
            </a:r>
            <a:r>
              <a:t> </a:t>
            </a:r>
            <a:r>
              <a:rPr err="1"/>
              <a:t>suscipit</a:t>
            </a:r>
            <a:r>
              <a:t>, </a:t>
            </a:r>
            <a:r>
              <a:rPr err="1"/>
              <a:t>velit</a:t>
            </a:r>
            <a:r>
              <a:t> ante </a:t>
            </a:r>
            <a:r>
              <a:rPr err="1"/>
              <a:t>malesuada</a:t>
            </a:r>
            <a:r>
              <a:t> ante, a porta </a:t>
            </a:r>
            <a:r>
              <a:rPr err="1"/>
              <a:t>felis</a:t>
            </a:r>
            <a:r>
              <a:t> </a:t>
            </a:r>
            <a:r>
              <a:rPr err="1"/>
              <a:t>leo</a:t>
            </a:r>
            <a:r>
              <a:t> </a:t>
            </a:r>
            <a:r>
              <a:rPr err="1"/>
              <a:t>ut</a:t>
            </a:r>
            <a:r>
              <a:t> </a:t>
            </a:r>
            <a:r>
              <a:rPr err="1"/>
              <a:t>nulla</a:t>
            </a:r>
            <a:r>
              <a:t>. Vestibulum et </a:t>
            </a:r>
            <a:r>
              <a:rPr err="1"/>
              <a:t>rutrum</a:t>
            </a:r>
            <a:r>
              <a:t> libero.</a:t>
            </a:r>
          </a:p>
        </p:txBody>
      </p:sp>
      <p:sp>
        <p:nvSpPr>
          <p:cNvPr id="99"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pic>
        <p:nvPicPr>
          <p:cNvPr id="9" name="Image 8">
            <a:extLst>
              <a:ext uri="{FF2B5EF4-FFF2-40B4-BE49-F238E27FC236}">
                <a16:creationId xmlns:a16="http://schemas.microsoft.com/office/drawing/2014/main" id="{A99BC357-8D4D-574B-A8D6-DC2A593C875A}"/>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
        <p:nvSpPr>
          <p:cNvPr id="2" name="Rectangle 1">
            <a:extLst>
              <a:ext uri="{FF2B5EF4-FFF2-40B4-BE49-F238E27FC236}">
                <a16:creationId xmlns:a16="http://schemas.microsoft.com/office/drawing/2014/main" id="{CE2E3BFE-DB1C-A569-3C9E-D248B234D282}"/>
              </a:ext>
            </a:extLst>
          </p:cNvPr>
          <p:cNvSpPr/>
          <p:nvPr userDrawn="1"/>
        </p:nvSpPr>
        <p:spPr>
          <a:xfrm rot="20289565">
            <a:off x="-86520" y="6056921"/>
            <a:ext cx="23397007" cy="1569660"/>
          </a:xfrm>
          <a:prstGeom prst="rect">
            <a:avLst/>
          </a:prstGeom>
          <a:noFill/>
        </p:spPr>
        <p:txBody>
          <a:bodyPr wrap="square" lIns="91440" tIns="45720" rIns="91440" bIns="45720">
            <a:spAutoFit/>
          </a:bodyPr>
          <a:lstStyle/>
          <a:p>
            <a:pPr algn="ctr"/>
            <a:r>
              <a:rPr lang="fr-FR" sz="9600" b="1" cap="none" spc="0">
                <a:ln w="12700">
                  <a:solidFill>
                    <a:schemeClr val="tx2">
                      <a:lumMod val="40000"/>
                      <a:lumOff val="60000"/>
                    </a:schemeClr>
                  </a:solidFill>
                  <a:prstDash val="solid"/>
                </a:ln>
                <a:solidFill>
                  <a:schemeClr val="tx2">
                    <a:lumMod val="40000"/>
                    <a:lumOff val="60000"/>
                  </a:schemeClr>
                </a:solidFill>
                <a:effectLst>
                  <a:outerShdw blurRad="60007" dist="200025" dir="15000000" sy="30000" kx="-1800000" algn="bl" rotWithShape="0">
                    <a:prstClr val="black">
                      <a:alpha val="32000"/>
                    </a:prstClr>
                  </a:outerShdw>
                </a:effectLst>
              </a:rPr>
              <a:t>PROJET</a:t>
            </a:r>
          </a:p>
        </p:txBody>
      </p:sp>
    </p:spTree>
    <p:extLst>
      <p:ext uri="{BB962C8B-B14F-4D97-AF65-F5344CB8AC3E}">
        <p14:creationId xmlns:p14="http://schemas.microsoft.com/office/powerpoint/2010/main" val="1876240216"/>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reserve="1">
  <p:cSld name="1_Section_04">
    <p:spTree>
      <p:nvGrpSpPr>
        <p:cNvPr id="1" name=""/>
        <p:cNvGrpSpPr/>
        <p:nvPr/>
      </p:nvGrpSpPr>
      <p:grpSpPr>
        <a:xfrm>
          <a:off x="0" y="0"/>
          <a:ext cx="0" cy="0"/>
          <a:chOff x="0" y="0"/>
          <a:chExt cx="0" cy="0"/>
        </a:xfrm>
      </p:grpSpPr>
      <p:sp>
        <p:nvSpPr>
          <p:cNvPr id="135" name="Titre de section"/>
          <p:cNvSpPr txBox="1">
            <a:spLocks noGrp="1"/>
          </p:cNvSpPr>
          <p:nvPr>
            <p:ph type="title" hasCustomPrompt="1"/>
          </p:nvPr>
        </p:nvSpPr>
        <p:spPr>
          <a:xfrm>
            <a:off x="1020229" y="4533900"/>
            <a:ext cx="14332519" cy="4648200"/>
          </a:xfrm>
          <a:prstGeom prst="rect">
            <a:avLst/>
          </a:prstGeom>
        </p:spPr>
        <p:txBody>
          <a:bodyPr anchor="ctr"/>
          <a:lstStyle>
            <a:lvl1pPr>
              <a:defRPr sz="10000" spc="-200"/>
            </a:lvl1pPr>
          </a:lstStyle>
          <a:p>
            <a:r>
              <a:t>Titre de section</a:t>
            </a:r>
          </a:p>
        </p:txBody>
      </p:sp>
      <p:pic>
        <p:nvPicPr>
          <p:cNvPr id="136" name="Image" descr="Image"/>
          <p:cNvPicPr>
            <a:picLocks noChangeAspect="1"/>
          </p:cNvPicPr>
          <p:nvPr/>
        </p:nvPicPr>
        <p:blipFill>
          <a:blip r:embed="rId2"/>
          <a:stretch>
            <a:fillRect/>
          </a:stretch>
        </p:blipFill>
        <p:spPr>
          <a:xfrm>
            <a:off x="15239992" y="4567759"/>
            <a:ext cx="9144015" cy="9144015"/>
          </a:xfrm>
          <a:prstGeom prst="rect">
            <a:avLst/>
          </a:prstGeom>
          <a:ln w="12700">
            <a:miter lim="400000"/>
          </a:ln>
        </p:spPr>
      </p:pic>
      <p:pic>
        <p:nvPicPr>
          <p:cNvPr id="138"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139" name="Image" descr="Image"/>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sp>
        <p:nvSpPr>
          <p:cNvPr id="140"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pic>
        <p:nvPicPr>
          <p:cNvPr id="8" name="Image 7">
            <a:extLst>
              <a:ext uri="{FF2B5EF4-FFF2-40B4-BE49-F238E27FC236}">
                <a16:creationId xmlns:a16="http://schemas.microsoft.com/office/drawing/2014/main" id="{EE83E6AE-5EF1-B841-9FB1-0BB3AEC84F10}"/>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
        <p:nvSpPr>
          <p:cNvPr id="2" name="Rectangle 1">
            <a:extLst>
              <a:ext uri="{FF2B5EF4-FFF2-40B4-BE49-F238E27FC236}">
                <a16:creationId xmlns:a16="http://schemas.microsoft.com/office/drawing/2014/main" id="{A858A886-B1D7-B8B9-CA58-16A5A7FEE378}"/>
              </a:ext>
            </a:extLst>
          </p:cNvPr>
          <p:cNvSpPr/>
          <p:nvPr userDrawn="1"/>
        </p:nvSpPr>
        <p:spPr>
          <a:xfrm rot="20289565">
            <a:off x="-86520" y="6056921"/>
            <a:ext cx="23397007" cy="1569660"/>
          </a:xfrm>
          <a:prstGeom prst="rect">
            <a:avLst/>
          </a:prstGeom>
          <a:noFill/>
        </p:spPr>
        <p:txBody>
          <a:bodyPr wrap="square" lIns="91440" tIns="45720" rIns="91440" bIns="45720">
            <a:spAutoFit/>
          </a:bodyPr>
          <a:lstStyle/>
          <a:p>
            <a:pPr algn="ctr"/>
            <a:r>
              <a:rPr lang="fr-FR" sz="9600" b="1" cap="none" spc="0">
                <a:ln w="12700">
                  <a:solidFill>
                    <a:schemeClr val="tx2">
                      <a:lumMod val="40000"/>
                      <a:lumOff val="60000"/>
                    </a:schemeClr>
                  </a:solidFill>
                  <a:prstDash val="solid"/>
                </a:ln>
                <a:solidFill>
                  <a:schemeClr val="tx2">
                    <a:lumMod val="40000"/>
                    <a:lumOff val="60000"/>
                  </a:schemeClr>
                </a:solidFill>
                <a:effectLst>
                  <a:outerShdw blurRad="60007" dist="200025" dir="15000000" sy="30000" kx="-1800000" algn="bl" rotWithShape="0">
                    <a:prstClr val="black">
                      <a:alpha val="32000"/>
                    </a:prstClr>
                  </a:outerShdw>
                </a:effectLst>
              </a:rPr>
              <a:t>PROJET</a:t>
            </a:r>
          </a:p>
        </p:txBody>
      </p:sp>
    </p:spTree>
    <p:extLst>
      <p:ext uri="{BB962C8B-B14F-4D97-AF65-F5344CB8AC3E}">
        <p14:creationId xmlns:p14="http://schemas.microsoft.com/office/powerpoint/2010/main" val="3904293006"/>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Texte_01">
    <p:spTree>
      <p:nvGrpSpPr>
        <p:cNvPr id="1" name=""/>
        <p:cNvGrpSpPr/>
        <p:nvPr/>
      </p:nvGrpSpPr>
      <p:grpSpPr>
        <a:xfrm>
          <a:off x="0" y="0"/>
          <a:ext cx="0" cy="0"/>
          <a:chOff x="0" y="0"/>
          <a:chExt cx="0" cy="0"/>
        </a:xfrm>
      </p:grpSpPr>
      <p:pic>
        <p:nvPicPr>
          <p:cNvPr id="148"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149" name="Image" descr="Image"/>
          <p:cNvPicPr>
            <a:picLocks noChangeAspect="1"/>
          </p:cNvPicPr>
          <p:nvPr/>
        </p:nvPicPr>
        <p:blipFill>
          <a:blip r:embed="rId3"/>
          <a:stretch>
            <a:fillRect/>
          </a:stretch>
        </p:blipFill>
        <p:spPr>
          <a:xfrm>
            <a:off x="15257833" y="4572439"/>
            <a:ext cx="9142201" cy="9134655"/>
          </a:xfrm>
          <a:prstGeom prst="rect">
            <a:avLst/>
          </a:prstGeom>
          <a:ln w="12700">
            <a:miter lim="400000"/>
          </a:ln>
        </p:spPr>
      </p:pic>
      <p:pic>
        <p:nvPicPr>
          <p:cNvPr id="153" name="Image" descr="Image"/>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sp>
        <p:nvSpPr>
          <p:cNvPr id="154" name="Numéro de diapositive"/>
          <p:cNvSpPr txBox="1">
            <a:spLocks noGrp="1"/>
          </p:cNvSpPr>
          <p:nvPr>
            <p:ph type="sldNum" sz="quarter" idx="2"/>
          </p:nvPr>
        </p:nvSpPr>
        <p:spPr>
          <a:xfrm>
            <a:off x="23708647" y="12775848"/>
            <a:ext cx="368574" cy="414204"/>
          </a:xfrm>
          <a:prstGeom prst="rect">
            <a:avLst/>
          </a:prstGeom>
        </p:spPr>
        <p:txBody>
          <a:bodyPr/>
          <a:lstStyle/>
          <a:p>
            <a:fld id="{86CB4B4D-7CA3-9044-876B-883B54F8677D}" type="slidenum">
              <a:t>‹N°›</a:t>
            </a:fld>
            <a:endParaRPr/>
          </a:p>
        </p:txBody>
      </p:sp>
      <p:sp>
        <p:nvSpPr>
          <p:cNvPr id="10" name="Titre de diapositive">
            <a:extLst>
              <a:ext uri="{FF2B5EF4-FFF2-40B4-BE49-F238E27FC236}">
                <a16:creationId xmlns:a16="http://schemas.microsoft.com/office/drawing/2014/main" id="{F45B6DF6-0883-FB4B-BDED-2A2BDFF2E145}"/>
              </a:ext>
            </a:extLst>
          </p:cNvPr>
          <p:cNvSpPr txBox="1">
            <a:spLocks noGrp="1"/>
          </p:cNvSpPr>
          <p:nvPr>
            <p:ph type="body" sz="quarter" idx="21"/>
          </p:nvPr>
        </p:nvSpPr>
        <p:spPr>
          <a:xfrm>
            <a:off x="1020232" y="2610606"/>
            <a:ext cx="14264793" cy="952972"/>
          </a:xfrm>
          <a:prstGeom prst="rect">
            <a:avLst/>
          </a:prstGeom>
        </p:spPr>
        <p:txBody>
          <a:bodyPr anchor="b">
            <a:spAutoFit/>
          </a:bodyPr>
          <a:lstStyle>
            <a:lvl1pPr>
              <a:lnSpc>
                <a:spcPct val="80000"/>
              </a:lnSpc>
              <a:spcBef>
                <a:spcPts val="0"/>
              </a:spcBef>
              <a:defRPr sz="6000" b="1" spc="-119">
                <a:solidFill>
                  <a:srgbClr val="306EC7"/>
                </a:solidFill>
              </a:defRPr>
            </a:lvl1pPr>
          </a:lstStyle>
          <a:p>
            <a:r>
              <a:rPr err="1"/>
              <a:t>Titre</a:t>
            </a:r>
            <a:r>
              <a:t> de diapositive</a:t>
            </a:r>
          </a:p>
        </p:txBody>
      </p:sp>
      <p:sp>
        <p:nvSpPr>
          <p:cNvPr id="11" name="Titre de diapositive">
            <a:extLst>
              <a:ext uri="{FF2B5EF4-FFF2-40B4-BE49-F238E27FC236}">
                <a16:creationId xmlns:a16="http://schemas.microsoft.com/office/drawing/2014/main" id="{A39F4402-4275-5D43-A735-CBD7E5BAB512}"/>
              </a:ext>
            </a:extLst>
          </p:cNvPr>
          <p:cNvSpPr txBox="1">
            <a:spLocks noGrp="1"/>
          </p:cNvSpPr>
          <p:nvPr>
            <p:ph type="body" sz="quarter" idx="22" hasCustomPrompt="1"/>
          </p:nvPr>
        </p:nvSpPr>
        <p:spPr>
          <a:xfrm>
            <a:off x="1020232" y="3563577"/>
            <a:ext cx="14264793" cy="644534"/>
          </a:xfrm>
          <a:prstGeom prst="rect">
            <a:avLst/>
          </a:prstGeom>
        </p:spPr>
        <p:txBody>
          <a:bodyPr anchor="b"/>
          <a:lstStyle>
            <a:lvl1pPr>
              <a:lnSpc>
                <a:spcPct val="80000"/>
              </a:lnSpc>
              <a:spcBef>
                <a:spcPts val="0"/>
              </a:spcBef>
              <a:defRPr sz="3500" b="1" i="0" u="none" strike="noStrike" cap="none" spc="0" baseline="0">
                <a:solidFill>
                  <a:srgbClr val="1ECAD4"/>
                </a:solidFill>
                <a:uFillTx/>
                <a:latin typeface="Arial"/>
                <a:ea typeface="Arial"/>
                <a:cs typeface="Arial"/>
                <a:sym typeface="Arial"/>
              </a:defRPr>
            </a:lvl1pPr>
          </a:lstStyle>
          <a:p>
            <a:r>
              <a:rPr lang="fr-FR"/>
              <a:t>Sous-titre de la diapositive</a:t>
            </a:r>
          </a:p>
        </p:txBody>
      </p:sp>
      <p:sp>
        <p:nvSpPr>
          <p:cNvPr id="12" name="Lorem ipsum dolor sit amet, consectetur adipiscing elit. Curabitur sem massa, pulvinar sed ultricies non, ultrices in dui. Fusce faucibus arcu ex, quis viverra risus pretium nec. Pellentesque maximus nulla id enim vehicula, ut aliquet orci tincidunt. Dui">
            <a:extLst>
              <a:ext uri="{FF2B5EF4-FFF2-40B4-BE49-F238E27FC236}">
                <a16:creationId xmlns:a16="http://schemas.microsoft.com/office/drawing/2014/main" id="{88F2CC3C-D007-3E49-911B-685D93BFC74A}"/>
              </a:ext>
            </a:extLst>
          </p:cNvPr>
          <p:cNvSpPr txBox="1">
            <a:spLocks noGrp="1"/>
          </p:cNvSpPr>
          <p:nvPr>
            <p:ph type="body" sz="half" idx="23" hasCustomPrompt="1"/>
          </p:nvPr>
        </p:nvSpPr>
        <p:spPr>
          <a:xfrm>
            <a:off x="969433" y="4978800"/>
            <a:ext cx="13533703" cy="5683586"/>
          </a:xfrm>
          <a:prstGeom prst="rect">
            <a:avLst/>
          </a:prstGeom>
        </p:spPr>
        <p:txBody>
          <a:bodyPr/>
          <a:lstStyle>
            <a:lvl1pPr>
              <a:defRPr>
                <a:solidFill>
                  <a:srgbClr val="000000"/>
                </a:solidFill>
              </a:defRPr>
            </a:lvl1pPr>
          </a:lstStyle>
          <a:p>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 </a:t>
            </a:r>
            <a:r>
              <a:rPr err="1"/>
              <a:t>Fusce</a:t>
            </a:r>
            <a:r>
              <a:t> </a:t>
            </a:r>
            <a:r>
              <a:rPr err="1"/>
              <a:t>faucibus</a:t>
            </a:r>
            <a:r>
              <a:t> </a:t>
            </a:r>
            <a:r>
              <a:rPr err="1"/>
              <a:t>arcu</a:t>
            </a:r>
            <a:r>
              <a:t> ex, </a:t>
            </a:r>
            <a:r>
              <a:rPr err="1"/>
              <a:t>quis</a:t>
            </a:r>
            <a:r>
              <a:t> </a:t>
            </a:r>
            <a:r>
              <a:rPr err="1"/>
              <a:t>viverra</a:t>
            </a:r>
            <a:r>
              <a:t> </a:t>
            </a:r>
            <a:r>
              <a:rPr err="1"/>
              <a:t>risus</a:t>
            </a:r>
            <a:r>
              <a:t> </a:t>
            </a:r>
            <a:r>
              <a:rPr err="1"/>
              <a:t>pretium</a:t>
            </a:r>
            <a:r>
              <a:t> </a:t>
            </a:r>
            <a:r>
              <a:rPr err="1"/>
              <a:t>nec</a:t>
            </a:r>
            <a:r>
              <a:t>. </a:t>
            </a:r>
            <a:r>
              <a:rPr err="1"/>
              <a:t>Pellentesque</a:t>
            </a:r>
            <a:r>
              <a:t> maximus </a:t>
            </a:r>
            <a:r>
              <a:rPr err="1"/>
              <a:t>nulla</a:t>
            </a:r>
            <a:r>
              <a:t> id </a:t>
            </a:r>
            <a:r>
              <a:rPr err="1"/>
              <a:t>enim</a:t>
            </a:r>
            <a:r>
              <a:t> </a:t>
            </a:r>
            <a:r>
              <a:rPr err="1"/>
              <a:t>vehicula</a:t>
            </a:r>
            <a:r>
              <a:t>, </a:t>
            </a:r>
            <a:r>
              <a:rPr err="1"/>
              <a:t>ut</a:t>
            </a:r>
            <a:r>
              <a:t> </a:t>
            </a:r>
            <a:r>
              <a:rPr err="1"/>
              <a:t>aliquet</a:t>
            </a:r>
            <a:r>
              <a:t> </a:t>
            </a:r>
            <a:r>
              <a:rPr err="1"/>
              <a:t>orci</a:t>
            </a:r>
            <a:r>
              <a:t> </a:t>
            </a:r>
            <a:r>
              <a:rPr err="1"/>
              <a:t>tincidunt</a:t>
            </a:r>
            <a:r>
              <a:t>. Duis id pharetra dolor, sed </a:t>
            </a:r>
            <a:r>
              <a:rPr err="1"/>
              <a:t>condimentum</a:t>
            </a:r>
            <a:r>
              <a:t> </a:t>
            </a:r>
            <a:r>
              <a:rPr err="1"/>
              <a:t>risus</a:t>
            </a:r>
            <a:r>
              <a:t>. Sed </a:t>
            </a:r>
            <a:r>
              <a:rPr err="1"/>
              <a:t>eleifend</a:t>
            </a:r>
            <a:r>
              <a:t>, mi </a:t>
            </a:r>
            <a:r>
              <a:rPr err="1"/>
              <a:t>quis</a:t>
            </a:r>
            <a:r>
              <a:t> </a:t>
            </a:r>
            <a:r>
              <a:rPr err="1"/>
              <a:t>consectetur</a:t>
            </a:r>
            <a:r>
              <a:t> </a:t>
            </a:r>
            <a:r>
              <a:rPr err="1"/>
              <a:t>suscipit</a:t>
            </a:r>
            <a:r>
              <a:t>, </a:t>
            </a:r>
            <a:r>
              <a:rPr err="1"/>
              <a:t>velit</a:t>
            </a:r>
            <a:r>
              <a:t> ante </a:t>
            </a:r>
            <a:r>
              <a:rPr err="1"/>
              <a:t>malesuada</a:t>
            </a:r>
            <a:r>
              <a:t> ante, a porta </a:t>
            </a:r>
            <a:r>
              <a:rPr err="1"/>
              <a:t>felis</a:t>
            </a:r>
            <a:r>
              <a:t> </a:t>
            </a:r>
            <a:r>
              <a:rPr err="1"/>
              <a:t>leo</a:t>
            </a:r>
            <a:r>
              <a:t> </a:t>
            </a:r>
            <a:r>
              <a:rPr err="1"/>
              <a:t>ut</a:t>
            </a:r>
            <a:r>
              <a:t> </a:t>
            </a:r>
            <a:r>
              <a:rPr err="1"/>
              <a:t>nulla</a:t>
            </a:r>
            <a:r>
              <a:t>. Vestibulum et </a:t>
            </a:r>
            <a:r>
              <a:rPr err="1"/>
              <a:t>rutrum</a:t>
            </a:r>
            <a:r>
              <a:t> libero. Vestibulum vitae </a:t>
            </a:r>
            <a:r>
              <a:rPr err="1"/>
              <a:t>mauris</a:t>
            </a:r>
            <a:r>
              <a:t> non lorem </a:t>
            </a:r>
            <a:r>
              <a:rPr err="1"/>
              <a:t>scelerisque</a:t>
            </a:r>
            <a:r>
              <a:t> </a:t>
            </a:r>
            <a:r>
              <a:rPr err="1"/>
              <a:t>mattis</a:t>
            </a:r>
            <a:r>
              <a:t>. </a:t>
            </a:r>
            <a:r>
              <a:rPr err="1"/>
              <a:t>Pellentesque</a:t>
            </a:r>
            <a:r>
              <a:t> </a:t>
            </a:r>
            <a:r>
              <a:rPr err="1"/>
              <a:t>quis</a:t>
            </a:r>
            <a:r>
              <a:t> </a:t>
            </a:r>
            <a:r>
              <a:rPr err="1"/>
              <a:t>accumsan</a:t>
            </a:r>
            <a:r>
              <a:t> </a:t>
            </a:r>
            <a:r>
              <a:rPr err="1"/>
              <a:t>enim</a:t>
            </a:r>
            <a:r>
              <a:t>, </a:t>
            </a:r>
            <a:r>
              <a:rPr err="1"/>
              <a:t>quis</a:t>
            </a:r>
            <a:r>
              <a:t> </a:t>
            </a:r>
            <a:r>
              <a:rPr err="1"/>
              <a:t>sollicitudin</a:t>
            </a:r>
            <a:r>
              <a:t> </a:t>
            </a:r>
            <a:r>
              <a:rPr err="1"/>
              <a:t>urna</a:t>
            </a:r>
            <a:r>
              <a:t>. Donec </a:t>
            </a:r>
            <a:r>
              <a:rPr err="1"/>
              <a:t>laoreet</a:t>
            </a:r>
            <a:r>
              <a:t> pulvinar </a:t>
            </a:r>
            <a:r>
              <a:rPr err="1"/>
              <a:t>bibendum</a:t>
            </a:r>
            <a:r>
              <a:t>. Duis </a:t>
            </a:r>
            <a:r>
              <a:rPr err="1"/>
              <a:t>pretium</a:t>
            </a:r>
            <a:r>
              <a:t> ante dui, ac </a:t>
            </a:r>
            <a:r>
              <a:rPr err="1"/>
              <a:t>pretium</a:t>
            </a:r>
            <a:r>
              <a:t> </a:t>
            </a:r>
            <a:r>
              <a:rPr err="1"/>
              <a:t>est</a:t>
            </a:r>
            <a:r>
              <a:t> maximus eu. </a:t>
            </a:r>
            <a:r>
              <a:rPr err="1"/>
              <a:t>Aliquam</a:t>
            </a:r>
            <a:r>
              <a:t> </a:t>
            </a:r>
            <a:r>
              <a:rPr err="1"/>
              <a:t>egestas</a:t>
            </a:r>
            <a:r>
              <a:t> </a:t>
            </a:r>
            <a:r>
              <a:rPr err="1"/>
              <a:t>congue</a:t>
            </a:r>
            <a:r>
              <a:t> </a:t>
            </a:r>
            <a:r>
              <a:rPr err="1"/>
              <a:t>neque</a:t>
            </a:r>
            <a:r>
              <a:t> a </a:t>
            </a:r>
            <a:r>
              <a:rPr err="1"/>
              <a:t>molestie</a:t>
            </a:r>
            <a:r>
              <a:t>. Vestibulum </a:t>
            </a:r>
            <a:r>
              <a:rPr err="1"/>
              <a:t>eget</a:t>
            </a:r>
            <a:r>
              <a:t> </a:t>
            </a:r>
            <a:r>
              <a:rPr err="1"/>
              <a:t>volutpat</a:t>
            </a:r>
            <a:r>
              <a:t> libero. Sed in </a:t>
            </a:r>
            <a:r>
              <a:rPr err="1"/>
              <a:t>metus</a:t>
            </a:r>
            <a:r>
              <a:t> et </a:t>
            </a:r>
            <a:r>
              <a:rPr err="1"/>
              <a:t>urna</a:t>
            </a:r>
            <a:r>
              <a:t> </a:t>
            </a:r>
            <a:r>
              <a:rPr err="1"/>
              <a:t>porttitor</a:t>
            </a:r>
            <a:r>
              <a:t> </a:t>
            </a:r>
            <a:r>
              <a:rPr err="1"/>
              <a:t>congue</a:t>
            </a:r>
            <a:r>
              <a:t>. Ut dictum </a:t>
            </a:r>
            <a:r>
              <a:rPr err="1"/>
              <a:t>felis</a:t>
            </a:r>
            <a:r>
              <a:t> </a:t>
            </a:r>
            <a:r>
              <a:rPr err="1"/>
              <a:t>ut</a:t>
            </a:r>
            <a:r>
              <a:t> </a:t>
            </a:r>
            <a:r>
              <a:rPr err="1"/>
              <a:t>justo</a:t>
            </a:r>
            <a:r>
              <a:t> </a:t>
            </a:r>
            <a:r>
              <a:rPr err="1"/>
              <a:t>sodales</a:t>
            </a:r>
            <a:r>
              <a:t>, a cursus </a:t>
            </a:r>
            <a:r>
              <a:rPr err="1"/>
              <a:t>quam</a:t>
            </a:r>
            <a:r>
              <a:t> </a:t>
            </a:r>
            <a:r>
              <a:rPr err="1"/>
              <a:t>ullamcorper</a:t>
            </a:r>
            <a:r>
              <a:t>. </a:t>
            </a:r>
          </a:p>
        </p:txBody>
      </p:sp>
      <p:pic>
        <p:nvPicPr>
          <p:cNvPr id="13" name="Image 12">
            <a:extLst>
              <a:ext uri="{FF2B5EF4-FFF2-40B4-BE49-F238E27FC236}">
                <a16:creationId xmlns:a16="http://schemas.microsoft.com/office/drawing/2014/main" id="{276C3621-2AA1-E043-9F11-016504A7C2EC}"/>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2446574805"/>
      </p:ext>
    </p:extLst>
  </p:cSld>
  <p:clrMapOvr>
    <a:masterClrMapping/>
  </p:clrMapOvr>
  <p:transition spd="med"/>
  <p:extLst>
    <p:ext uri="{DCECCB84-F9BA-43D5-87BE-67443E8EF086}">
      <p15:sldGuideLst xmlns:p15="http://schemas.microsoft.com/office/powerpoint/2012/main">
        <p15:guide id="1" orient="horz" pos="2233">
          <p15:clr>
            <a:srgbClr val="FBAE40"/>
          </p15:clr>
        </p15:guide>
        <p15:guide id="2" pos="76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reserve="1">
  <p:cSld name="1_Texte fond bleu formes">
    <p:bg>
      <p:bgPr>
        <a:solidFill>
          <a:srgbClr val="306EC7"/>
        </a:solidFill>
        <a:effectLst/>
      </p:bgPr>
    </p:bg>
    <p:spTree>
      <p:nvGrpSpPr>
        <p:cNvPr id="1" name=""/>
        <p:cNvGrpSpPr/>
        <p:nvPr/>
      </p:nvGrpSpPr>
      <p:grpSpPr>
        <a:xfrm>
          <a:off x="0" y="0"/>
          <a:ext cx="0" cy="0"/>
          <a:chOff x="0" y="0"/>
          <a:chExt cx="0" cy="0"/>
        </a:xfrm>
      </p:grpSpPr>
      <p:sp>
        <p:nvSpPr>
          <p:cNvPr id="13" name="Rectangle">
            <a:extLst>
              <a:ext uri="{FF2B5EF4-FFF2-40B4-BE49-F238E27FC236}">
                <a16:creationId xmlns:a16="http://schemas.microsoft.com/office/drawing/2014/main" id="{9359325C-DE6F-C648-A4FE-B9C30B92A599}"/>
              </a:ext>
            </a:extLst>
          </p:cNvPr>
          <p:cNvSpPr/>
          <p:nvPr userDrawn="1"/>
        </p:nvSpPr>
        <p:spPr>
          <a:xfrm>
            <a:off x="-9848" y="-2"/>
            <a:ext cx="24403696" cy="1745433"/>
          </a:xfrm>
          <a:prstGeom prst="rect">
            <a:avLst/>
          </a:prstGeom>
          <a:solidFill>
            <a:srgbClr val="FFFFFF"/>
          </a:solidFill>
          <a:ln w="12700">
            <a:miter lim="400000"/>
          </a:ln>
        </p:spPr>
        <p:txBody>
          <a:bodyPr lIns="50800" tIns="50800" rIns="50800" bIns="50800" anchor="ctr"/>
          <a:lstStyle/>
          <a:p>
            <a:pPr defTabSz="825500">
              <a:lnSpc>
                <a:spcPct val="120000"/>
              </a:lnSpc>
              <a:defRPr sz="3000" cap="all">
                <a:solidFill>
                  <a:srgbClr val="FFFFFF"/>
                </a:solidFill>
                <a:latin typeface="Proxima Nova Extrabold"/>
                <a:ea typeface="Proxima Nova Extrabold"/>
                <a:cs typeface="Proxima Nova Extrabold"/>
                <a:sym typeface="Proxima Nova Extrabold"/>
              </a:defRPr>
            </a:pPr>
            <a:endParaRPr/>
          </a:p>
        </p:txBody>
      </p:sp>
      <p:pic>
        <p:nvPicPr>
          <p:cNvPr id="163"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164" name="Image" descr="Image"/>
          <p:cNvPicPr>
            <a:picLocks noChangeAspect="1"/>
          </p:cNvPicPr>
          <p:nvPr/>
        </p:nvPicPr>
        <p:blipFill>
          <a:blip r:embed="rId3"/>
          <a:stretch>
            <a:fillRect/>
          </a:stretch>
        </p:blipFill>
        <p:spPr>
          <a:xfrm>
            <a:off x="17513799" y="4563719"/>
            <a:ext cx="6873937" cy="9152095"/>
          </a:xfrm>
          <a:prstGeom prst="rect">
            <a:avLst/>
          </a:prstGeom>
          <a:ln w="12700">
            <a:miter lim="400000"/>
          </a:ln>
        </p:spPr>
      </p:pic>
      <p:sp>
        <p:nvSpPr>
          <p:cNvPr id="165" name="Lorem ipsum dolor sit amet, consectetur adipiscing elit. Curabitur sem massa, pulvinar sed ultricies non, ultrices in dui. Fusce faucibus arcu ex, quis viverra risus pretium nec. Pellentesque maximus nulla id enim vehicula, ut aliquet orci tincidunt. Dui"/>
          <p:cNvSpPr txBox="1">
            <a:spLocks noGrp="1"/>
          </p:cNvSpPr>
          <p:nvPr>
            <p:ph type="body" sz="half" idx="21"/>
          </p:nvPr>
        </p:nvSpPr>
        <p:spPr>
          <a:xfrm>
            <a:off x="969433" y="4978800"/>
            <a:ext cx="13533703" cy="5683586"/>
          </a:xfrm>
          <a:prstGeom prst="rect">
            <a:avLst/>
          </a:prstGeom>
        </p:spPr>
        <p:txBody>
          <a:bodyPr/>
          <a:lstStyle>
            <a:lvl1pPr>
              <a:defRPr>
                <a:solidFill>
                  <a:srgbClr val="FFFFFF"/>
                </a:solidFill>
              </a:defRPr>
            </a:lvl1pPr>
          </a:lstStyle>
          <a:p>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 </a:t>
            </a:r>
            <a:r>
              <a:rPr err="1"/>
              <a:t>Fusce</a:t>
            </a:r>
            <a:r>
              <a:t> </a:t>
            </a:r>
            <a:r>
              <a:rPr err="1"/>
              <a:t>faucibus</a:t>
            </a:r>
            <a:r>
              <a:t> </a:t>
            </a:r>
            <a:r>
              <a:rPr err="1"/>
              <a:t>arcu</a:t>
            </a:r>
            <a:r>
              <a:t> ex, </a:t>
            </a:r>
            <a:r>
              <a:rPr err="1"/>
              <a:t>quis</a:t>
            </a:r>
            <a:r>
              <a:t> </a:t>
            </a:r>
            <a:r>
              <a:rPr err="1"/>
              <a:t>viverra</a:t>
            </a:r>
            <a:r>
              <a:t> </a:t>
            </a:r>
            <a:r>
              <a:rPr err="1"/>
              <a:t>risus</a:t>
            </a:r>
            <a:r>
              <a:t> </a:t>
            </a:r>
            <a:r>
              <a:rPr err="1"/>
              <a:t>pretium</a:t>
            </a:r>
            <a:r>
              <a:t> </a:t>
            </a:r>
            <a:r>
              <a:rPr err="1"/>
              <a:t>nec</a:t>
            </a:r>
            <a:r>
              <a:t>. </a:t>
            </a:r>
            <a:r>
              <a:rPr err="1"/>
              <a:t>Pellentesque</a:t>
            </a:r>
            <a:r>
              <a:t> maximus </a:t>
            </a:r>
            <a:r>
              <a:rPr err="1"/>
              <a:t>nulla</a:t>
            </a:r>
            <a:r>
              <a:t> id </a:t>
            </a:r>
            <a:r>
              <a:rPr err="1"/>
              <a:t>enim</a:t>
            </a:r>
            <a:r>
              <a:t> </a:t>
            </a:r>
            <a:r>
              <a:rPr err="1"/>
              <a:t>vehicula</a:t>
            </a:r>
            <a:r>
              <a:t>, </a:t>
            </a:r>
            <a:r>
              <a:rPr err="1"/>
              <a:t>ut</a:t>
            </a:r>
            <a:r>
              <a:t> </a:t>
            </a:r>
            <a:r>
              <a:rPr err="1"/>
              <a:t>aliquet</a:t>
            </a:r>
            <a:r>
              <a:t> </a:t>
            </a:r>
            <a:r>
              <a:rPr err="1"/>
              <a:t>orci</a:t>
            </a:r>
            <a:r>
              <a:t> </a:t>
            </a:r>
            <a:r>
              <a:rPr err="1"/>
              <a:t>tincidunt</a:t>
            </a:r>
            <a:r>
              <a:t>. Duis id pharetra dolor, sed </a:t>
            </a:r>
            <a:r>
              <a:rPr err="1"/>
              <a:t>condimentum</a:t>
            </a:r>
            <a:r>
              <a:t> </a:t>
            </a:r>
            <a:r>
              <a:rPr err="1"/>
              <a:t>risus</a:t>
            </a:r>
            <a:r>
              <a:t>. Sed </a:t>
            </a:r>
            <a:r>
              <a:rPr err="1"/>
              <a:t>eleifend</a:t>
            </a:r>
            <a:r>
              <a:t>, mi </a:t>
            </a:r>
            <a:r>
              <a:rPr err="1"/>
              <a:t>quis</a:t>
            </a:r>
            <a:r>
              <a:t> </a:t>
            </a:r>
            <a:r>
              <a:rPr err="1"/>
              <a:t>consectetur</a:t>
            </a:r>
            <a:r>
              <a:t> </a:t>
            </a:r>
            <a:r>
              <a:rPr err="1"/>
              <a:t>suscipit</a:t>
            </a:r>
            <a:r>
              <a:t>, </a:t>
            </a:r>
            <a:r>
              <a:rPr err="1"/>
              <a:t>velit</a:t>
            </a:r>
            <a:r>
              <a:t> ante </a:t>
            </a:r>
            <a:r>
              <a:rPr err="1"/>
              <a:t>malesuada</a:t>
            </a:r>
            <a:r>
              <a:t> ante, a porta </a:t>
            </a:r>
            <a:r>
              <a:rPr err="1"/>
              <a:t>felis</a:t>
            </a:r>
            <a:r>
              <a:t> </a:t>
            </a:r>
            <a:r>
              <a:rPr err="1"/>
              <a:t>leo</a:t>
            </a:r>
            <a:r>
              <a:t> </a:t>
            </a:r>
            <a:r>
              <a:rPr err="1"/>
              <a:t>ut</a:t>
            </a:r>
            <a:r>
              <a:t> </a:t>
            </a:r>
            <a:r>
              <a:rPr err="1"/>
              <a:t>nulla</a:t>
            </a:r>
            <a:r>
              <a:t>. Vestibulum et </a:t>
            </a:r>
            <a:r>
              <a:rPr err="1"/>
              <a:t>rutrum</a:t>
            </a:r>
            <a:r>
              <a:t> libero. Vestibulum vitae </a:t>
            </a:r>
            <a:r>
              <a:rPr err="1"/>
              <a:t>mauris</a:t>
            </a:r>
            <a:r>
              <a:t> non lorem </a:t>
            </a:r>
            <a:r>
              <a:rPr err="1"/>
              <a:t>scelerisque</a:t>
            </a:r>
            <a:r>
              <a:t> </a:t>
            </a:r>
            <a:r>
              <a:rPr err="1"/>
              <a:t>mattis</a:t>
            </a:r>
            <a:r>
              <a:t>. </a:t>
            </a:r>
            <a:r>
              <a:rPr err="1"/>
              <a:t>Pellentesque</a:t>
            </a:r>
            <a:r>
              <a:t> </a:t>
            </a:r>
            <a:r>
              <a:rPr err="1"/>
              <a:t>quis</a:t>
            </a:r>
            <a:r>
              <a:t> </a:t>
            </a:r>
            <a:r>
              <a:rPr err="1"/>
              <a:t>accumsan</a:t>
            </a:r>
            <a:r>
              <a:t> </a:t>
            </a:r>
            <a:r>
              <a:rPr err="1"/>
              <a:t>enim</a:t>
            </a:r>
            <a:r>
              <a:t>, </a:t>
            </a:r>
            <a:r>
              <a:rPr err="1"/>
              <a:t>quis</a:t>
            </a:r>
            <a:r>
              <a:t> </a:t>
            </a:r>
            <a:r>
              <a:rPr err="1"/>
              <a:t>sollicitudin</a:t>
            </a:r>
            <a:r>
              <a:t> </a:t>
            </a:r>
            <a:r>
              <a:rPr err="1"/>
              <a:t>urna</a:t>
            </a:r>
            <a:r>
              <a:t>. Donec </a:t>
            </a:r>
            <a:r>
              <a:rPr err="1"/>
              <a:t>laoreet</a:t>
            </a:r>
            <a:r>
              <a:t> pulvinar </a:t>
            </a:r>
            <a:r>
              <a:rPr err="1"/>
              <a:t>bibendum</a:t>
            </a:r>
            <a:r>
              <a:t>. Duis </a:t>
            </a:r>
            <a:r>
              <a:rPr err="1"/>
              <a:t>pretium</a:t>
            </a:r>
            <a:r>
              <a:t> ante dui, ac </a:t>
            </a:r>
            <a:r>
              <a:rPr err="1"/>
              <a:t>pretium</a:t>
            </a:r>
            <a:r>
              <a:t> </a:t>
            </a:r>
            <a:r>
              <a:rPr err="1"/>
              <a:t>est</a:t>
            </a:r>
            <a:r>
              <a:t> maximus eu. </a:t>
            </a:r>
            <a:r>
              <a:rPr err="1"/>
              <a:t>Aliquam</a:t>
            </a:r>
            <a:r>
              <a:t> </a:t>
            </a:r>
            <a:r>
              <a:rPr err="1"/>
              <a:t>egestas</a:t>
            </a:r>
            <a:r>
              <a:t> </a:t>
            </a:r>
            <a:r>
              <a:rPr err="1"/>
              <a:t>congue</a:t>
            </a:r>
            <a:r>
              <a:t> </a:t>
            </a:r>
            <a:r>
              <a:rPr err="1"/>
              <a:t>neque</a:t>
            </a:r>
            <a:r>
              <a:t> a </a:t>
            </a:r>
            <a:r>
              <a:rPr err="1"/>
              <a:t>molestie</a:t>
            </a:r>
            <a:r>
              <a:t>. Vestibulum </a:t>
            </a:r>
            <a:r>
              <a:rPr err="1"/>
              <a:t>eget</a:t>
            </a:r>
            <a:r>
              <a:t> </a:t>
            </a:r>
            <a:r>
              <a:rPr err="1"/>
              <a:t>volutpat</a:t>
            </a:r>
            <a:r>
              <a:t> libero. Sed in </a:t>
            </a:r>
            <a:r>
              <a:rPr err="1"/>
              <a:t>metus</a:t>
            </a:r>
            <a:r>
              <a:t> et </a:t>
            </a:r>
            <a:r>
              <a:rPr err="1"/>
              <a:t>urna</a:t>
            </a:r>
            <a:r>
              <a:t> </a:t>
            </a:r>
            <a:r>
              <a:rPr err="1"/>
              <a:t>porttitor</a:t>
            </a:r>
            <a:r>
              <a:t> </a:t>
            </a:r>
            <a:r>
              <a:rPr err="1"/>
              <a:t>congue</a:t>
            </a:r>
            <a:r>
              <a:t>. Ut dictum </a:t>
            </a:r>
            <a:r>
              <a:rPr err="1"/>
              <a:t>felis</a:t>
            </a:r>
            <a:r>
              <a:t> </a:t>
            </a:r>
            <a:r>
              <a:rPr err="1"/>
              <a:t>ut</a:t>
            </a:r>
            <a:r>
              <a:t> </a:t>
            </a:r>
            <a:r>
              <a:rPr err="1"/>
              <a:t>justo</a:t>
            </a:r>
            <a:r>
              <a:t> </a:t>
            </a:r>
            <a:r>
              <a:rPr err="1"/>
              <a:t>sodales</a:t>
            </a:r>
            <a:r>
              <a:t>, a cursus </a:t>
            </a:r>
            <a:r>
              <a:rPr err="1"/>
              <a:t>quam</a:t>
            </a:r>
            <a:r>
              <a:t> </a:t>
            </a:r>
            <a:r>
              <a:rPr err="1"/>
              <a:t>ullamcorper</a:t>
            </a:r>
            <a:r>
              <a:t>. </a:t>
            </a:r>
          </a:p>
        </p:txBody>
      </p:sp>
      <p:sp>
        <p:nvSpPr>
          <p:cNvPr id="166" name="Titre de diapositive"/>
          <p:cNvSpPr txBox="1">
            <a:spLocks noGrp="1"/>
          </p:cNvSpPr>
          <p:nvPr>
            <p:ph type="body" sz="quarter" idx="22" hasCustomPrompt="1"/>
          </p:nvPr>
        </p:nvSpPr>
        <p:spPr>
          <a:xfrm>
            <a:off x="1020232" y="3564000"/>
            <a:ext cx="14264793" cy="644534"/>
          </a:xfrm>
          <a:prstGeom prst="rect">
            <a:avLst/>
          </a:prstGeom>
        </p:spPr>
        <p:txBody>
          <a:bodyPr anchor="b"/>
          <a:lstStyle>
            <a:lvl1pPr>
              <a:lnSpc>
                <a:spcPct val="80000"/>
              </a:lnSpc>
              <a:spcBef>
                <a:spcPts val="0"/>
              </a:spcBef>
              <a:defRPr sz="3500" b="1" i="0" u="none" strike="noStrike" cap="none" spc="0" baseline="0" dirty="0">
                <a:solidFill>
                  <a:srgbClr val="1ECAD4"/>
                </a:solidFill>
                <a:uFillTx/>
                <a:latin typeface="Arial"/>
                <a:ea typeface="Arial"/>
                <a:cs typeface="Arial"/>
                <a:sym typeface="Arial"/>
              </a:defRPr>
            </a:lvl1pPr>
          </a:lstStyle>
          <a:p>
            <a:r>
              <a:rPr lang="fr-FR"/>
              <a:t>Sous-titre de la diapositive</a:t>
            </a:r>
          </a:p>
        </p:txBody>
      </p:sp>
      <p:sp>
        <p:nvSpPr>
          <p:cNvPr id="167" name="Titre de diapositive"/>
          <p:cNvSpPr txBox="1">
            <a:spLocks noGrp="1"/>
          </p:cNvSpPr>
          <p:nvPr>
            <p:ph type="body" sz="quarter" idx="23" hasCustomPrompt="1"/>
          </p:nvPr>
        </p:nvSpPr>
        <p:spPr>
          <a:xfrm>
            <a:off x="1020232" y="2610000"/>
            <a:ext cx="14264793" cy="841256"/>
          </a:xfrm>
          <a:prstGeom prst="rect">
            <a:avLst/>
          </a:prstGeom>
        </p:spPr>
        <p:txBody>
          <a:bodyPr anchor="b">
            <a:spAutoFit/>
          </a:bodyPr>
          <a:lstStyle>
            <a:lvl1pPr>
              <a:lnSpc>
                <a:spcPct val="80000"/>
              </a:lnSpc>
              <a:spcBef>
                <a:spcPts val="0"/>
              </a:spcBef>
              <a:defRPr sz="6000" b="1" spc="-119">
                <a:solidFill>
                  <a:srgbClr val="FFFFFF"/>
                </a:solidFill>
              </a:defRPr>
            </a:lvl1pPr>
          </a:lstStyle>
          <a:p>
            <a:r>
              <a:rPr err="1"/>
              <a:t>Titre</a:t>
            </a:r>
            <a:r>
              <a:t> de diapositive</a:t>
            </a:r>
          </a:p>
        </p:txBody>
      </p:sp>
      <p:pic>
        <p:nvPicPr>
          <p:cNvPr id="10" name="Image" descr="Image">
            <a:extLst>
              <a:ext uri="{FF2B5EF4-FFF2-40B4-BE49-F238E27FC236}">
                <a16:creationId xmlns:a16="http://schemas.microsoft.com/office/drawing/2014/main" id="{1AF81432-278A-A74C-94E7-4444EF632944}"/>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3403982" y="12640050"/>
            <a:ext cx="977902" cy="685802"/>
          </a:xfrm>
          <a:prstGeom prst="rect">
            <a:avLst/>
          </a:prstGeom>
          <a:ln w="12700">
            <a:miter lim="400000"/>
          </a:ln>
        </p:spPr>
      </p:pic>
      <p:sp>
        <p:nvSpPr>
          <p:cNvPr id="11" name="Numéro de diapositive">
            <a:extLst>
              <a:ext uri="{FF2B5EF4-FFF2-40B4-BE49-F238E27FC236}">
                <a16:creationId xmlns:a16="http://schemas.microsoft.com/office/drawing/2014/main" id="{8A18C865-0164-9E4C-98CE-6DDE009A7BE0}"/>
              </a:ext>
            </a:extLst>
          </p:cNvPr>
          <p:cNvSpPr txBox="1">
            <a:spLocks noGrp="1"/>
          </p:cNvSpPr>
          <p:nvPr>
            <p:ph type="sldNum" sz="quarter" idx="2"/>
          </p:nvPr>
        </p:nvSpPr>
        <p:spPr>
          <a:xfrm>
            <a:off x="23708647" y="12775848"/>
            <a:ext cx="368574" cy="414205"/>
          </a:xfrm>
          <a:prstGeom prst="rect">
            <a:avLst/>
          </a:prstGeom>
        </p:spPr>
        <p:txBody>
          <a:bodyPr/>
          <a:lstStyle>
            <a:lvl1pPr>
              <a:defRPr>
                <a:solidFill>
                  <a:srgbClr val="306EC7"/>
                </a:solidFill>
              </a:defRPr>
            </a:lvl1pPr>
          </a:lstStyle>
          <a:p>
            <a:fld id="{86CB4B4D-7CA3-9044-876B-883B54F8677D}" type="slidenum">
              <a:t>‹N°›</a:t>
            </a:fld>
            <a:endParaRPr/>
          </a:p>
        </p:txBody>
      </p:sp>
      <p:pic>
        <p:nvPicPr>
          <p:cNvPr id="12" name="Image 11">
            <a:extLst>
              <a:ext uri="{FF2B5EF4-FFF2-40B4-BE49-F238E27FC236}">
                <a16:creationId xmlns:a16="http://schemas.microsoft.com/office/drawing/2014/main" id="{D2AD73B5-9D21-004D-BAED-D097EBC1711C}"/>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3948505458"/>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reserve="1">
  <p:cSld name="1_Texte fond bleu">
    <p:spTree>
      <p:nvGrpSpPr>
        <p:cNvPr id="1" name=""/>
        <p:cNvGrpSpPr/>
        <p:nvPr/>
      </p:nvGrpSpPr>
      <p:grpSpPr>
        <a:xfrm>
          <a:off x="0" y="0"/>
          <a:ext cx="0" cy="0"/>
          <a:chOff x="0" y="0"/>
          <a:chExt cx="0" cy="0"/>
        </a:xfrm>
      </p:grpSpPr>
      <p:sp>
        <p:nvSpPr>
          <p:cNvPr id="177" name="Rectangle 5"/>
          <p:cNvSpPr/>
          <p:nvPr/>
        </p:nvSpPr>
        <p:spPr>
          <a:xfrm>
            <a:off x="0" y="1661714"/>
            <a:ext cx="24384000" cy="12060002"/>
          </a:xfrm>
          <a:prstGeom prst="rect">
            <a:avLst/>
          </a:prstGeom>
          <a:solidFill>
            <a:srgbClr val="306EC7"/>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sp>
        <p:nvSpPr>
          <p:cNvPr id="13" name="Rectangle">
            <a:extLst>
              <a:ext uri="{FF2B5EF4-FFF2-40B4-BE49-F238E27FC236}">
                <a16:creationId xmlns:a16="http://schemas.microsoft.com/office/drawing/2014/main" id="{61F3BF18-A566-1D42-8CCA-06015346943B}"/>
              </a:ext>
            </a:extLst>
          </p:cNvPr>
          <p:cNvSpPr/>
          <p:nvPr userDrawn="1"/>
        </p:nvSpPr>
        <p:spPr>
          <a:xfrm>
            <a:off x="-9848" y="-2"/>
            <a:ext cx="24403696" cy="1745433"/>
          </a:xfrm>
          <a:prstGeom prst="rect">
            <a:avLst/>
          </a:prstGeom>
          <a:solidFill>
            <a:srgbClr val="FFFFFF"/>
          </a:solidFill>
          <a:ln w="12700">
            <a:miter lim="400000"/>
          </a:ln>
        </p:spPr>
        <p:txBody>
          <a:bodyPr lIns="50800" tIns="50800" rIns="50800" bIns="50800" anchor="ctr"/>
          <a:lstStyle/>
          <a:p>
            <a:pPr defTabSz="825500">
              <a:lnSpc>
                <a:spcPct val="120000"/>
              </a:lnSpc>
              <a:defRPr sz="3000" cap="all">
                <a:solidFill>
                  <a:srgbClr val="FFFFFF"/>
                </a:solidFill>
                <a:latin typeface="Proxima Nova Extrabold"/>
                <a:ea typeface="Proxima Nova Extrabold"/>
                <a:cs typeface="Proxima Nova Extrabold"/>
                <a:sym typeface="Proxima Nova Extrabold"/>
              </a:defRPr>
            </a:pPr>
            <a:endParaRPr/>
          </a:p>
        </p:txBody>
      </p:sp>
      <p:sp>
        <p:nvSpPr>
          <p:cNvPr id="178" name="Lorem ipsum dolor sit amet, consectetur adipiscing elit. Curabitur sem massa, pulvinar sed ultricies non, ultrices in dui. Fusce faucibus arcu ex, quis viverra risus pretium nec. Pellentesque maximus nulla id enim vehicula, ut aliquet orci tincidunt. Dui"/>
          <p:cNvSpPr txBox="1">
            <a:spLocks noGrp="1"/>
          </p:cNvSpPr>
          <p:nvPr>
            <p:ph type="body" sz="half" idx="21"/>
          </p:nvPr>
        </p:nvSpPr>
        <p:spPr>
          <a:xfrm>
            <a:off x="969433" y="4978800"/>
            <a:ext cx="13533703" cy="5683586"/>
          </a:xfrm>
          <a:prstGeom prst="rect">
            <a:avLst/>
          </a:prstGeom>
        </p:spPr>
        <p:txBody>
          <a:bodyPr/>
          <a:lstStyle>
            <a:lvl1pPr>
              <a:defRPr>
                <a:solidFill>
                  <a:srgbClr val="FFFFFF"/>
                </a:solidFill>
              </a:defRPr>
            </a:lvl1pPr>
          </a:lstStyle>
          <a:p>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 </a:t>
            </a:r>
            <a:r>
              <a:rPr err="1"/>
              <a:t>Fusce</a:t>
            </a:r>
            <a:r>
              <a:t> </a:t>
            </a:r>
            <a:r>
              <a:rPr err="1"/>
              <a:t>faucibus</a:t>
            </a:r>
            <a:r>
              <a:t> </a:t>
            </a:r>
            <a:r>
              <a:rPr err="1"/>
              <a:t>arcu</a:t>
            </a:r>
            <a:r>
              <a:t> ex, </a:t>
            </a:r>
            <a:r>
              <a:rPr err="1"/>
              <a:t>quis</a:t>
            </a:r>
            <a:r>
              <a:t> </a:t>
            </a:r>
            <a:r>
              <a:rPr err="1"/>
              <a:t>viverra</a:t>
            </a:r>
            <a:r>
              <a:t> </a:t>
            </a:r>
            <a:r>
              <a:rPr err="1"/>
              <a:t>risus</a:t>
            </a:r>
            <a:r>
              <a:t> </a:t>
            </a:r>
            <a:r>
              <a:rPr err="1"/>
              <a:t>pretium</a:t>
            </a:r>
            <a:r>
              <a:t> </a:t>
            </a:r>
            <a:r>
              <a:rPr err="1"/>
              <a:t>nec</a:t>
            </a:r>
            <a:r>
              <a:t>. </a:t>
            </a:r>
            <a:r>
              <a:rPr err="1"/>
              <a:t>Pellentesque</a:t>
            </a:r>
            <a:r>
              <a:t> maximus </a:t>
            </a:r>
            <a:r>
              <a:rPr err="1"/>
              <a:t>nulla</a:t>
            </a:r>
            <a:r>
              <a:t> id </a:t>
            </a:r>
            <a:r>
              <a:rPr err="1"/>
              <a:t>enim</a:t>
            </a:r>
            <a:r>
              <a:t> </a:t>
            </a:r>
            <a:r>
              <a:rPr err="1"/>
              <a:t>vehicula</a:t>
            </a:r>
            <a:r>
              <a:t>, </a:t>
            </a:r>
            <a:r>
              <a:rPr err="1"/>
              <a:t>ut</a:t>
            </a:r>
            <a:r>
              <a:t> </a:t>
            </a:r>
            <a:r>
              <a:rPr err="1"/>
              <a:t>aliquet</a:t>
            </a:r>
            <a:r>
              <a:t> </a:t>
            </a:r>
            <a:r>
              <a:rPr err="1"/>
              <a:t>orci</a:t>
            </a:r>
            <a:r>
              <a:t> </a:t>
            </a:r>
            <a:r>
              <a:rPr err="1"/>
              <a:t>tincidunt</a:t>
            </a:r>
            <a:r>
              <a:t>. Duis id pharetra dolor, sed </a:t>
            </a:r>
            <a:r>
              <a:rPr err="1"/>
              <a:t>condimentum</a:t>
            </a:r>
            <a:r>
              <a:t> </a:t>
            </a:r>
            <a:r>
              <a:rPr err="1"/>
              <a:t>risus</a:t>
            </a:r>
            <a:r>
              <a:t>. Sed </a:t>
            </a:r>
            <a:r>
              <a:rPr err="1"/>
              <a:t>eleifend</a:t>
            </a:r>
            <a:r>
              <a:t>, mi </a:t>
            </a:r>
            <a:r>
              <a:rPr err="1"/>
              <a:t>quis</a:t>
            </a:r>
            <a:r>
              <a:t> </a:t>
            </a:r>
            <a:r>
              <a:rPr err="1"/>
              <a:t>consectetur</a:t>
            </a:r>
            <a:r>
              <a:t> </a:t>
            </a:r>
            <a:r>
              <a:rPr err="1"/>
              <a:t>suscipit</a:t>
            </a:r>
            <a:r>
              <a:t>, </a:t>
            </a:r>
            <a:r>
              <a:rPr err="1"/>
              <a:t>velit</a:t>
            </a:r>
            <a:r>
              <a:t> ante </a:t>
            </a:r>
            <a:r>
              <a:rPr err="1"/>
              <a:t>malesuada</a:t>
            </a:r>
            <a:r>
              <a:t> ante, a porta </a:t>
            </a:r>
            <a:r>
              <a:rPr err="1"/>
              <a:t>felis</a:t>
            </a:r>
            <a:r>
              <a:t> </a:t>
            </a:r>
            <a:r>
              <a:rPr err="1"/>
              <a:t>leo</a:t>
            </a:r>
            <a:r>
              <a:t> </a:t>
            </a:r>
            <a:r>
              <a:rPr err="1"/>
              <a:t>ut</a:t>
            </a:r>
            <a:r>
              <a:t> </a:t>
            </a:r>
            <a:r>
              <a:rPr err="1"/>
              <a:t>nulla</a:t>
            </a:r>
            <a:r>
              <a:t>. Vestibulum et </a:t>
            </a:r>
            <a:r>
              <a:rPr err="1"/>
              <a:t>rutrum</a:t>
            </a:r>
            <a:r>
              <a:t> libero. Vestibulum vitae </a:t>
            </a:r>
            <a:r>
              <a:rPr err="1"/>
              <a:t>mauris</a:t>
            </a:r>
            <a:r>
              <a:t> non lorem </a:t>
            </a:r>
            <a:r>
              <a:rPr err="1"/>
              <a:t>scelerisque</a:t>
            </a:r>
            <a:r>
              <a:t> </a:t>
            </a:r>
            <a:r>
              <a:rPr err="1"/>
              <a:t>mattis</a:t>
            </a:r>
            <a:r>
              <a:t>. </a:t>
            </a:r>
            <a:r>
              <a:rPr err="1"/>
              <a:t>Pellentesque</a:t>
            </a:r>
            <a:r>
              <a:t> </a:t>
            </a:r>
            <a:r>
              <a:rPr err="1"/>
              <a:t>quis</a:t>
            </a:r>
            <a:r>
              <a:t> </a:t>
            </a:r>
            <a:r>
              <a:rPr err="1"/>
              <a:t>accumsan</a:t>
            </a:r>
            <a:r>
              <a:t> </a:t>
            </a:r>
            <a:r>
              <a:rPr err="1"/>
              <a:t>enim</a:t>
            </a:r>
            <a:r>
              <a:t>, </a:t>
            </a:r>
            <a:r>
              <a:rPr err="1"/>
              <a:t>quis</a:t>
            </a:r>
            <a:r>
              <a:t> </a:t>
            </a:r>
            <a:r>
              <a:rPr err="1"/>
              <a:t>sollicitudin</a:t>
            </a:r>
            <a:r>
              <a:t> </a:t>
            </a:r>
            <a:r>
              <a:rPr err="1"/>
              <a:t>urna</a:t>
            </a:r>
            <a:r>
              <a:t>. Donec </a:t>
            </a:r>
            <a:r>
              <a:rPr err="1"/>
              <a:t>laoreet</a:t>
            </a:r>
            <a:r>
              <a:t> pulvinar </a:t>
            </a:r>
            <a:r>
              <a:rPr err="1"/>
              <a:t>bibendum</a:t>
            </a:r>
            <a:r>
              <a:t>. Duis </a:t>
            </a:r>
            <a:r>
              <a:rPr err="1"/>
              <a:t>pretium</a:t>
            </a:r>
            <a:r>
              <a:t> ante dui, ac </a:t>
            </a:r>
            <a:r>
              <a:rPr err="1"/>
              <a:t>pretium</a:t>
            </a:r>
            <a:r>
              <a:t> </a:t>
            </a:r>
            <a:r>
              <a:rPr err="1"/>
              <a:t>est</a:t>
            </a:r>
            <a:r>
              <a:t> maximus eu. </a:t>
            </a:r>
            <a:r>
              <a:rPr err="1"/>
              <a:t>Aliquam</a:t>
            </a:r>
            <a:r>
              <a:t> </a:t>
            </a:r>
            <a:r>
              <a:rPr err="1"/>
              <a:t>egestas</a:t>
            </a:r>
            <a:r>
              <a:t> </a:t>
            </a:r>
            <a:r>
              <a:rPr err="1"/>
              <a:t>congue</a:t>
            </a:r>
            <a:r>
              <a:t> </a:t>
            </a:r>
            <a:r>
              <a:rPr err="1"/>
              <a:t>neque</a:t>
            </a:r>
            <a:r>
              <a:t> a </a:t>
            </a:r>
            <a:r>
              <a:rPr err="1"/>
              <a:t>molestie</a:t>
            </a:r>
            <a:r>
              <a:t>. Vestibulum </a:t>
            </a:r>
            <a:r>
              <a:rPr err="1"/>
              <a:t>eget</a:t>
            </a:r>
            <a:r>
              <a:t> </a:t>
            </a:r>
            <a:r>
              <a:rPr err="1"/>
              <a:t>volutpat</a:t>
            </a:r>
            <a:r>
              <a:t> libero. Sed in </a:t>
            </a:r>
            <a:r>
              <a:rPr err="1"/>
              <a:t>metus</a:t>
            </a:r>
            <a:r>
              <a:t> et </a:t>
            </a:r>
            <a:r>
              <a:rPr err="1"/>
              <a:t>urna</a:t>
            </a:r>
            <a:r>
              <a:t> </a:t>
            </a:r>
            <a:r>
              <a:rPr err="1"/>
              <a:t>porttitor</a:t>
            </a:r>
            <a:r>
              <a:t> </a:t>
            </a:r>
            <a:r>
              <a:rPr err="1"/>
              <a:t>congue</a:t>
            </a:r>
            <a:r>
              <a:t>. Ut dictum </a:t>
            </a:r>
            <a:r>
              <a:rPr err="1"/>
              <a:t>felis</a:t>
            </a:r>
            <a:r>
              <a:t> </a:t>
            </a:r>
            <a:r>
              <a:rPr err="1"/>
              <a:t>ut</a:t>
            </a:r>
            <a:r>
              <a:t> </a:t>
            </a:r>
            <a:r>
              <a:rPr err="1"/>
              <a:t>justo</a:t>
            </a:r>
            <a:r>
              <a:t> </a:t>
            </a:r>
            <a:r>
              <a:rPr err="1"/>
              <a:t>sodales</a:t>
            </a:r>
            <a:r>
              <a:t>, a cursus </a:t>
            </a:r>
            <a:r>
              <a:rPr err="1"/>
              <a:t>quam</a:t>
            </a:r>
            <a:r>
              <a:t> </a:t>
            </a:r>
            <a:r>
              <a:rPr err="1"/>
              <a:t>ullamcorper</a:t>
            </a:r>
            <a:r>
              <a:t>. </a:t>
            </a:r>
          </a:p>
        </p:txBody>
      </p:sp>
      <p:pic>
        <p:nvPicPr>
          <p:cNvPr id="176"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sp>
        <p:nvSpPr>
          <p:cNvPr id="179" name="Titre de diapositive"/>
          <p:cNvSpPr txBox="1">
            <a:spLocks noGrp="1"/>
          </p:cNvSpPr>
          <p:nvPr>
            <p:ph type="body" sz="quarter" idx="22" hasCustomPrompt="1"/>
          </p:nvPr>
        </p:nvSpPr>
        <p:spPr>
          <a:xfrm>
            <a:off x="1020232" y="3564000"/>
            <a:ext cx="14264793" cy="644534"/>
          </a:xfrm>
          <a:prstGeom prst="rect">
            <a:avLst/>
          </a:prstGeom>
        </p:spPr>
        <p:txBody>
          <a:bodyPr anchor="b"/>
          <a:lstStyle>
            <a:lvl1pPr>
              <a:lnSpc>
                <a:spcPct val="80000"/>
              </a:lnSpc>
              <a:spcBef>
                <a:spcPts val="0"/>
              </a:spcBef>
              <a:defRPr sz="3500" b="1" spc="0" baseline="0">
                <a:solidFill>
                  <a:srgbClr val="1ECAD4"/>
                </a:solidFill>
              </a:defRPr>
            </a:lvl1pPr>
          </a:lstStyle>
          <a:p>
            <a:r>
              <a:rPr lang="fr-FR"/>
              <a:t>Sous-titre de la diapositive</a:t>
            </a:r>
          </a:p>
        </p:txBody>
      </p:sp>
      <p:sp>
        <p:nvSpPr>
          <p:cNvPr id="180" name="Titre de diapositive"/>
          <p:cNvSpPr txBox="1">
            <a:spLocks noGrp="1"/>
          </p:cNvSpPr>
          <p:nvPr>
            <p:ph type="body" sz="quarter" idx="23" hasCustomPrompt="1"/>
          </p:nvPr>
        </p:nvSpPr>
        <p:spPr>
          <a:xfrm>
            <a:off x="1020232" y="2610000"/>
            <a:ext cx="14264793" cy="841256"/>
          </a:xfrm>
          <a:prstGeom prst="rect">
            <a:avLst/>
          </a:prstGeom>
        </p:spPr>
        <p:txBody>
          <a:bodyPr anchor="b">
            <a:spAutoFit/>
          </a:bodyPr>
          <a:lstStyle>
            <a:lvl1pPr>
              <a:lnSpc>
                <a:spcPct val="80000"/>
              </a:lnSpc>
              <a:spcBef>
                <a:spcPts val="0"/>
              </a:spcBef>
              <a:defRPr sz="6000" b="1" spc="-119">
                <a:solidFill>
                  <a:srgbClr val="FFFFFF"/>
                </a:solidFill>
              </a:defRPr>
            </a:lvl1pPr>
          </a:lstStyle>
          <a:p>
            <a:r>
              <a:rPr err="1"/>
              <a:t>Titre</a:t>
            </a:r>
            <a:r>
              <a:t> de </a:t>
            </a:r>
            <a:r>
              <a:rPr lang="fr-FR"/>
              <a:t>la </a:t>
            </a:r>
            <a:r>
              <a:t>diapositive</a:t>
            </a:r>
          </a:p>
        </p:txBody>
      </p:sp>
      <p:pic>
        <p:nvPicPr>
          <p:cNvPr id="10" name="Image" descr="Image">
            <a:extLst>
              <a:ext uri="{FF2B5EF4-FFF2-40B4-BE49-F238E27FC236}">
                <a16:creationId xmlns:a16="http://schemas.microsoft.com/office/drawing/2014/main" id="{80A8D2F7-D47F-5040-AEF3-A6E3CE127C8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3403982" y="12640050"/>
            <a:ext cx="977902" cy="685802"/>
          </a:xfrm>
          <a:prstGeom prst="rect">
            <a:avLst/>
          </a:prstGeom>
          <a:ln w="12700">
            <a:miter lim="400000"/>
          </a:ln>
        </p:spPr>
      </p:pic>
      <p:sp>
        <p:nvSpPr>
          <p:cNvPr id="11" name="Numéro de diapositive">
            <a:extLst>
              <a:ext uri="{FF2B5EF4-FFF2-40B4-BE49-F238E27FC236}">
                <a16:creationId xmlns:a16="http://schemas.microsoft.com/office/drawing/2014/main" id="{22DDE757-67E0-AA40-80FF-88E88F8A40CF}"/>
              </a:ext>
            </a:extLst>
          </p:cNvPr>
          <p:cNvSpPr txBox="1">
            <a:spLocks noGrp="1"/>
          </p:cNvSpPr>
          <p:nvPr>
            <p:ph type="sldNum" sz="quarter" idx="2"/>
          </p:nvPr>
        </p:nvSpPr>
        <p:spPr>
          <a:xfrm>
            <a:off x="23708647" y="12775848"/>
            <a:ext cx="368574" cy="414205"/>
          </a:xfrm>
          <a:prstGeom prst="rect">
            <a:avLst/>
          </a:prstGeom>
        </p:spPr>
        <p:txBody>
          <a:bodyPr/>
          <a:lstStyle>
            <a:lvl1pPr>
              <a:defRPr>
                <a:solidFill>
                  <a:srgbClr val="306EC7"/>
                </a:solidFill>
              </a:defRPr>
            </a:lvl1pPr>
          </a:lstStyle>
          <a:p>
            <a:fld id="{86CB4B4D-7CA3-9044-876B-883B54F8677D}" type="slidenum">
              <a:t>‹N°›</a:t>
            </a:fld>
            <a:endParaRPr/>
          </a:p>
        </p:txBody>
      </p:sp>
      <p:pic>
        <p:nvPicPr>
          <p:cNvPr id="12" name="Image 11">
            <a:extLst>
              <a:ext uri="{FF2B5EF4-FFF2-40B4-BE49-F238E27FC236}">
                <a16:creationId xmlns:a16="http://schemas.microsoft.com/office/drawing/2014/main" id="{724DA760-88AC-7F4C-A81C-7524C73DFC04}"/>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2286650824"/>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1_Texte long">
    <p:spTree>
      <p:nvGrpSpPr>
        <p:cNvPr id="1" name=""/>
        <p:cNvGrpSpPr/>
        <p:nvPr/>
      </p:nvGrpSpPr>
      <p:grpSpPr>
        <a:xfrm>
          <a:off x="0" y="0"/>
          <a:ext cx="0" cy="0"/>
          <a:chOff x="0" y="0"/>
          <a:chExt cx="0" cy="0"/>
        </a:xfrm>
      </p:grpSpPr>
      <p:sp>
        <p:nvSpPr>
          <p:cNvPr id="189" name="Lorem ipsum  Lorem ipsum dolor sit amet, consectetur adipiscing elit. Curabitur sem massa, pulvinar sed ultricies non, ultrices in dui. Fusce faucibus arcu ex, quis viverra risus pretium nec. Pellentesque maximus nulla id enim vehicula, ut aliquet orci t"/>
          <p:cNvSpPr txBox="1">
            <a:spLocks noGrp="1"/>
          </p:cNvSpPr>
          <p:nvPr>
            <p:ph type="body" idx="21"/>
          </p:nvPr>
        </p:nvSpPr>
        <p:spPr>
          <a:xfrm>
            <a:off x="969432" y="3486503"/>
            <a:ext cx="22445138" cy="8814970"/>
          </a:xfrm>
          <a:prstGeom prst="rect">
            <a:avLst/>
          </a:prstGeom>
        </p:spPr>
        <p:txBody>
          <a:bodyPr/>
          <a:lstStyle/>
          <a:p>
            <a:pPr>
              <a:defRPr sz="6000" b="1" u="sng">
                <a:solidFill>
                  <a:srgbClr val="306EC7"/>
                </a:solidFill>
              </a:defRPr>
            </a:pPr>
            <a:r>
              <a:t>Lorem ipsum</a:t>
            </a:r>
          </a:p>
          <a:p>
            <a:pPr>
              <a:defRPr b="1" u="sng">
                <a:solidFill>
                  <a:srgbClr val="306EC7"/>
                </a:solidFill>
              </a:defRPr>
            </a:pPr>
            <a:br>
              <a:rPr/>
            </a:br>
            <a:r>
              <a:rPr b="0" u="none">
                <a:solidFill>
                  <a:srgbClr val="000000"/>
                </a:solidFill>
              </a:rPr>
              <a:t>Lorem ipsum dolor sit </a:t>
            </a:r>
            <a:r>
              <a:rPr b="0" u="none" err="1">
                <a:solidFill>
                  <a:srgbClr val="000000"/>
                </a:solidFill>
              </a:rPr>
              <a:t>amet</a:t>
            </a:r>
            <a:r>
              <a:rPr b="0" u="none">
                <a:solidFill>
                  <a:srgbClr val="000000"/>
                </a:solidFill>
              </a:rPr>
              <a:t>, </a:t>
            </a:r>
            <a:r>
              <a:rPr b="0" u="none" err="1">
                <a:solidFill>
                  <a:srgbClr val="000000"/>
                </a:solidFill>
              </a:rPr>
              <a:t>consectetur</a:t>
            </a:r>
            <a:r>
              <a:rPr b="0" u="none">
                <a:solidFill>
                  <a:srgbClr val="000000"/>
                </a:solidFill>
              </a:rPr>
              <a:t> </a:t>
            </a:r>
            <a:r>
              <a:rPr b="0" u="none" err="1">
                <a:solidFill>
                  <a:srgbClr val="000000"/>
                </a:solidFill>
              </a:rPr>
              <a:t>adipiscing</a:t>
            </a:r>
            <a:r>
              <a:rPr b="0" u="none">
                <a:solidFill>
                  <a:srgbClr val="000000"/>
                </a:solidFill>
              </a:rPr>
              <a:t> </a:t>
            </a:r>
            <a:r>
              <a:rPr b="0" u="none" err="1">
                <a:solidFill>
                  <a:srgbClr val="000000"/>
                </a:solidFill>
              </a:rPr>
              <a:t>elit</a:t>
            </a:r>
            <a:r>
              <a:rPr b="0" u="none">
                <a:solidFill>
                  <a:srgbClr val="000000"/>
                </a:solidFill>
              </a:rPr>
              <a:t>. </a:t>
            </a:r>
            <a:r>
              <a:rPr b="0" u="none" err="1">
                <a:solidFill>
                  <a:srgbClr val="000000"/>
                </a:solidFill>
              </a:rPr>
              <a:t>Curabitur</a:t>
            </a:r>
            <a:r>
              <a:rPr b="0" u="none">
                <a:solidFill>
                  <a:srgbClr val="000000"/>
                </a:solidFill>
              </a:rPr>
              <a:t> </a:t>
            </a:r>
            <a:r>
              <a:rPr b="0" u="none" err="1">
                <a:solidFill>
                  <a:srgbClr val="000000"/>
                </a:solidFill>
              </a:rPr>
              <a:t>sem</a:t>
            </a:r>
            <a:r>
              <a:rPr b="0" u="none">
                <a:solidFill>
                  <a:srgbClr val="000000"/>
                </a:solidFill>
              </a:rPr>
              <a:t> </a:t>
            </a:r>
            <a:r>
              <a:rPr b="0" u="none" err="1">
                <a:solidFill>
                  <a:srgbClr val="000000"/>
                </a:solidFill>
              </a:rPr>
              <a:t>massa</a:t>
            </a:r>
            <a:r>
              <a:rPr b="0" u="none">
                <a:solidFill>
                  <a:srgbClr val="000000"/>
                </a:solidFill>
              </a:rPr>
              <a:t>, pulvinar sed </a:t>
            </a:r>
            <a:r>
              <a:rPr b="0" u="none" err="1">
                <a:solidFill>
                  <a:srgbClr val="000000"/>
                </a:solidFill>
              </a:rPr>
              <a:t>ultricies</a:t>
            </a:r>
            <a:r>
              <a:rPr b="0" u="none">
                <a:solidFill>
                  <a:srgbClr val="000000"/>
                </a:solidFill>
              </a:rPr>
              <a:t> non, </a:t>
            </a:r>
            <a:r>
              <a:rPr b="0" u="none" err="1">
                <a:solidFill>
                  <a:srgbClr val="000000"/>
                </a:solidFill>
              </a:rPr>
              <a:t>ultrices</a:t>
            </a:r>
            <a:r>
              <a:rPr b="0" u="none">
                <a:solidFill>
                  <a:srgbClr val="000000"/>
                </a:solidFill>
              </a:rPr>
              <a:t> in dui. </a:t>
            </a:r>
            <a:r>
              <a:rPr b="0" u="none" err="1">
                <a:solidFill>
                  <a:srgbClr val="000000"/>
                </a:solidFill>
              </a:rPr>
              <a:t>Fusce</a:t>
            </a:r>
            <a:r>
              <a:rPr b="0" u="none">
                <a:solidFill>
                  <a:srgbClr val="000000"/>
                </a:solidFill>
              </a:rPr>
              <a:t> </a:t>
            </a:r>
            <a:r>
              <a:rPr b="0" u="none" err="1">
                <a:solidFill>
                  <a:srgbClr val="000000"/>
                </a:solidFill>
              </a:rPr>
              <a:t>faucibus</a:t>
            </a:r>
            <a:r>
              <a:rPr b="0" u="none">
                <a:solidFill>
                  <a:srgbClr val="000000"/>
                </a:solidFill>
              </a:rPr>
              <a:t> </a:t>
            </a:r>
            <a:r>
              <a:rPr b="0" u="none" err="1">
                <a:solidFill>
                  <a:srgbClr val="000000"/>
                </a:solidFill>
              </a:rPr>
              <a:t>arcu</a:t>
            </a:r>
            <a:r>
              <a:rPr b="0" u="none">
                <a:solidFill>
                  <a:srgbClr val="000000"/>
                </a:solidFill>
              </a:rPr>
              <a:t> ex, </a:t>
            </a:r>
            <a:r>
              <a:rPr b="0" u="none" err="1">
                <a:solidFill>
                  <a:srgbClr val="000000"/>
                </a:solidFill>
              </a:rPr>
              <a:t>quis</a:t>
            </a:r>
            <a:r>
              <a:rPr b="0" u="none">
                <a:solidFill>
                  <a:srgbClr val="000000"/>
                </a:solidFill>
              </a:rPr>
              <a:t> </a:t>
            </a:r>
            <a:r>
              <a:rPr b="0" u="none" err="1">
                <a:solidFill>
                  <a:srgbClr val="000000"/>
                </a:solidFill>
              </a:rPr>
              <a:t>viverra</a:t>
            </a:r>
            <a:r>
              <a:rPr b="0" u="none">
                <a:solidFill>
                  <a:srgbClr val="000000"/>
                </a:solidFill>
              </a:rPr>
              <a:t> </a:t>
            </a:r>
            <a:r>
              <a:rPr b="0" u="none" err="1">
                <a:solidFill>
                  <a:srgbClr val="000000"/>
                </a:solidFill>
              </a:rPr>
              <a:t>risus</a:t>
            </a:r>
            <a:r>
              <a:rPr b="0" u="none">
                <a:solidFill>
                  <a:srgbClr val="000000"/>
                </a:solidFill>
              </a:rPr>
              <a:t> </a:t>
            </a:r>
            <a:r>
              <a:rPr b="0" u="none" err="1">
                <a:solidFill>
                  <a:srgbClr val="000000"/>
                </a:solidFill>
              </a:rPr>
              <a:t>pretium</a:t>
            </a:r>
            <a:r>
              <a:rPr b="0" u="none">
                <a:solidFill>
                  <a:srgbClr val="000000"/>
                </a:solidFill>
              </a:rPr>
              <a:t> </a:t>
            </a:r>
            <a:r>
              <a:rPr b="0" u="none" err="1">
                <a:solidFill>
                  <a:srgbClr val="000000"/>
                </a:solidFill>
              </a:rPr>
              <a:t>nec</a:t>
            </a:r>
            <a:r>
              <a:rPr b="0" u="none">
                <a:solidFill>
                  <a:srgbClr val="000000"/>
                </a:solidFill>
              </a:rPr>
              <a:t>. </a:t>
            </a:r>
            <a:r>
              <a:rPr b="0" u="none" err="1">
                <a:solidFill>
                  <a:srgbClr val="000000"/>
                </a:solidFill>
              </a:rPr>
              <a:t>Pellentesque</a:t>
            </a:r>
            <a:r>
              <a:rPr b="0" u="none">
                <a:solidFill>
                  <a:srgbClr val="000000"/>
                </a:solidFill>
              </a:rPr>
              <a:t> maximus </a:t>
            </a:r>
            <a:r>
              <a:rPr b="0" u="none" err="1">
                <a:solidFill>
                  <a:srgbClr val="000000"/>
                </a:solidFill>
              </a:rPr>
              <a:t>nulla</a:t>
            </a:r>
            <a:r>
              <a:rPr b="0" u="none">
                <a:solidFill>
                  <a:srgbClr val="000000"/>
                </a:solidFill>
              </a:rPr>
              <a:t> id </a:t>
            </a:r>
            <a:r>
              <a:rPr b="0" u="none" err="1">
                <a:solidFill>
                  <a:srgbClr val="000000"/>
                </a:solidFill>
              </a:rPr>
              <a:t>enim</a:t>
            </a:r>
            <a:r>
              <a:rPr b="0" u="none">
                <a:solidFill>
                  <a:srgbClr val="000000"/>
                </a:solidFill>
              </a:rPr>
              <a:t> </a:t>
            </a:r>
            <a:r>
              <a:rPr b="0" u="none" err="1">
                <a:solidFill>
                  <a:srgbClr val="000000"/>
                </a:solidFill>
              </a:rPr>
              <a:t>vehicula</a:t>
            </a:r>
            <a:r>
              <a:rPr b="0" u="none">
                <a:solidFill>
                  <a:srgbClr val="000000"/>
                </a:solidFill>
              </a:rPr>
              <a:t>, </a:t>
            </a:r>
            <a:r>
              <a:rPr b="0" u="none" err="1">
                <a:solidFill>
                  <a:srgbClr val="000000"/>
                </a:solidFill>
              </a:rPr>
              <a:t>ut</a:t>
            </a:r>
            <a:r>
              <a:rPr b="0" u="none">
                <a:solidFill>
                  <a:srgbClr val="000000"/>
                </a:solidFill>
              </a:rPr>
              <a:t> </a:t>
            </a:r>
            <a:r>
              <a:rPr b="0" u="none" err="1">
                <a:solidFill>
                  <a:srgbClr val="000000"/>
                </a:solidFill>
              </a:rPr>
              <a:t>aliquet</a:t>
            </a:r>
            <a:r>
              <a:rPr b="0" u="none">
                <a:solidFill>
                  <a:srgbClr val="000000"/>
                </a:solidFill>
              </a:rPr>
              <a:t> </a:t>
            </a:r>
            <a:r>
              <a:rPr b="0" u="none" err="1">
                <a:solidFill>
                  <a:srgbClr val="000000"/>
                </a:solidFill>
              </a:rPr>
              <a:t>orci</a:t>
            </a:r>
            <a:r>
              <a:rPr b="0" u="none">
                <a:solidFill>
                  <a:srgbClr val="000000"/>
                </a:solidFill>
              </a:rPr>
              <a:t> </a:t>
            </a:r>
            <a:r>
              <a:rPr b="0" u="none" err="1">
                <a:solidFill>
                  <a:srgbClr val="000000"/>
                </a:solidFill>
              </a:rPr>
              <a:t>tincidunt</a:t>
            </a:r>
            <a:r>
              <a:rPr b="0" u="none">
                <a:solidFill>
                  <a:srgbClr val="000000"/>
                </a:solidFill>
              </a:rPr>
              <a:t>. Duis id pharetra dolor, sed </a:t>
            </a:r>
            <a:r>
              <a:rPr b="0" u="none" err="1">
                <a:solidFill>
                  <a:srgbClr val="000000"/>
                </a:solidFill>
              </a:rPr>
              <a:t>condimentum</a:t>
            </a:r>
            <a:r>
              <a:rPr b="0" u="none">
                <a:solidFill>
                  <a:srgbClr val="000000"/>
                </a:solidFill>
              </a:rPr>
              <a:t> </a:t>
            </a:r>
            <a:r>
              <a:rPr b="0" u="none" err="1">
                <a:solidFill>
                  <a:srgbClr val="000000"/>
                </a:solidFill>
              </a:rPr>
              <a:t>risus</a:t>
            </a:r>
            <a:r>
              <a:rPr b="0" u="none">
                <a:solidFill>
                  <a:srgbClr val="000000"/>
                </a:solidFill>
              </a:rPr>
              <a:t>. Sed </a:t>
            </a:r>
            <a:r>
              <a:rPr b="0" u="none" err="1">
                <a:solidFill>
                  <a:srgbClr val="000000"/>
                </a:solidFill>
              </a:rPr>
              <a:t>eleifend</a:t>
            </a:r>
            <a:r>
              <a:rPr b="0" u="none">
                <a:solidFill>
                  <a:srgbClr val="000000"/>
                </a:solidFill>
              </a:rPr>
              <a:t>, mi </a:t>
            </a:r>
            <a:r>
              <a:rPr b="0" u="none" err="1">
                <a:solidFill>
                  <a:srgbClr val="000000"/>
                </a:solidFill>
              </a:rPr>
              <a:t>quis</a:t>
            </a:r>
            <a:r>
              <a:rPr b="0" u="none">
                <a:solidFill>
                  <a:srgbClr val="000000"/>
                </a:solidFill>
              </a:rPr>
              <a:t> </a:t>
            </a:r>
            <a:r>
              <a:rPr b="0" u="none" err="1">
                <a:solidFill>
                  <a:srgbClr val="000000"/>
                </a:solidFill>
              </a:rPr>
              <a:t>consectetur</a:t>
            </a:r>
            <a:r>
              <a:rPr b="0" u="none">
                <a:solidFill>
                  <a:srgbClr val="000000"/>
                </a:solidFill>
              </a:rPr>
              <a:t> </a:t>
            </a:r>
            <a:r>
              <a:rPr b="0" u="none" err="1">
                <a:solidFill>
                  <a:srgbClr val="000000"/>
                </a:solidFill>
              </a:rPr>
              <a:t>suscipit</a:t>
            </a:r>
            <a:r>
              <a:rPr b="0" u="none">
                <a:solidFill>
                  <a:srgbClr val="000000"/>
                </a:solidFill>
              </a:rPr>
              <a:t>, </a:t>
            </a:r>
            <a:r>
              <a:rPr b="0" u="none" err="1">
                <a:solidFill>
                  <a:srgbClr val="000000"/>
                </a:solidFill>
              </a:rPr>
              <a:t>velit</a:t>
            </a:r>
            <a:r>
              <a:rPr b="0" u="none">
                <a:solidFill>
                  <a:srgbClr val="000000"/>
                </a:solidFill>
              </a:rPr>
              <a:t> ante </a:t>
            </a:r>
            <a:r>
              <a:rPr b="0" u="none" err="1">
                <a:solidFill>
                  <a:srgbClr val="000000"/>
                </a:solidFill>
              </a:rPr>
              <a:t>malesuada</a:t>
            </a:r>
            <a:r>
              <a:rPr b="0" u="none">
                <a:solidFill>
                  <a:srgbClr val="000000"/>
                </a:solidFill>
              </a:rPr>
              <a:t> ante, a porta </a:t>
            </a:r>
            <a:r>
              <a:rPr b="0" u="none" err="1">
                <a:solidFill>
                  <a:srgbClr val="000000"/>
                </a:solidFill>
              </a:rPr>
              <a:t>felis</a:t>
            </a:r>
            <a:r>
              <a:rPr b="0" u="none">
                <a:solidFill>
                  <a:srgbClr val="000000"/>
                </a:solidFill>
              </a:rPr>
              <a:t> </a:t>
            </a:r>
            <a:r>
              <a:rPr b="0" u="none" err="1">
                <a:solidFill>
                  <a:srgbClr val="000000"/>
                </a:solidFill>
              </a:rPr>
              <a:t>leo</a:t>
            </a:r>
            <a:r>
              <a:rPr b="0" u="none">
                <a:solidFill>
                  <a:srgbClr val="000000"/>
                </a:solidFill>
              </a:rPr>
              <a:t> </a:t>
            </a:r>
            <a:r>
              <a:rPr b="0" u="none" err="1">
                <a:solidFill>
                  <a:srgbClr val="000000"/>
                </a:solidFill>
              </a:rPr>
              <a:t>ut</a:t>
            </a:r>
            <a:r>
              <a:rPr b="0" u="none">
                <a:solidFill>
                  <a:srgbClr val="000000"/>
                </a:solidFill>
              </a:rPr>
              <a:t> </a:t>
            </a:r>
            <a:r>
              <a:rPr b="0" u="none" err="1">
                <a:solidFill>
                  <a:srgbClr val="000000"/>
                </a:solidFill>
              </a:rPr>
              <a:t>nulla</a:t>
            </a:r>
            <a:r>
              <a:rPr b="0" u="none">
                <a:solidFill>
                  <a:srgbClr val="000000"/>
                </a:solidFill>
              </a:rPr>
              <a:t>. Vestibulum et </a:t>
            </a:r>
            <a:r>
              <a:rPr b="0" u="none" err="1">
                <a:solidFill>
                  <a:srgbClr val="000000"/>
                </a:solidFill>
              </a:rPr>
              <a:t>rutrum</a:t>
            </a:r>
            <a:r>
              <a:rPr b="0" u="none">
                <a:solidFill>
                  <a:srgbClr val="000000"/>
                </a:solidFill>
              </a:rPr>
              <a:t> libero. Vestibulum vitae </a:t>
            </a:r>
            <a:r>
              <a:rPr b="0" u="none" err="1">
                <a:solidFill>
                  <a:srgbClr val="000000"/>
                </a:solidFill>
              </a:rPr>
              <a:t>mauris</a:t>
            </a:r>
            <a:r>
              <a:rPr b="0" u="none">
                <a:solidFill>
                  <a:srgbClr val="000000"/>
                </a:solidFill>
              </a:rPr>
              <a:t> non lorem </a:t>
            </a:r>
            <a:r>
              <a:rPr b="0" u="none" err="1">
                <a:solidFill>
                  <a:srgbClr val="000000"/>
                </a:solidFill>
              </a:rPr>
              <a:t>scelerisque</a:t>
            </a:r>
            <a:r>
              <a:rPr b="0" u="none">
                <a:solidFill>
                  <a:srgbClr val="000000"/>
                </a:solidFill>
              </a:rPr>
              <a:t> </a:t>
            </a:r>
            <a:r>
              <a:rPr b="0" u="none" err="1">
                <a:solidFill>
                  <a:srgbClr val="000000"/>
                </a:solidFill>
              </a:rPr>
              <a:t>mattis</a:t>
            </a:r>
            <a:r>
              <a:rPr b="0" u="none">
                <a:solidFill>
                  <a:srgbClr val="000000"/>
                </a:solidFill>
              </a:rPr>
              <a:t>. </a:t>
            </a:r>
            <a:r>
              <a:rPr b="0" u="none" err="1">
                <a:solidFill>
                  <a:srgbClr val="000000"/>
                </a:solidFill>
              </a:rPr>
              <a:t>Pellentesque</a:t>
            </a:r>
            <a:r>
              <a:rPr b="0" u="none">
                <a:solidFill>
                  <a:srgbClr val="000000"/>
                </a:solidFill>
              </a:rPr>
              <a:t> </a:t>
            </a:r>
            <a:r>
              <a:rPr b="0" u="none" err="1">
                <a:solidFill>
                  <a:srgbClr val="000000"/>
                </a:solidFill>
              </a:rPr>
              <a:t>quis</a:t>
            </a:r>
            <a:r>
              <a:rPr b="0" u="none">
                <a:solidFill>
                  <a:srgbClr val="000000"/>
                </a:solidFill>
              </a:rPr>
              <a:t> </a:t>
            </a:r>
            <a:r>
              <a:rPr b="0" u="none" err="1">
                <a:solidFill>
                  <a:srgbClr val="000000"/>
                </a:solidFill>
              </a:rPr>
              <a:t>accumsan</a:t>
            </a:r>
            <a:r>
              <a:rPr b="0" u="none">
                <a:solidFill>
                  <a:srgbClr val="000000"/>
                </a:solidFill>
              </a:rPr>
              <a:t> </a:t>
            </a:r>
            <a:r>
              <a:rPr b="0" u="none" err="1">
                <a:solidFill>
                  <a:srgbClr val="000000"/>
                </a:solidFill>
              </a:rPr>
              <a:t>enim</a:t>
            </a:r>
            <a:r>
              <a:rPr b="0" u="none">
                <a:solidFill>
                  <a:srgbClr val="000000"/>
                </a:solidFill>
              </a:rPr>
              <a:t>, </a:t>
            </a:r>
            <a:r>
              <a:rPr b="0" u="none" err="1">
                <a:solidFill>
                  <a:srgbClr val="000000"/>
                </a:solidFill>
              </a:rPr>
              <a:t>quis</a:t>
            </a:r>
            <a:r>
              <a:rPr b="0" u="none">
                <a:solidFill>
                  <a:srgbClr val="000000"/>
                </a:solidFill>
              </a:rPr>
              <a:t> </a:t>
            </a:r>
            <a:r>
              <a:rPr b="0" u="none" err="1">
                <a:solidFill>
                  <a:srgbClr val="000000"/>
                </a:solidFill>
              </a:rPr>
              <a:t>sollicitudin</a:t>
            </a:r>
            <a:r>
              <a:rPr b="0" u="none">
                <a:solidFill>
                  <a:srgbClr val="000000"/>
                </a:solidFill>
              </a:rPr>
              <a:t> </a:t>
            </a:r>
            <a:r>
              <a:rPr b="0" u="none" err="1">
                <a:solidFill>
                  <a:srgbClr val="000000"/>
                </a:solidFill>
              </a:rPr>
              <a:t>urna</a:t>
            </a:r>
            <a:r>
              <a:rPr b="0" u="none">
                <a:solidFill>
                  <a:srgbClr val="000000"/>
                </a:solidFill>
              </a:rPr>
              <a:t>. Donec </a:t>
            </a:r>
            <a:r>
              <a:rPr b="0" u="none" err="1">
                <a:solidFill>
                  <a:srgbClr val="000000"/>
                </a:solidFill>
              </a:rPr>
              <a:t>laoreet</a:t>
            </a:r>
            <a:r>
              <a:rPr b="0" u="none">
                <a:solidFill>
                  <a:srgbClr val="000000"/>
                </a:solidFill>
              </a:rPr>
              <a:t> pulvinar </a:t>
            </a:r>
            <a:r>
              <a:rPr b="0" u="none" err="1">
                <a:solidFill>
                  <a:srgbClr val="000000"/>
                </a:solidFill>
              </a:rPr>
              <a:t>bibendum</a:t>
            </a:r>
            <a:r>
              <a:rPr b="0" u="none">
                <a:solidFill>
                  <a:srgbClr val="000000"/>
                </a:solidFill>
              </a:rPr>
              <a:t>. Duis </a:t>
            </a:r>
            <a:r>
              <a:rPr b="0" u="none" err="1">
                <a:solidFill>
                  <a:srgbClr val="000000"/>
                </a:solidFill>
              </a:rPr>
              <a:t>pretium</a:t>
            </a:r>
            <a:r>
              <a:rPr b="0" u="none">
                <a:solidFill>
                  <a:srgbClr val="000000"/>
                </a:solidFill>
              </a:rPr>
              <a:t> ante dui, ac </a:t>
            </a:r>
            <a:r>
              <a:rPr b="0" u="none" err="1">
                <a:solidFill>
                  <a:srgbClr val="000000"/>
                </a:solidFill>
              </a:rPr>
              <a:t>pretium</a:t>
            </a:r>
            <a:r>
              <a:rPr b="0" u="none">
                <a:solidFill>
                  <a:srgbClr val="000000"/>
                </a:solidFill>
              </a:rPr>
              <a:t> </a:t>
            </a:r>
            <a:r>
              <a:rPr b="0" u="none" err="1">
                <a:solidFill>
                  <a:srgbClr val="000000"/>
                </a:solidFill>
              </a:rPr>
              <a:t>est</a:t>
            </a:r>
            <a:r>
              <a:rPr b="0" u="none">
                <a:solidFill>
                  <a:srgbClr val="000000"/>
                </a:solidFill>
              </a:rPr>
              <a:t> maximus eu. </a:t>
            </a:r>
            <a:r>
              <a:rPr b="0" u="none" err="1">
                <a:solidFill>
                  <a:srgbClr val="000000"/>
                </a:solidFill>
              </a:rPr>
              <a:t>Aliquam</a:t>
            </a:r>
            <a:r>
              <a:rPr b="0" u="none">
                <a:solidFill>
                  <a:srgbClr val="000000"/>
                </a:solidFill>
              </a:rPr>
              <a:t> </a:t>
            </a:r>
            <a:r>
              <a:rPr b="0" u="none" err="1">
                <a:solidFill>
                  <a:srgbClr val="000000"/>
                </a:solidFill>
              </a:rPr>
              <a:t>egestas</a:t>
            </a:r>
            <a:r>
              <a:rPr b="0" u="none">
                <a:solidFill>
                  <a:srgbClr val="000000"/>
                </a:solidFill>
              </a:rPr>
              <a:t> </a:t>
            </a:r>
            <a:r>
              <a:rPr b="0" u="none" err="1">
                <a:solidFill>
                  <a:srgbClr val="000000"/>
                </a:solidFill>
              </a:rPr>
              <a:t>congue</a:t>
            </a:r>
            <a:r>
              <a:rPr b="0" u="none">
                <a:solidFill>
                  <a:srgbClr val="000000"/>
                </a:solidFill>
              </a:rPr>
              <a:t> </a:t>
            </a:r>
            <a:r>
              <a:rPr b="0" u="none" err="1">
                <a:solidFill>
                  <a:srgbClr val="000000"/>
                </a:solidFill>
              </a:rPr>
              <a:t>neque</a:t>
            </a:r>
            <a:r>
              <a:rPr b="0" u="none">
                <a:solidFill>
                  <a:srgbClr val="000000"/>
                </a:solidFill>
              </a:rPr>
              <a:t> a </a:t>
            </a:r>
            <a:r>
              <a:rPr b="0" u="none" err="1">
                <a:solidFill>
                  <a:srgbClr val="000000"/>
                </a:solidFill>
              </a:rPr>
              <a:t>molestie</a:t>
            </a:r>
            <a:r>
              <a:rPr b="0" u="none">
                <a:solidFill>
                  <a:srgbClr val="000000"/>
                </a:solidFill>
              </a:rPr>
              <a:t>. Vestibulum </a:t>
            </a:r>
            <a:r>
              <a:rPr b="0" u="none" err="1">
                <a:solidFill>
                  <a:srgbClr val="000000"/>
                </a:solidFill>
              </a:rPr>
              <a:t>eget</a:t>
            </a:r>
            <a:r>
              <a:rPr b="0" u="none">
                <a:solidFill>
                  <a:srgbClr val="000000"/>
                </a:solidFill>
              </a:rPr>
              <a:t> </a:t>
            </a:r>
            <a:r>
              <a:rPr b="0" u="none" err="1">
                <a:solidFill>
                  <a:srgbClr val="000000"/>
                </a:solidFill>
              </a:rPr>
              <a:t>volutpat</a:t>
            </a:r>
            <a:r>
              <a:rPr b="0" u="none">
                <a:solidFill>
                  <a:srgbClr val="000000"/>
                </a:solidFill>
              </a:rPr>
              <a:t> libero. Sed in </a:t>
            </a:r>
            <a:r>
              <a:rPr b="0" u="none" err="1">
                <a:solidFill>
                  <a:srgbClr val="000000"/>
                </a:solidFill>
              </a:rPr>
              <a:t>metus</a:t>
            </a:r>
            <a:r>
              <a:rPr b="0" u="none">
                <a:solidFill>
                  <a:srgbClr val="000000"/>
                </a:solidFill>
              </a:rPr>
              <a:t> et </a:t>
            </a:r>
            <a:r>
              <a:rPr b="0" u="none" err="1">
                <a:solidFill>
                  <a:srgbClr val="000000"/>
                </a:solidFill>
              </a:rPr>
              <a:t>urna</a:t>
            </a:r>
            <a:r>
              <a:rPr b="0" u="none">
                <a:solidFill>
                  <a:srgbClr val="000000"/>
                </a:solidFill>
              </a:rPr>
              <a:t> </a:t>
            </a:r>
            <a:r>
              <a:rPr b="0" u="none" err="1">
                <a:solidFill>
                  <a:srgbClr val="000000"/>
                </a:solidFill>
              </a:rPr>
              <a:t>porttitor</a:t>
            </a:r>
            <a:r>
              <a:rPr b="0" u="none">
                <a:solidFill>
                  <a:srgbClr val="000000"/>
                </a:solidFill>
              </a:rPr>
              <a:t> </a:t>
            </a:r>
            <a:r>
              <a:rPr b="0" u="none" err="1">
                <a:solidFill>
                  <a:srgbClr val="000000"/>
                </a:solidFill>
              </a:rPr>
              <a:t>congue</a:t>
            </a:r>
            <a:r>
              <a:rPr b="0" u="none">
                <a:solidFill>
                  <a:srgbClr val="000000"/>
                </a:solidFill>
              </a:rPr>
              <a:t>. Ut dictum </a:t>
            </a:r>
            <a:r>
              <a:rPr b="0" u="none" err="1">
                <a:solidFill>
                  <a:srgbClr val="000000"/>
                </a:solidFill>
              </a:rPr>
              <a:t>felis</a:t>
            </a:r>
            <a:r>
              <a:rPr b="0" u="none">
                <a:solidFill>
                  <a:srgbClr val="000000"/>
                </a:solidFill>
              </a:rPr>
              <a:t> </a:t>
            </a:r>
            <a:r>
              <a:rPr b="0" u="none" err="1">
                <a:solidFill>
                  <a:srgbClr val="000000"/>
                </a:solidFill>
              </a:rPr>
              <a:t>ut</a:t>
            </a:r>
            <a:r>
              <a:rPr b="0" u="none">
                <a:solidFill>
                  <a:srgbClr val="000000"/>
                </a:solidFill>
              </a:rPr>
              <a:t> </a:t>
            </a:r>
            <a:r>
              <a:rPr b="0" u="none" err="1">
                <a:solidFill>
                  <a:srgbClr val="000000"/>
                </a:solidFill>
              </a:rPr>
              <a:t>justo</a:t>
            </a:r>
            <a:r>
              <a:rPr b="0" u="none">
                <a:solidFill>
                  <a:srgbClr val="000000"/>
                </a:solidFill>
              </a:rPr>
              <a:t> </a:t>
            </a:r>
            <a:r>
              <a:rPr b="0" u="none" err="1">
                <a:solidFill>
                  <a:srgbClr val="000000"/>
                </a:solidFill>
              </a:rPr>
              <a:t>sodales</a:t>
            </a:r>
            <a:r>
              <a:rPr b="0" u="none">
                <a:solidFill>
                  <a:srgbClr val="000000"/>
                </a:solidFill>
              </a:rPr>
              <a:t>, a cursus </a:t>
            </a:r>
            <a:r>
              <a:rPr b="0" u="none" err="1">
                <a:solidFill>
                  <a:srgbClr val="000000"/>
                </a:solidFill>
              </a:rPr>
              <a:t>quam</a:t>
            </a:r>
            <a:r>
              <a:rPr b="0" u="none">
                <a:solidFill>
                  <a:srgbClr val="000000"/>
                </a:solidFill>
              </a:rPr>
              <a:t> </a:t>
            </a:r>
            <a:r>
              <a:rPr b="0" u="none" err="1">
                <a:solidFill>
                  <a:srgbClr val="000000"/>
                </a:solidFill>
              </a:rPr>
              <a:t>ullamcorper</a:t>
            </a:r>
            <a:r>
              <a:rPr b="0" u="none">
                <a:solidFill>
                  <a:srgbClr val="000000"/>
                </a:solidFill>
              </a:rPr>
              <a:t>.</a:t>
            </a:r>
          </a:p>
        </p:txBody>
      </p:sp>
      <p:sp>
        <p:nvSpPr>
          <p:cNvPr id="190"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extLst>
      <p:ext uri="{BB962C8B-B14F-4D97-AF65-F5344CB8AC3E}">
        <p14:creationId xmlns:p14="http://schemas.microsoft.com/office/powerpoint/2010/main" val="3183801623"/>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 3 Colonnes">
    <p:spTree>
      <p:nvGrpSpPr>
        <p:cNvPr id="1" name=""/>
        <p:cNvGrpSpPr/>
        <p:nvPr/>
      </p:nvGrpSpPr>
      <p:grpSpPr>
        <a:xfrm>
          <a:off x="0" y="0"/>
          <a:ext cx="0" cy="0"/>
          <a:chOff x="0" y="0"/>
          <a:chExt cx="0" cy="0"/>
        </a:xfrm>
      </p:grpSpPr>
      <p:sp>
        <p:nvSpPr>
          <p:cNvPr id="199"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
        <p:nvSpPr>
          <p:cNvPr id="8" name="Espace réservé du texte 7">
            <a:extLst>
              <a:ext uri="{FF2B5EF4-FFF2-40B4-BE49-F238E27FC236}">
                <a16:creationId xmlns:a16="http://schemas.microsoft.com/office/drawing/2014/main" id="{40FBFC7D-990C-8144-B9A7-92A1B4EBFD2F}"/>
              </a:ext>
            </a:extLst>
          </p:cNvPr>
          <p:cNvSpPr>
            <a:spLocks noGrp="1"/>
          </p:cNvSpPr>
          <p:nvPr>
            <p:ph type="body" sz="quarter" idx="10" hasCustomPrompt="1"/>
          </p:nvPr>
        </p:nvSpPr>
        <p:spPr>
          <a:xfrm>
            <a:off x="1046512" y="5985163"/>
            <a:ext cx="6200775" cy="6790685"/>
          </a:xfrm>
        </p:spPr>
        <p:txBody>
          <a:bodyPr/>
          <a:lstStyle/>
          <a:p>
            <a:pPr lvl="0"/>
            <a:r>
              <a:rPr lang="fr-FR" b="0" u="none">
                <a:solidFill>
                  <a:srgbClr val="000000"/>
                </a:solidFill>
              </a:rPr>
              <a:t>Lorem ipsum </a:t>
            </a:r>
            <a:r>
              <a:rPr lang="fr-FR" b="0" u="none" err="1">
                <a:solidFill>
                  <a:srgbClr val="000000"/>
                </a:solidFill>
              </a:rPr>
              <a:t>dolor</a:t>
            </a:r>
            <a:r>
              <a:rPr lang="fr-FR" b="0" u="none">
                <a:solidFill>
                  <a:srgbClr val="000000"/>
                </a:solidFill>
              </a:rPr>
              <a:t> </a:t>
            </a:r>
            <a:r>
              <a:rPr lang="fr-FR" b="0" u="none" err="1">
                <a:solidFill>
                  <a:srgbClr val="000000"/>
                </a:solidFill>
              </a:rPr>
              <a:t>sit</a:t>
            </a:r>
            <a:r>
              <a:rPr lang="fr-FR" b="0" u="none">
                <a:solidFill>
                  <a:srgbClr val="000000"/>
                </a:solidFill>
              </a:rPr>
              <a:t> </a:t>
            </a:r>
            <a:r>
              <a:rPr lang="fr-FR" b="0" u="none" err="1">
                <a:solidFill>
                  <a:srgbClr val="000000"/>
                </a:solidFill>
              </a:rPr>
              <a:t>amet</a:t>
            </a:r>
            <a:r>
              <a:rPr lang="fr-FR" b="0" u="none">
                <a:solidFill>
                  <a:srgbClr val="000000"/>
                </a:solidFill>
              </a:rPr>
              <a:t>, </a:t>
            </a:r>
            <a:r>
              <a:rPr lang="fr-FR" b="0" u="none" err="1">
                <a:solidFill>
                  <a:srgbClr val="000000"/>
                </a:solidFill>
              </a:rPr>
              <a:t>consectetur</a:t>
            </a:r>
            <a:r>
              <a:rPr lang="fr-FR" b="0" u="none">
                <a:solidFill>
                  <a:srgbClr val="000000"/>
                </a:solidFill>
              </a:rPr>
              <a:t> </a:t>
            </a:r>
            <a:r>
              <a:rPr lang="fr-FR" b="0" u="none" err="1">
                <a:solidFill>
                  <a:srgbClr val="000000"/>
                </a:solidFill>
              </a:rPr>
              <a:t>adipiscing</a:t>
            </a:r>
            <a:r>
              <a:rPr lang="fr-FR" b="0" u="none">
                <a:solidFill>
                  <a:srgbClr val="000000"/>
                </a:solidFill>
              </a:rPr>
              <a:t> </a:t>
            </a:r>
            <a:r>
              <a:rPr lang="fr-FR" b="0" u="none" err="1">
                <a:solidFill>
                  <a:srgbClr val="000000"/>
                </a:solidFill>
              </a:rPr>
              <a:t>elit</a:t>
            </a:r>
            <a:r>
              <a:rPr lang="fr-FR" b="0" u="none">
                <a:solidFill>
                  <a:srgbClr val="000000"/>
                </a:solidFill>
              </a:rPr>
              <a:t>. </a:t>
            </a:r>
            <a:r>
              <a:rPr lang="fr-FR" b="0" u="none" err="1">
                <a:solidFill>
                  <a:srgbClr val="000000"/>
                </a:solidFill>
              </a:rPr>
              <a:t>Curabitur</a:t>
            </a:r>
            <a:r>
              <a:rPr lang="fr-FR" b="0" u="none">
                <a:solidFill>
                  <a:srgbClr val="000000"/>
                </a:solidFill>
              </a:rPr>
              <a:t> </a:t>
            </a:r>
            <a:r>
              <a:rPr lang="fr-FR" b="0" u="none" err="1">
                <a:solidFill>
                  <a:srgbClr val="000000"/>
                </a:solidFill>
              </a:rPr>
              <a:t>sem</a:t>
            </a:r>
            <a:r>
              <a:rPr lang="fr-FR" b="0" u="none">
                <a:solidFill>
                  <a:srgbClr val="000000"/>
                </a:solidFill>
              </a:rPr>
              <a:t> massa, </a:t>
            </a:r>
            <a:r>
              <a:rPr lang="fr-FR" b="0" u="none" err="1">
                <a:solidFill>
                  <a:srgbClr val="000000"/>
                </a:solidFill>
              </a:rPr>
              <a:t>pulvinar</a:t>
            </a:r>
            <a:r>
              <a:rPr lang="fr-FR" b="0" u="none">
                <a:solidFill>
                  <a:srgbClr val="000000"/>
                </a:solidFill>
              </a:rPr>
              <a:t> </a:t>
            </a:r>
            <a:r>
              <a:rPr lang="fr-FR" b="0" u="none" err="1">
                <a:solidFill>
                  <a:srgbClr val="000000"/>
                </a:solidFill>
              </a:rPr>
              <a:t>sed</a:t>
            </a:r>
            <a:r>
              <a:rPr lang="fr-FR" b="0" u="none">
                <a:solidFill>
                  <a:srgbClr val="000000"/>
                </a:solidFill>
              </a:rPr>
              <a:t> </a:t>
            </a:r>
            <a:r>
              <a:rPr lang="fr-FR" b="0" u="none" err="1">
                <a:solidFill>
                  <a:srgbClr val="000000"/>
                </a:solidFill>
              </a:rPr>
              <a:t>ultricies</a:t>
            </a:r>
            <a:r>
              <a:rPr lang="fr-FR" b="0" u="none">
                <a:solidFill>
                  <a:srgbClr val="000000"/>
                </a:solidFill>
              </a:rPr>
              <a:t> non, </a:t>
            </a:r>
            <a:r>
              <a:rPr lang="fr-FR" b="0" u="none" err="1">
                <a:solidFill>
                  <a:srgbClr val="000000"/>
                </a:solidFill>
              </a:rPr>
              <a:t>ultrices</a:t>
            </a:r>
            <a:r>
              <a:rPr lang="fr-FR" b="0" u="none">
                <a:solidFill>
                  <a:srgbClr val="000000"/>
                </a:solidFill>
              </a:rPr>
              <a:t> in </a:t>
            </a:r>
            <a:r>
              <a:rPr lang="fr-FR" b="0" u="none" err="1">
                <a:solidFill>
                  <a:srgbClr val="000000"/>
                </a:solidFill>
              </a:rPr>
              <a:t>dui</a:t>
            </a:r>
            <a:r>
              <a:rPr lang="fr-FR" b="0" u="none">
                <a:solidFill>
                  <a:srgbClr val="000000"/>
                </a:solidFill>
              </a:rPr>
              <a:t>. </a:t>
            </a:r>
            <a:r>
              <a:rPr lang="fr-FR" b="0" u="none" err="1">
                <a:solidFill>
                  <a:srgbClr val="000000"/>
                </a:solidFill>
              </a:rPr>
              <a:t>Fusce</a:t>
            </a:r>
            <a:r>
              <a:rPr lang="fr-FR" b="0" u="none">
                <a:solidFill>
                  <a:srgbClr val="000000"/>
                </a:solidFill>
              </a:rPr>
              <a:t> </a:t>
            </a:r>
            <a:r>
              <a:rPr lang="fr-FR" b="0" u="none" err="1">
                <a:solidFill>
                  <a:srgbClr val="000000"/>
                </a:solidFill>
              </a:rPr>
              <a:t>faucibus</a:t>
            </a:r>
            <a:r>
              <a:rPr lang="fr-FR" b="0" u="none">
                <a:solidFill>
                  <a:srgbClr val="000000"/>
                </a:solidFill>
              </a:rPr>
              <a:t> </a:t>
            </a:r>
            <a:r>
              <a:rPr lang="fr-FR" b="0" u="none" err="1">
                <a:solidFill>
                  <a:srgbClr val="000000"/>
                </a:solidFill>
              </a:rPr>
              <a:t>arcu</a:t>
            </a:r>
            <a:r>
              <a:rPr lang="fr-FR" b="0" u="none">
                <a:solidFill>
                  <a:srgbClr val="000000"/>
                </a:solidFill>
              </a:rPr>
              <a:t> ex, </a:t>
            </a:r>
            <a:r>
              <a:rPr lang="fr-FR" b="0" u="none" err="1">
                <a:solidFill>
                  <a:srgbClr val="000000"/>
                </a:solidFill>
              </a:rPr>
              <a:t>quis</a:t>
            </a:r>
            <a:r>
              <a:rPr lang="fr-FR" b="0" u="none">
                <a:solidFill>
                  <a:srgbClr val="000000"/>
                </a:solidFill>
              </a:rPr>
              <a:t> </a:t>
            </a:r>
            <a:r>
              <a:rPr lang="fr-FR" b="0" u="none" err="1">
                <a:solidFill>
                  <a:srgbClr val="000000"/>
                </a:solidFill>
              </a:rPr>
              <a:t>viverra</a:t>
            </a:r>
            <a:r>
              <a:rPr lang="fr-FR" b="0" u="none">
                <a:solidFill>
                  <a:srgbClr val="000000"/>
                </a:solidFill>
              </a:rPr>
              <a:t> </a:t>
            </a:r>
            <a:r>
              <a:rPr lang="fr-FR" b="0" u="none" err="1">
                <a:solidFill>
                  <a:srgbClr val="000000"/>
                </a:solidFill>
              </a:rPr>
              <a:t>risus</a:t>
            </a:r>
            <a:r>
              <a:rPr lang="fr-FR" b="0" u="none">
                <a:solidFill>
                  <a:srgbClr val="000000"/>
                </a:solidFill>
              </a:rPr>
              <a:t> pretium nec. </a:t>
            </a:r>
            <a:r>
              <a:rPr lang="fr-FR" b="0" u="none" err="1">
                <a:solidFill>
                  <a:srgbClr val="000000"/>
                </a:solidFill>
              </a:rPr>
              <a:t>Pellentesque</a:t>
            </a:r>
            <a:r>
              <a:rPr lang="fr-FR" b="0" u="none">
                <a:solidFill>
                  <a:srgbClr val="000000"/>
                </a:solidFill>
              </a:rPr>
              <a:t> </a:t>
            </a:r>
            <a:r>
              <a:rPr lang="fr-FR" b="0" u="none" err="1">
                <a:solidFill>
                  <a:srgbClr val="000000"/>
                </a:solidFill>
              </a:rPr>
              <a:t>maximus</a:t>
            </a:r>
            <a:r>
              <a:rPr lang="fr-FR" b="0" u="none">
                <a:solidFill>
                  <a:srgbClr val="000000"/>
                </a:solidFill>
              </a:rPr>
              <a:t> </a:t>
            </a:r>
            <a:r>
              <a:rPr lang="fr-FR" b="0" u="none" err="1">
                <a:solidFill>
                  <a:srgbClr val="000000"/>
                </a:solidFill>
              </a:rPr>
              <a:t>nulla</a:t>
            </a:r>
            <a:r>
              <a:rPr lang="fr-FR" b="0" u="none">
                <a:solidFill>
                  <a:srgbClr val="000000"/>
                </a:solidFill>
              </a:rPr>
              <a:t> id </a:t>
            </a:r>
            <a:r>
              <a:rPr lang="fr-FR" b="0" u="none" err="1">
                <a:solidFill>
                  <a:srgbClr val="000000"/>
                </a:solidFill>
              </a:rPr>
              <a:t>enim</a:t>
            </a:r>
            <a:r>
              <a:rPr lang="fr-FR" b="0" u="none">
                <a:solidFill>
                  <a:srgbClr val="000000"/>
                </a:solidFill>
              </a:rPr>
              <a:t> </a:t>
            </a:r>
            <a:r>
              <a:rPr lang="fr-FR" b="0" u="none" err="1">
                <a:solidFill>
                  <a:srgbClr val="000000"/>
                </a:solidFill>
              </a:rPr>
              <a:t>vehicula</a:t>
            </a:r>
            <a:r>
              <a:rPr lang="fr-FR" b="0" u="none">
                <a:solidFill>
                  <a:srgbClr val="000000"/>
                </a:solidFill>
              </a:rPr>
              <a:t>, ut </a:t>
            </a:r>
            <a:r>
              <a:rPr lang="fr-FR" b="0" u="none" err="1">
                <a:solidFill>
                  <a:srgbClr val="000000"/>
                </a:solidFill>
              </a:rPr>
              <a:t>aliquet</a:t>
            </a:r>
            <a:r>
              <a:rPr lang="fr-FR" b="0" u="none">
                <a:solidFill>
                  <a:srgbClr val="000000"/>
                </a:solidFill>
              </a:rPr>
              <a:t> </a:t>
            </a:r>
            <a:r>
              <a:rPr lang="fr-FR" b="0" u="none" err="1">
                <a:solidFill>
                  <a:srgbClr val="000000"/>
                </a:solidFill>
              </a:rPr>
              <a:t>orci</a:t>
            </a:r>
            <a:r>
              <a:rPr lang="fr-FR" b="0" u="none">
                <a:solidFill>
                  <a:srgbClr val="000000"/>
                </a:solidFill>
              </a:rPr>
              <a:t> </a:t>
            </a:r>
            <a:r>
              <a:rPr lang="fr-FR" b="0" u="none" err="1">
                <a:solidFill>
                  <a:srgbClr val="000000"/>
                </a:solidFill>
              </a:rPr>
              <a:t>tincidunt</a:t>
            </a:r>
            <a:r>
              <a:rPr lang="fr-FR" b="0" u="none">
                <a:solidFill>
                  <a:srgbClr val="000000"/>
                </a:solidFill>
              </a:rPr>
              <a:t>. </a:t>
            </a:r>
            <a:endParaRPr lang="en-GB"/>
          </a:p>
        </p:txBody>
      </p:sp>
      <p:sp>
        <p:nvSpPr>
          <p:cNvPr id="12" name="Espace réservé du texte 7">
            <a:extLst>
              <a:ext uri="{FF2B5EF4-FFF2-40B4-BE49-F238E27FC236}">
                <a16:creationId xmlns:a16="http://schemas.microsoft.com/office/drawing/2014/main" id="{63B9E6A1-3F7B-6C41-9795-3260B97E2312}"/>
              </a:ext>
            </a:extLst>
          </p:cNvPr>
          <p:cNvSpPr>
            <a:spLocks noGrp="1"/>
          </p:cNvSpPr>
          <p:nvPr>
            <p:ph type="body" sz="quarter" idx="11" hasCustomPrompt="1"/>
          </p:nvPr>
        </p:nvSpPr>
        <p:spPr>
          <a:xfrm>
            <a:off x="8308097" y="5985162"/>
            <a:ext cx="6200775" cy="6790685"/>
          </a:xfrm>
        </p:spPr>
        <p:txBody>
          <a:bodyPr/>
          <a:lstStyle/>
          <a:p>
            <a:pPr lvl="0"/>
            <a:r>
              <a:rPr lang="fr-FR" b="0" u="none">
                <a:solidFill>
                  <a:srgbClr val="000000"/>
                </a:solidFill>
              </a:rPr>
              <a:t>Duis id </a:t>
            </a:r>
            <a:r>
              <a:rPr lang="fr-FR" b="0" u="none" err="1">
                <a:solidFill>
                  <a:srgbClr val="000000"/>
                </a:solidFill>
              </a:rPr>
              <a:t>pharetra</a:t>
            </a:r>
            <a:r>
              <a:rPr lang="fr-FR" b="0" u="none">
                <a:solidFill>
                  <a:srgbClr val="000000"/>
                </a:solidFill>
              </a:rPr>
              <a:t> </a:t>
            </a:r>
            <a:r>
              <a:rPr lang="fr-FR" b="0" u="none" err="1">
                <a:solidFill>
                  <a:srgbClr val="000000"/>
                </a:solidFill>
              </a:rPr>
              <a:t>dolor</a:t>
            </a:r>
            <a:r>
              <a:rPr lang="fr-FR" b="0" u="none">
                <a:solidFill>
                  <a:srgbClr val="000000"/>
                </a:solidFill>
              </a:rPr>
              <a:t>, </a:t>
            </a:r>
            <a:r>
              <a:rPr lang="fr-FR" b="0" u="none" err="1">
                <a:solidFill>
                  <a:srgbClr val="000000"/>
                </a:solidFill>
              </a:rPr>
              <a:t>sed</a:t>
            </a:r>
            <a:r>
              <a:rPr lang="fr-FR" b="0" u="none">
                <a:solidFill>
                  <a:srgbClr val="000000"/>
                </a:solidFill>
              </a:rPr>
              <a:t> </a:t>
            </a:r>
            <a:r>
              <a:rPr lang="fr-FR" b="0" u="none" err="1">
                <a:solidFill>
                  <a:srgbClr val="000000"/>
                </a:solidFill>
              </a:rPr>
              <a:t>condimentum</a:t>
            </a:r>
            <a:r>
              <a:rPr lang="fr-FR" b="0" u="none">
                <a:solidFill>
                  <a:srgbClr val="000000"/>
                </a:solidFill>
              </a:rPr>
              <a:t> </a:t>
            </a:r>
            <a:r>
              <a:rPr lang="fr-FR" b="0" u="none" err="1">
                <a:solidFill>
                  <a:srgbClr val="000000"/>
                </a:solidFill>
              </a:rPr>
              <a:t>risus</a:t>
            </a:r>
            <a:r>
              <a:rPr lang="fr-FR" b="0" u="none">
                <a:solidFill>
                  <a:srgbClr val="000000"/>
                </a:solidFill>
              </a:rPr>
              <a:t>. Sed </a:t>
            </a:r>
            <a:r>
              <a:rPr lang="fr-FR" b="0" u="none" err="1">
                <a:solidFill>
                  <a:srgbClr val="000000"/>
                </a:solidFill>
              </a:rPr>
              <a:t>eleifend</a:t>
            </a:r>
            <a:r>
              <a:rPr lang="fr-FR" b="0" u="none">
                <a:solidFill>
                  <a:srgbClr val="000000"/>
                </a:solidFill>
              </a:rPr>
              <a:t>, mi </a:t>
            </a:r>
            <a:r>
              <a:rPr lang="fr-FR" b="0" u="none" err="1">
                <a:solidFill>
                  <a:srgbClr val="000000"/>
                </a:solidFill>
              </a:rPr>
              <a:t>quis</a:t>
            </a:r>
            <a:r>
              <a:rPr lang="fr-FR" b="0" u="none">
                <a:solidFill>
                  <a:srgbClr val="000000"/>
                </a:solidFill>
              </a:rPr>
              <a:t> </a:t>
            </a:r>
            <a:r>
              <a:rPr lang="fr-FR" b="0" u="none" err="1">
                <a:solidFill>
                  <a:srgbClr val="000000"/>
                </a:solidFill>
              </a:rPr>
              <a:t>consectetur</a:t>
            </a:r>
            <a:r>
              <a:rPr lang="fr-FR" b="0" u="none">
                <a:solidFill>
                  <a:srgbClr val="000000"/>
                </a:solidFill>
              </a:rPr>
              <a:t> </a:t>
            </a:r>
            <a:r>
              <a:rPr lang="fr-FR" b="0" u="none" err="1">
                <a:solidFill>
                  <a:srgbClr val="000000"/>
                </a:solidFill>
              </a:rPr>
              <a:t>suscipit</a:t>
            </a:r>
            <a:r>
              <a:rPr lang="fr-FR" b="0" u="none">
                <a:solidFill>
                  <a:srgbClr val="000000"/>
                </a:solidFill>
              </a:rPr>
              <a:t>, </a:t>
            </a:r>
            <a:r>
              <a:rPr lang="fr-FR" b="0" u="none" err="1">
                <a:solidFill>
                  <a:srgbClr val="000000"/>
                </a:solidFill>
              </a:rPr>
              <a:t>velit</a:t>
            </a:r>
            <a:r>
              <a:rPr lang="fr-FR" b="0" u="none">
                <a:solidFill>
                  <a:srgbClr val="000000"/>
                </a:solidFill>
              </a:rPr>
              <a:t> ante </a:t>
            </a:r>
            <a:r>
              <a:rPr lang="fr-FR" b="0" u="none" err="1">
                <a:solidFill>
                  <a:srgbClr val="000000"/>
                </a:solidFill>
              </a:rPr>
              <a:t>malesuada</a:t>
            </a:r>
            <a:r>
              <a:rPr lang="fr-FR" b="0" u="none">
                <a:solidFill>
                  <a:srgbClr val="000000"/>
                </a:solidFill>
              </a:rPr>
              <a:t> ante, a porta </a:t>
            </a:r>
            <a:r>
              <a:rPr lang="fr-FR" b="0" u="none" err="1">
                <a:solidFill>
                  <a:srgbClr val="000000"/>
                </a:solidFill>
              </a:rPr>
              <a:t>felis</a:t>
            </a:r>
            <a:r>
              <a:rPr lang="fr-FR" b="0" u="none">
                <a:solidFill>
                  <a:srgbClr val="000000"/>
                </a:solidFill>
              </a:rPr>
              <a:t> </a:t>
            </a:r>
            <a:r>
              <a:rPr lang="fr-FR" b="0" u="none" err="1">
                <a:solidFill>
                  <a:srgbClr val="000000"/>
                </a:solidFill>
              </a:rPr>
              <a:t>leo</a:t>
            </a:r>
            <a:r>
              <a:rPr lang="fr-FR" b="0" u="none">
                <a:solidFill>
                  <a:srgbClr val="000000"/>
                </a:solidFill>
              </a:rPr>
              <a:t> ut </a:t>
            </a:r>
            <a:r>
              <a:rPr lang="fr-FR" b="0" u="none" err="1">
                <a:solidFill>
                  <a:srgbClr val="000000"/>
                </a:solidFill>
              </a:rPr>
              <a:t>nulla</a:t>
            </a:r>
            <a:r>
              <a:rPr lang="fr-FR" b="0" u="none">
                <a:solidFill>
                  <a:srgbClr val="000000"/>
                </a:solidFill>
              </a:rPr>
              <a:t>. </a:t>
            </a:r>
            <a:r>
              <a:rPr lang="fr-FR" b="0" u="none" err="1">
                <a:solidFill>
                  <a:srgbClr val="000000"/>
                </a:solidFill>
              </a:rPr>
              <a:t>Vestibulum</a:t>
            </a:r>
            <a:r>
              <a:rPr lang="fr-FR" b="0" u="none">
                <a:solidFill>
                  <a:srgbClr val="000000"/>
                </a:solidFill>
              </a:rPr>
              <a:t> et </a:t>
            </a:r>
            <a:r>
              <a:rPr lang="fr-FR" b="0" u="none" err="1">
                <a:solidFill>
                  <a:srgbClr val="000000"/>
                </a:solidFill>
              </a:rPr>
              <a:t>rutrum</a:t>
            </a:r>
            <a:r>
              <a:rPr lang="fr-FR" b="0" u="none">
                <a:solidFill>
                  <a:srgbClr val="000000"/>
                </a:solidFill>
              </a:rPr>
              <a:t> libero. </a:t>
            </a:r>
            <a:r>
              <a:rPr lang="fr-FR" b="0" u="none" err="1">
                <a:solidFill>
                  <a:srgbClr val="000000"/>
                </a:solidFill>
              </a:rPr>
              <a:t>Vestibulum</a:t>
            </a:r>
            <a:r>
              <a:rPr lang="fr-FR" b="0" u="none">
                <a:solidFill>
                  <a:srgbClr val="000000"/>
                </a:solidFill>
              </a:rPr>
              <a:t> vitae </a:t>
            </a:r>
            <a:r>
              <a:rPr lang="fr-FR" b="0" u="none" err="1">
                <a:solidFill>
                  <a:srgbClr val="000000"/>
                </a:solidFill>
              </a:rPr>
              <a:t>mauris</a:t>
            </a:r>
            <a:r>
              <a:rPr lang="fr-FR" b="0" u="none">
                <a:solidFill>
                  <a:srgbClr val="000000"/>
                </a:solidFill>
              </a:rPr>
              <a:t> non </a:t>
            </a:r>
            <a:r>
              <a:rPr lang="fr-FR" b="0" u="none" err="1">
                <a:solidFill>
                  <a:srgbClr val="000000"/>
                </a:solidFill>
              </a:rPr>
              <a:t>lorem</a:t>
            </a:r>
            <a:r>
              <a:rPr lang="fr-FR" b="0" u="none">
                <a:solidFill>
                  <a:srgbClr val="000000"/>
                </a:solidFill>
              </a:rPr>
              <a:t> </a:t>
            </a:r>
            <a:r>
              <a:rPr lang="fr-FR" b="0" u="none" err="1">
                <a:solidFill>
                  <a:srgbClr val="000000"/>
                </a:solidFill>
              </a:rPr>
              <a:t>scelerisque</a:t>
            </a:r>
            <a:r>
              <a:rPr lang="fr-FR" b="0" u="none">
                <a:solidFill>
                  <a:srgbClr val="000000"/>
                </a:solidFill>
              </a:rPr>
              <a:t> </a:t>
            </a:r>
            <a:r>
              <a:rPr lang="fr-FR" b="0" u="none" err="1">
                <a:solidFill>
                  <a:srgbClr val="000000"/>
                </a:solidFill>
              </a:rPr>
              <a:t>mattis</a:t>
            </a:r>
            <a:r>
              <a:rPr lang="fr-FR" b="0" u="none">
                <a:solidFill>
                  <a:srgbClr val="000000"/>
                </a:solidFill>
              </a:rPr>
              <a:t>. </a:t>
            </a:r>
            <a:endParaRPr lang="en-GB"/>
          </a:p>
        </p:txBody>
      </p:sp>
      <p:sp>
        <p:nvSpPr>
          <p:cNvPr id="13" name="Espace réservé du texte 7">
            <a:extLst>
              <a:ext uri="{FF2B5EF4-FFF2-40B4-BE49-F238E27FC236}">
                <a16:creationId xmlns:a16="http://schemas.microsoft.com/office/drawing/2014/main" id="{971D28F6-F188-D748-8C38-2E1AC8FF3589}"/>
              </a:ext>
            </a:extLst>
          </p:cNvPr>
          <p:cNvSpPr>
            <a:spLocks noGrp="1"/>
          </p:cNvSpPr>
          <p:nvPr>
            <p:ph type="body" sz="quarter" idx="12" hasCustomPrompt="1"/>
          </p:nvPr>
        </p:nvSpPr>
        <p:spPr>
          <a:xfrm>
            <a:off x="15569682" y="5985164"/>
            <a:ext cx="6200775" cy="6790685"/>
          </a:xfrm>
        </p:spPr>
        <p:txBody>
          <a:bodyPr/>
          <a:lstStyle/>
          <a:p>
            <a:pPr lvl="0"/>
            <a:r>
              <a:rPr lang="fr-FR" b="0" u="none" err="1">
                <a:solidFill>
                  <a:srgbClr val="000000"/>
                </a:solidFill>
              </a:rPr>
              <a:t>Pellentesque</a:t>
            </a:r>
            <a:r>
              <a:rPr lang="fr-FR" b="0" u="none">
                <a:solidFill>
                  <a:srgbClr val="000000"/>
                </a:solidFill>
              </a:rPr>
              <a:t> </a:t>
            </a:r>
            <a:r>
              <a:rPr lang="fr-FR" b="0" u="none" err="1">
                <a:solidFill>
                  <a:srgbClr val="000000"/>
                </a:solidFill>
              </a:rPr>
              <a:t>quis</a:t>
            </a:r>
            <a:r>
              <a:rPr lang="fr-FR" b="0" u="none">
                <a:solidFill>
                  <a:srgbClr val="000000"/>
                </a:solidFill>
              </a:rPr>
              <a:t> </a:t>
            </a:r>
            <a:r>
              <a:rPr lang="fr-FR" b="0" u="none" err="1">
                <a:solidFill>
                  <a:srgbClr val="000000"/>
                </a:solidFill>
              </a:rPr>
              <a:t>accumsan</a:t>
            </a:r>
            <a:r>
              <a:rPr lang="fr-FR" b="0" u="none">
                <a:solidFill>
                  <a:srgbClr val="000000"/>
                </a:solidFill>
              </a:rPr>
              <a:t> </a:t>
            </a:r>
            <a:r>
              <a:rPr lang="fr-FR" b="0" u="none" err="1">
                <a:solidFill>
                  <a:srgbClr val="000000"/>
                </a:solidFill>
              </a:rPr>
              <a:t>enim</a:t>
            </a:r>
            <a:r>
              <a:rPr lang="fr-FR" b="0" u="none">
                <a:solidFill>
                  <a:srgbClr val="000000"/>
                </a:solidFill>
              </a:rPr>
              <a:t>, </a:t>
            </a:r>
            <a:r>
              <a:rPr lang="fr-FR" b="0" u="none" err="1">
                <a:solidFill>
                  <a:srgbClr val="000000"/>
                </a:solidFill>
              </a:rPr>
              <a:t>quis</a:t>
            </a:r>
            <a:r>
              <a:rPr lang="fr-FR" b="0" u="none">
                <a:solidFill>
                  <a:srgbClr val="000000"/>
                </a:solidFill>
              </a:rPr>
              <a:t> </a:t>
            </a:r>
            <a:r>
              <a:rPr lang="fr-FR" b="0" u="none" err="1">
                <a:solidFill>
                  <a:srgbClr val="000000"/>
                </a:solidFill>
              </a:rPr>
              <a:t>sollicitudin</a:t>
            </a:r>
            <a:r>
              <a:rPr lang="fr-FR" b="0" u="none">
                <a:solidFill>
                  <a:srgbClr val="000000"/>
                </a:solidFill>
              </a:rPr>
              <a:t> </a:t>
            </a:r>
            <a:r>
              <a:rPr lang="fr-FR" b="0" u="none" err="1">
                <a:solidFill>
                  <a:srgbClr val="000000"/>
                </a:solidFill>
              </a:rPr>
              <a:t>urna</a:t>
            </a:r>
            <a:r>
              <a:rPr lang="fr-FR" b="0" u="none">
                <a:solidFill>
                  <a:srgbClr val="000000"/>
                </a:solidFill>
              </a:rPr>
              <a:t>. </a:t>
            </a:r>
            <a:r>
              <a:rPr lang="fr-FR" b="0" u="none" err="1">
                <a:solidFill>
                  <a:srgbClr val="000000"/>
                </a:solidFill>
              </a:rPr>
              <a:t>Donec</a:t>
            </a:r>
            <a:r>
              <a:rPr lang="fr-FR" b="0" u="none">
                <a:solidFill>
                  <a:srgbClr val="000000"/>
                </a:solidFill>
              </a:rPr>
              <a:t> </a:t>
            </a:r>
            <a:r>
              <a:rPr lang="fr-FR" b="0" u="none" err="1">
                <a:solidFill>
                  <a:srgbClr val="000000"/>
                </a:solidFill>
              </a:rPr>
              <a:t>laoreet</a:t>
            </a:r>
            <a:r>
              <a:rPr lang="fr-FR" b="0" u="none">
                <a:solidFill>
                  <a:srgbClr val="000000"/>
                </a:solidFill>
              </a:rPr>
              <a:t> </a:t>
            </a:r>
            <a:r>
              <a:rPr lang="fr-FR" b="0" u="none" err="1">
                <a:solidFill>
                  <a:srgbClr val="000000"/>
                </a:solidFill>
              </a:rPr>
              <a:t>pulvinar</a:t>
            </a:r>
            <a:r>
              <a:rPr lang="fr-FR" b="0" u="none">
                <a:solidFill>
                  <a:srgbClr val="000000"/>
                </a:solidFill>
              </a:rPr>
              <a:t> bibendum. Duis pretium ante </a:t>
            </a:r>
            <a:r>
              <a:rPr lang="fr-FR" b="0" u="none" err="1">
                <a:solidFill>
                  <a:srgbClr val="000000"/>
                </a:solidFill>
              </a:rPr>
              <a:t>dui</a:t>
            </a:r>
            <a:r>
              <a:rPr lang="fr-FR" b="0" u="none">
                <a:solidFill>
                  <a:srgbClr val="000000"/>
                </a:solidFill>
              </a:rPr>
              <a:t>, </a:t>
            </a:r>
            <a:r>
              <a:rPr lang="fr-FR" b="0" u="none" err="1">
                <a:solidFill>
                  <a:srgbClr val="000000"/>
                </a:solidFill>
              </a:rPr>
              <a:t>ac</a:t>
            </a:r>
            <a:r>
              <a:rPr lang="fr-FR" b="0" u="none">
                <a:solidFill>
                  <a:srgbClr val="000000"/>
                </a:solidFill>
              </a:rPr>
              <a:t> pretium est </a:t>
            </a:r>
            <a:r>
              <a:rPr lang="fr-FR" b="0" u="none" err="1">
                <a:solidFill>
                  <a:srgbClr val="000000"/>
                </a:solidFill>
              </a:rPr>
              <a:t>maximus</a:t>
            </a:r>
            <a:r>
              <a:rPr lang="fr-FR" b="0" u="none">
                <a:solidFill>
                  <a:srgbClr val="000000"/>
                </a:solidFill>
              </a:rPr>
              <a:t> eu. </a:t>
            </a:r>
            <a:r>
              <a:rPr lang="fr-FR" b="0" u="none" err="1">
                <a:solidFill>
                  <a:srgbClr val="000000"/>
                </a:solidFill>
              </a:rPr>
              <a:t>Aliquam</a:t>
            </a:r>
            <a:r>
              <a:rPr lang="fr-FR" b="0" u="none">
                <a:solidFill>
                  <a:srgbClr val="000000"/>
                </a:solidFill>
              </a:rPr>
              <a:t> </a:t>
            </a:r>
            <a:r>
              <a:rPr lang="fr-FR" b="0" u="none" err="1">
                <a:solidFill>
                  <a:srgbClr val="000000"/>
                </a:solidFill>
              </a:rPr>
              <a:t>egestas</a:t>
            </a:r>
            <a:r>
              <a:rPr lang="fr-FR" b="0" u="none">
                <a:solidFill>
                  <a:srgbClr val="000000"/>
                </a:solidFill>
              </a:rPr>
              <a:t> </a:t>
            </a:r>
            <a:r>
              <a:rPr lang="fr-FR" b="0" u="none" err="1">
                <a:solidFill>
                  <a:srgbClr val="000000"/>
                </a:solidFill>
              </a:rPr>
              <a:t>congue</a:t>
            </a:r>
            <a:r>
              <a:rPr lang="fr-FR" b="0" u="none">
                <a:solidFill>
                  <a:srgbClr val="000000"/>
                </a:solidFill>
              </a:rPr>
              <a:t> </a:t>
            </a:r>
            <a:r>
              <a:rPr lang="fr-FR" b="0" u="none" err="1">
                <a:solidFill>
                  <a:srgbClr val="000000"/>
                </a:solidFill>
              </a:rPr>
              <a:t>neque</a:t>
            </a:r>
            <a:r>
              <a:rPr lang="fr-FR" b="0" u="none">
                <a:solidFill>
                  <a:srgbClr val="000000"/>
                </a:solidFill>
              </a:rPr>
              <a:t> a </a:t>
            </a:r>
            <a:r>
              <a:rPr lang="fr-FR" b="0" u="none" err="1">
                <a:solidFill>
                  <a:srgbClr val="000000"/>
                </a:solidFill>
              </a:rPr>
              <a:t>molestie</a:t>
            </a:r>
            <a:r>
              <a:rPr lang="fr-FR" b="0" u="none">
                <a:solidFill>
                  <a:srgbClr val="000000"/>
                </a:solidFill>
              </a:rPr>
              <a:t>. </a:t>
            </a:r>
            <a:r>
              <a:rPr lang="fr-FR" b="0" u="none" err="1">
                <a:solidFill>
                  <a:srgbClr val="000000"/>
                </a:solidFill>
              </a:rPr>
              <a:t>Vestibulum</a:t>
            </a:r>
            <a:r>
              <a:rPr lang="fr-FR" b="0" u="none">
                <a:solidFill>
                  <a:srgbClr val="000000"/>
                </a:solidFill>
              </a:rPr>
              <a:t> </a:t>
            </a:r>
            <a:r>
              <a:rPr lang="fr-FR" b="0" u="none" err="1">
                <a:solidFill>
                  <a:srgbClr val="000000"/>
                </a:solidFill>
              </a:rPr>
              <a:t>eget</a:t>
            </a:r>
            <a:r>
              <a:rPr lang="fr-FR" b="0" u="none">
                <a:solidFill>
                  <a:srgbClr val="000000"/>
                </a:solidFill>
              </a:rPr>
              <a:t> </a:t>
            </a:r>
            <a:r>
              <a:rPr lang="fr-FR" b="0" u="none" err="1">
                <a:solidFill>
                  <a:srgbClr val="000000"/>
                </a:solidFill>
              </a:rPr>
              <a:t>volutpat</a:t>
            </a:r>
            <a:r>
              <a:rPr lang="fr-FR" b="0" u="none">
                <a:solidFill>
                  <a:srgbClr val="000000"/>
                </a:solidFill>
              </a:rPr>
              <a:t> libero. Sed in </a:t>
            </a:r>
            <a:r>
              <a:rPr lang="fr-FR" b="0" u="none" err="1">
                <a:solidFill>
                  <a:srgbClr val="000000"/>
                </a:solidFill>
              </a:rPr>
              <a:t>metus</a:t>
            </a:r>
            <a:r>
              <a:rPr lang="fr-FR" b="0" u="none">
                <a:solidFill>
                  <a:srgbClr val="000000"/>
                </a:solidFill>
              </a:rPr>
              <a:t> et </a:t>
            </a:r>
            <a:r>
              <a:rPr lang="fr-FR" b="0" u="none" err="1">
                <a:solidFill>
                  <a:srgbClr val="000000"/>
                </a:solidFill>
              </a:rPr>
              <a:t>urna</a:t>
            </a:r>
            <a:r>
              <a:rPr lang="fr-FR" b="0" u="none">
                <a:solidFill>
                  <a:srgbClr val="000000"/>
                </a:solidFill>
              </a:rPr>
              <a:t> </a:t>
            </a:r>
            <a:r>
              <a:rPr lang="fr-FR" b="0" u="none" err="1">
                <a:solidFill>
                  <a:srgbClr val="000000"/>
                </a:solidFill>
              </a:rPr>
              <a:t>porttitor</a:t>
            </a:r>
            <a:r>
              <a:rPr lang="fr-FR" b="0" u="none">
                <a:solidFill>
                  <a:srgbClr val="000000"/>
                </a:solidFill>
              </a:rPr>
              <a:t> </a:t>
            </a:r>
            <a:r>
              <a:rPr lang="fr-FR" b="0" u="none" err="1">
                <a:solidFill>
                  <a:srgbClr val="000000"/>
                </a:solidFill>
              </a:rPr>
              <a:t>congue</a:t>
            </a:r>
            <a:r>
              <a:rPr lang="fr-FR" b="0" u="none">
                <a:solidFill>
                  <a:srgbClr val="000000"/>
                </a:solidFill>
              </a:rPr>
              <a:t>. Ut </a:t>
            </a:r>
            <a:r>
              <a:rPr lang="fr-FR" b="0" u="none" err="1">
                <a:solidFill>
                  <a:srgbClr val="000000"/>
                </a:solidFill>
              </a:rPr>
              <a:t>dictum</a:t>
            </a:r>
            <a:r>
              <a:rPr lang="fr-FR" b="0" u="none">
                <a:solidFill>
                  <a:srgbClr val="000000"/>
                </a:solidFill>
              </a:rPr>
              <a:t> </a:t>
            </a:r>
            <a:r>
              <a:rPr lang="fr-FR" b="0" u="none" err="1">
                <a:solidFill>
                  <a:srgbClr val="000000"/>
                </a:solidFill>
              </a:rPr>
              <a:t>felis</a:t>
            </a:r>
            <a:r>
              <a:rPr lang="fr-FR" b="0" u="none">
                <a:solidFill>
                  <a:srgbClr val="000000"/>
                </a:solidFill>
              </a:rPr>
              <a:t> ut </a:t>
            </a:r>
            <a:r>
              <a:rPr lang="fr-FR" b="0" u="none" err="1">
                <a:solidFill>
                  <a:srgbClr val="000000"/>
                </a:solidFill>
              </a:rPr>
              <a:t>justo</a:t>
            </a:r>
            <a:r>
              <a:rPr lang="fr-FR" b="0" u="none">
                <a:solidFill>
                  <a:srgbClr val="000000"/>
                </a:solidFill>
              </a:rPr>
              <a:t> </a:t>
            </a:r>
            <a:r>
              <a:rPr lang="fr-FR" b="0" u="none" err="1">
                <a:solidFill>
                  <a:srgbClr val="000000"/>
                </a:solidFill>
              </a:rPr>
              <a:t>sodales</a:t>
            </a:r>
            <a:r>
              <a:rPr lang="fr-FR" b="0" u="none">
                <a:solidFill>
                  <a:srgbClr val="000000"/>
                </a:solidFill>
              </a:rPr>
              <a:t>, a cursus </a:t>
            </a:r>
            <a:r>
              <a:rPr lang="fr-FR" b="0" u="none" err="1">
                <a:solidFill>
                  <a:srgbClr val="000000"/>
                </a:solidFill>
              </a:rPr>
              <a:t>quam</a:t>
            </a:r>
            <a:r>
              <a:rPr lang="fr-FR" b="0" u="none">
                <a:solidFill>
                  <a:srgbClr val="000000"/>
                </a:solidFill>
              </a:rPr>
              <a:t> </a:t>
            </a:r>
            <a:r>
              <a:rPr lang="fr-FR" b="0" u="none" err="1">
                <a:solidFill>
                  <a:srgbClr val="000000"/>
                </a:solidFill>
              </a:rPr>
              <a:t>ullamcorper</a:t>
            </a:r>
            <a:r>
              <a:rPr lang="fr-FR" b="0" u="none">
                <a:solidFill>
                  <a:srgbClr val="000000"/>
                </a:solidFill>
              </a:rPr>
              <a:t>.</a:t>
            </a:r>
            <a:endParaRPr lang="en-GB"/>
          </a:p>
        </p:txBody>
      </p:sp>
      <p:sp>
        <p:nvSpPr>
          <p:cNvPr id="15" name="Espace réservé du texte 5">
            <a:extLst>
              <a:ext uri="{FF2B5EF4-FFF2-40B4-BE49-F238E27FC236}">
                <a16:creationId xmlns:a16="http://schemas.microsoft.com/office/drawing/2014/main" id="{FF1EB3E5-2B78-A64D-BDDD-4D4C662083C6}"/>
              </a:ext>
            </a:extLst>
          </p:cNvPr>
          <p:cNvSpPr>
            <a:spLocks noGrp="1"/>
          </p:cNvSpPr>
          <p:nvPr>
            <p:ph type="body" sz="quarter" idx="21"/>
          </p:nvPr>
        </p:nvSpPr>
        <p:spPr>
          <a:xfrm>
            <a:off x="1020232" y="2996321"/>
            <a:ext cx="14264793" cy="952972"/>
          </a:xfrm>
        </p:spPr>
        <p:txBody>
          <a:bodyPr>
            <a:noAutofit/>
          </a:bodyPr>
          <a:lstStyle>
            <a:lvl1pPr>
              <a:defRPr sz="6000" b="1">
                <a:solidFill>
                  <a:srgbClr val="306EC7"/>
                </a:solidFill>
              </a:defRPr>
            </a:lvl1pPr>
          </a:lstStyle>
          <a:p>
            <a:endParaRPr lang="en-GB"/>
          </a:p>
        </p:txBody>
      </p:sp>
      <p:sp>
        <p:nvSpPr>
          <p:cNvPr id="17" name="01">
            <a:extLst>
              <a:ext uri="{FF2B5EF4-FFF2-40B4-BE49-F238E27FC236}">
                <a16:creationId xmlns:a16="http://schemas.microsoft.com/office/drawing/2014/main" id="{5BE3B155-0DDD-B94A-A9DB-698A59FD0352}"/>
              </a:ext>
            </a:extLst>
          </p:cNvPr>
          <p:cNvSpPr>
            <a:spLocks noGrp="1"/>
          </p:cNvSpPr>
          <p:nvPr>
            <p:ph type="body" sz="quarter" idx="27"/>
          </p:nvPr>
        </p:nvSpPr>
        <p:spPr>
          <a:xfrm>
            <a:off x="3669270" y="4795734"/>
            <a:ext cx="955258" cy="955258"/>
          </a:xfrm>
          <a:prstGeom prst="ellipse">
            <a:avLst/>
          </a:prstGeom>
          <a:solidFill>
            <a:srgbClr val="4E99B3"/>
          </a:solidFill>
        </p:spPr>
        <p:txBody>
          <a:bodyPr anchor="ctr">
            <a:noAutofit/>
          </a:bodyPr>
          <a:lstStyle>
            <a:lvl1pPr algn="ctr">
              <a:lnSpc>
                <a:spcPct val="100000"/>
              </a:lnSpc>
              <a:spcBef>
                <a:spcPts val="0"/>
              </a:spcBef>
              <a:defRPr sz="2400">
                <a:solidFill>
                  <a:srgbClr val="FFFFFF"/>
                </a:solidFill>
              </a:defRPr>
            </a:lvl1pPr>
          </a:lstStyle>
          <a:p>
            <a:r>
              <a:t>01</a:t>
            </a:r>
          </a:p>
        </p:txBody>
      </p:sp>
      <p:sp>
        <p:nvSpPr>
          <p:cNvPr id="19" name="01">
            <a:extLst>
              <a:ext uri="{FF2B5EF4-FFF2-40B4-BE49-F238E27FC236}">
                <a16:creationId xmlns:a16="http://schemas.microsoft.com/office/drawing/2014/main" id="{842586EC-48D8-7543-97BC-3BB74CC4351B}"/>
              </a:ext>
            </a:extLst>
          </p:cNvPr>
          <p:cNvSpPr>
            <a:spLocks noGrp="1"/>
          </p:cNvSpPr>
          <p:nvPr>
            <p:ph type="body" sz="quarter" idx="29"/>
          </p:nvPr>
        </p:nvSpPr>
        <p:spPr>
          <a:xfrm>
            <a:off x="10930855" y="4795734"/>
            <a:ext cx="955258" cy="955258"/>
          </a:xfrm>
          <a:prstGeom prst="ellipse">
            <a:avLst/>
          </a:prstGeom>
          <a:solidFill>
            <a:srgbClr val="EA5564"/>
          </a:solidFill>
        </p:spPr>
        <p:txBody>
          <a:bodyPr anchor="ctr">
            <a:noAutofit/>
          </a:bodyPr>
          <a:lstStyle>
            <a:lvl1pPr algn="ctr">
              <a:lnSpc>
                <a:spcPct val="100000"/>
              </a:lnSpc>
              <a:spcBef>
                <a:spcPts val="0"/>
              </a:spcBef>
              <a:defRPr sz="2400">
                <a:solidFill>
                  <a:srgbClr val="FFFFFF"/>
                </a:solidFill>
              </a:defRPr>
            </a:lvl1pPr>
          </a:lstStyle>
          <a:p>
            <a:r>
              <a:t>01</a:t>
            </a:r>
          </a:p>
        </p:txBody>
      </p:sp>
      <p:sp>
        <p:nvSpPr>
          <p:cNvPr id="21" name="01">
            <a:extLst>
              <a:ext uri="{FF2B5EF4-FFF2-40B4-BE49-F238E27FC236}">
                <a16:creationId xmlns:a16="http://schemas.microsoft.com/office/drawing/2014/main" id="{A9553321-7AC3-F44B-A41E-F35E3A23B569}"/>
              </a:ext>
            </a:extLst>
          </p:cNvPr>
          <p:cNvSpPr>
            <a:spLocks noGrp="1"/>
          </p:cNvSpPr>
          <p:nvPr>
            <p:ph type="body" sz="quarter" idx="30"/>
          </p:nvPr>
        </p:nvSpPr>
        <p:spPr>
          <a:xfrm>
            <a:off x="18192440" y="4795734"/>
            <a:ext cx="955258" cy="955258"/>
          </a:xfrm>
          <a:prstGeom prst="ellipse">
            <a:avLst/>
          </a:prstGeom>
          <a:solidFill>
            <a:srgbClr val="00A073"/>
          </a:solidFill>
        </p:spPr>
        <p:txBody>
          <a:bodyPr anchor="ctr">
            <a:noAutofit/>
          </a:bodyPr>
          <a:lstStyle>
            <a:lvl1pPr algn="ctr">
              <a:lnSpc>
                <a:spcPct val="100000"/>
              </a:lnSpc>
              <a:spcBef>
                <a:spcPts val="0"/>
              </a:spcBef>
              <a:defRPr sz="2400">
                <a:solidFill>
                  <a:srgbClr val="FFFFFF"/>
                </a:solidFill>
              </a:defRPr>
            </a:lvl1pPr>
          </a:lstStyle>
          <a:p>
            <a:r>
              <a:t>01</a:t>
            </a:r>
          </a:p>
        </p:txBody>
      </p:sp>
    </p:spTree>
    <p:extLst>
      <p:ext uri="{BB962C8B-B14F-4D97-AF65-F5344CB8AC3E}">
        <p14:creationId xmlns:p14="http://schemas.microsoft.com/office/powerpoint/2010/main" val="3025035696"/>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reserve="1">
  <p:cSld name="1_Double">
    <p:spTree>
      <p:nvGrpSpPr>
        <p:cNvPr id="1" name=""/>
        <p:cNvGrpSpPr/>
        <p:nvPr/>
      </p:nvGrpSpPr>
      <p:grpSpPr>
        <a:xfrm>
          <a:off x="0" y="0"/>
          <a:ext cx="0" cy="0"/>
          <a:chOff x="0" y="0"/>
          <a:chExt cx="0" cy="0"/>
        </a:xfrm>
      </p:grpSpPr>
      <p:sp>
        <p:nvSpPr>
          <p:cNvPr id="207" name="Rectangle"/>
          <p:cNvSpPr/>
          <p:nvPr/>
        </p:nvSpPr>
        <p:spPr>
          <a:xfrm>
            <a:off x="12192000" y="-1"/>
            <a:ext cx="12192000" cy="13716002"/>
          </a:xfrm>
          <a:prstGeom prst="rect">
            <a:avLst/>
          </a:prstGeom>
          <a:solidFill>
            <a:srgbClr val="97B2E2"/>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pic>
        <p:nvPicPr>
          <p:cNvPr id="208"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6686" y="1046024"/>
            <a:ext cx="3975102" cy="220967"/>
          </a:xfrm>
          <a:prstGeom prst="rect">
            <a:avLst/>
          </a:prstGeom>
          <a:ln w="12700">
            <a:miter lim="400000"/>
          </a:ln>
        </p:spPr>
      </p:pic>
      <p:pic>
        <p:nvPicPr>
          <p:cNvPr id="209"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pic>
        <p:nvPicPr>
          <p:cNvPr id="210" name="Image" descr="Image"/>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a:xfrm rot="10800000">
            <a:off x="9933631" y="6860927"/>
            <a:ext cx="4560493" cy="6848595"/>
          </a:xfrm>
          <a:prstGeom prst="rect">
            <a:avLst/>
          </a:prstGeom>
          <a:ln w="12700">
            <a:miter lim="400000"/>
          </a:ln>
        </p:spPr>
      </p:pic>
      <p:sp>
        <p:nvSpPr>
          <p:cNvPr id="211" name="Lorem ipsum dolor sit amet, consectetur adipiscing elit. Curabitur sem massa, pulvinar sed ultricies non, ultrices in dui.…"/>
          <p:cNvSpPr txBox="1">
            <a:spLocks noGrp="1"/>
          </p:cNvSpPr>
          <p:nvPr>
            <p:ph type="body" sz="quarter" idx="21"/>
          </p:nvPr>
        </p:nvSpPr>
        <p:spPr>
          <a:xfrm>
            <a:off x="969432" y="4265438"/>
            <a:ext cx="8247527" cy="6752991"/>
          </a:xfrm>
          <a:prstGeom prst="rect">
            <a:avLst/>
          </a:prstGeom>
        </p:spPr>
        <p:txBody>
          <a:bodyPr/>
          <a:lstStyle/>
          <a:p>
            <a:pPr marL="609600" indent="-609600">
              <a:buClr>
                <a:srgbClr val="5FC7D1"/>
              </a:buClr>
              <a:buSzPct val="100000"/>
              <a:buChar char="•"/>
            </a:pPr>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 </a:t>
            </a:r>
          </a:p>
          <a:p>
            <a:pPr marL="609600" indent="-609600">
              <a:buClr>
                <a:srgbClr val="5FC7D1"/>
              </a:buClr>
              <a:buSzPct val="100000"/>
              <a:buChar char="•"/>
            </a:pPr>
            <a:r>
              <a:rPr err="1"/>
              <a:t>Fusce</a:t>
            </a:r>
            <a:r>
              <a:t> </a:t>
            </a:r>
            <a:r>
              <a:rPr err="1"/>
              <a:t>faucibus</a:t>
            </a:r>
            <a:r>
              <a:t> </a:t>
            </a:r>
            <a:r>
              <a:rPr err="1"/>
              <a:t>arcu</a:t>
            </a:r>
            <a:r>
              <a:t> ex, </a:t>
            </a:r>
            <a:r>
              <a:rPr err="1"/>
              <a:t>quis</a:t>
            </a:r>
            <a:r>
              <a:t> </a:t>
            </a:r>
            <a:r>
              <a:rPr err="1"/>
              <a:t>viverra</a:t>
            </a:r>
            <a:r>
              <a:t> </a:t>
            </a:r>
            <a:r>
              <a:rPr err="1"/>
              <a:t>risus</a:t>
            </a:r>
            <a:r>
              <a:t> </a:t>
            </a:r>
            <a:r>
              <a:rPr err="1"/>
              <a:t>pretium</a:t>
            </a:r>
            <a:r>
              <a:t> </a:t>
            </a:r>
            <a:r>
              <a:rPr err="1"/>
              <a:t>nec</a:t>
            </a:r>
            <a:r>
              <a:t>. </a:t>
            </a:r>
            <a:r>
              <a:rPr err="1"/>
              <a:t>Pellentesque</a:t>
            </a:r>
            <a:r>
              <a:t> maximus </a:t>
            </a:r>
            <a:r>
              <a:rPr err="1"/>
              <a:t>nulla</a:t>
            </a:r>
            <a:r>
              <a:t> id </a:t>
            </a:r>
            <a:r>
              <a:rPr err="1"/>
              <a:t>enim</a:t>
            </a:r>
            <a:r>
              <a:t> </a:t>
            </a:r>
            <a:r>
              <a:rPr err="1"/>
              <a:t>vehicula</a:t>
            </a:r>
            <a:r>
              <a:t>, </a:t>
            </a:r>
            <a:r>
              <a:rPr err="1"/>
              <a:t>ut</a:t>
            </a:r>
            <a:r>
              <a:t> </a:t>
            </a:r>
            <a:r>
              <a:rPr err="1"/>
              <a:t>aliquet</a:t>
            </a:r>
            <a:r>
              <a:t> </a:t>
            </a:r>
            <a:r>
              <a:rPr err="1"/>
              <a:t>orci</a:t>
            </a:r>
            <a:r>
              <a:t> </a:t>
            </a:r>
            <a:r>
              <a:rPr err="1"/>
              <a:t>tincidunt</a:t>
            </a:r>
            <a:r>
              <a:t>. Duis id pharetra dolor, sed </a:t>
            </a:r>
            <a:r>
              <a:rPr err="1"/>
              <a:t>condimentum</a:t>
            </a:r>
            <a:r>
              <a:t>.</a:t>
            </a:r>
          </a:p>
        </p:txBody>
      </p:sp>
      <p:sp>
        <p:nvSpPr>
          <p:cNvPr id="212" name="90%…"/>
          <p:cNvSpPr>
            <a:spLocks noGrp="1"/>
          </p:cNvSpPr>
          <p:nvPr>
            <p:ph type="body" sz="half" idx="22"/>
          </p:nvPr>
        </p:nvSpPr>
        <p:spPr>
          <a:xfrm>
            <a:off x="16087247" y="1279702"/>
            <a:ext cx="8314130" cy="12445484"/>
          </a:xfrm>
          <a:prstGeom prst="rect">
            <a:avLst/>
          </a:prstGeom>
        </p:spPr>
        <p:txBody>
          <a:bodyPr anchor="ctr"/>
          <a:lstStyle/>
          <a:p>
            <a:pPr defTabSz="825500">
              <a:lnSpc>
                <a:spcPct val="100000"/>
              </a:lnSpc>
              <a:spcBef>
                <a:spcPts val="0"/>
              </a:spcBef>
              <a:defRPr sz="20000" b="1">
                <a:solidFill>
                  <a:srgbClr val="FFFFFF"/>
                </a:solidFill>
              </a:defRPr>
            </a:pPr>
            <a:r>
              <a:t>90%</a:t>
            </a:r>
          </a:p>
          <a:p>
            <a:pPr defTabSz="825500">
              <a:lnSpc>
                <a:spcPct val="100000"/>
              </a:lnSpc>
              <a:spcBef>
                <a:spcPts val="0"/>
              </a:spcBef>
              <a:defRPr sz="3200">
                <a:solidFill>
                  <a:srgbClr val="FFFFFF"/>
                </a:solidFill>
              </a:defRPr>
            </a:pPr>
            <a:r>
              <a:t>Lorem ipsum</a:t>
            </a:r>
          </a:p>
        </p:txBody>
      </p:sp>
      <p:sp>
        <p:nvSpPr>
          <p:cNvPr id="213" name="Titre de diapositive"/>
          <p:cNvSpPr txBox="1">
            <a:spLocks noGrp="1"/>
          </p:cNvSpPr>
          <p:nvPr>
            <p:ph type="body" sz="quarter" idx="23" hasCustomPrompt="1"/>
          </p:nvPr>
        </p:nvSpPr>
        <p:spPr>
          <a:xfrm>
            <a:off x="1018800" y="2610000"/>
            <a:ext cx="10347337" cy="1433165"/>
          </a:xfrm>
          <a:prstGeom prst="rect">
            <a:avLst/>
          </a:prstGeom>
        </p:spPr>
        <p:txBody>
          <a:bodyPr anchor="b"/>
          <a:lstStyle>
            <a:lvl1pPr>
              <a:lnSpc>
                <a:spcPct val="80000"/>
              </a:lnSpc>
              <a:spcBef>
                <a:spcPts val="0"/>
              </a:spcBef>
              <a:defRPr sz="6000" b="1" spc="-200">
                <a:solidFill>
                  <a:srgbClr val="306EC7"/>
                </a:solidFill>
              </a:defRPr>
            </a:lvl1pPr>
          </a:lstStyle>
          <a:p>
            <a:r>
              <a:rPr err="1"/>
              <a:t>Titre</a:t>
            </a:r>
            <a:r>
              <a:t> de </a:t>
            </a:r>
            <a:r>
              <a:rPr lang="fr-FR"/>
              <a:t>la </a:t>
            </a:r>
            <a:r>
              <a:t>diapositive</a:t>
            </a:r>
          </a:p>
        </p:txBody>
      </p:sp>
      <p:sp>
        <p:nvSpPr>
          <p:cNvPr id="214"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pic>
        <p:nvPicPr>
          <p:cNvPr id="11" name="Image 10">
            <a:extLst>
              <a:ext uri="{FF2B5EF4-FFF2-40B4-BE49-F238E27FC236}">
                <a16:creationId xmlns:a16="http://schemas.microsoft.com/office/drawing/2014/main" id="{F10350F0-2353-834C-81DC-F8A6084C4DA9}"/>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1326332304"/>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Double_02">
    <p:spTree>
      <p:nvGrpSpPr>
        <p:cNvPr id="1" name=""/>
        <p:cNvGrpSpPr/>
        <p:nvPr/>
      </p:nvGrpSpPr>
      <p:grpSpPr>
        <a:xfrm>
          <a:off x="0" y="0"/>
          <a:ext cx="0" cy="0"/>
          <a:chOff x="0" y="0"/>
          <a:chExt cx="0" cy="0"/>
        </a:xfrm>
      </p:grpSpPr>
      <p:pic>
        <p:nvPicPr>
          <p:cNvPr id="221" name="Image" descr="Image"/>
          <p:cNvPicPr>
            <a:picLocks noChangeAspect="1"/>
          </p:cNvPicPr>
          <p:nvPr/>
        </p:nvPicPr>
        <p:blipFill>
          <a:blip r:embed="rId2"/>
          <a:stretch>
            <a:fillRect/>
          </a:stretch>
        </p:blipFill>
        <p:spPr>
          <a:xfrm>
            <a:off x="15242232" y="4582712"/>
            <a:ext cx="9139538" cy="9139509"/>
          </a:xfrm>
          <a:prstGeom prst="rect">
            <a:avLst/>
          </a:prstGeom>
          <a:ln w="12700">
            <a:miter lim="400000"/>
          </a:ln>
        </p:spPr>
      </p:pic>
      <p:sp>
        <p:nvSpPr>
          <p:cNvPr id="222" name="Rectangle"/>
          <p:cNvSpPr/>
          <p:nvPr/>
        </p:nvSpPr>
        <p:spPr>
          <a:xfrm>
            <a:off x="12192000" y="-1"/>
            <a:ext cx="12192000" cy="13716002"/>
          </a:xfrm>
          <a:prstGeom prst="rect">
            <a:avLst/>
          </a:prstGeom>
          <a:solidFill>
            <a:srgbClr val="97B2E2"/>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pic>
        <p:nvPicPr>
          <p:cNvPr id="223"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pic>
        <p:nvPicPr>
          <p:cNvPr id="224" name="Image" descr="Image"/>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9386686" y="1046024"/>
            <a:ext cx="3975102" cy="220967"/>
          </a:xfrm>
          <a:prstGeom prst="rect">
            <a:avLst/>
          </a:prstGeom>
          <a:ln w="12700">
            <a:miter lim="400000"/>
          </a:ln>
        </p:spPr>
      </p:pic>
      <p:sp>
        <p:nvSpPr>
          <p:cNvPr id="225"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
        <p:nvSpPr>
          <p:cNvPr id="11" name="Lorem ipsum dolor sit amet, consectetur adipiscing elit. Curabitur sem massa, pulvinar sed ultricies non, ultrices in dui.…">
            <a:extLst>
              <a:ext uri="{FF2B5EF4-FFF2-40B4-BE49-F238E27FC236}">
                <a16:creationId xmlns:a16="http://schemas.microsoft.com/office/drawing/2014/main" id="{2F1CAEAB-92AF-884C-940A-B0F882917B37}"/>
              </a:ext>
            </a:extLst>
          </p:cNvPr>
          <p:cNvSpPr txBox="1">
            <a:spLocks noGrp="1"/>
          </p:cNvSpPr>
          <p:nvPr>
            <p:ph type="body" sz="quarter" idx="21"/>
          </p:nvPr>
        </p:nvSpPr>
        <p:spPr>
          <a:xfrm>
            <a:off x="969432" y="4265438"/>
            <a:ext cx="8247527" cy="6752991"/>
          </a:xfrm>
          <a:prstGeom prst="rect">
            <a:avLst/>
          </a:prstGeom>
          <a:ln w="12700">
            <a:miter lim="400000"/>
          </a:ln>
        </p:spPr>
        <p:txBody>
          <a:bodyPr lIns="50800" tIns="50800" rIns="50800" bIns="50800">
            <a:normAutofit/>
          </a:bodyPr>
          <a:lstStyle>
            <a:lvl1pPr>
              <a:defRPr dirty="0"/>
            </a:lvl1pPr>
          </a:lstStyle>
          <a:p>
            <a:pPr marL="609600" lvl="0" indent="-609600">
              <a:buClr>
                <a:srgbClr val="5FC7D1"/>
              </a:buClr>
              <a:buSzPct val="100000"/>
              <a:buChar char="•"/>
            </a:pPr>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 </a:t>
            </a:r>
          </a:p>
          <a:p>
            <a:pPr marL="609600" lvl="0" indent="-609600">
              <a:buClr>
                <a:srgbClr val="5FC7D1"/>
              </a:buClr>
              <a:buSzPct val="100000"/>
              <a:buChar char="•"/>
            </a:pPr>
            <a:r>
              <a:rPr err="1"/>
              <a:t>Fusce</a:t>
            </a:r>
            <a:r>
              <a:t> </a:t>
            </a:r>
            <a:r>
              <a:rPr err="1"/>
              <a:t>faucibus</a:t>
            </a:r>
            <a:r>
              <a:t> </a:t>
            </a:r>
            <a:r>
              <a:rPr err="1"/>
              <a:t>arcu</a:t>
            </a:r>
            <a:r>
              <a:t> ex, </a:t>
            </a:r>
            <a:r>
              <a:rPr err="1"/>
              <a:t>quis</a:t>
            </a:r>
            <a:r>
              <a:t> </a:t>
            </a:r>
            <a:r>
              <a:rPr err="1"/>
              <a:t>viverra</a:t>
            </a:r>
            <a:r>
              <a:t> </a:t>
            </a:r>
            <a:r>
              <a:rPr err="1"/>
              <a:t>risus</a:t>
            </a:r>
            <a:r>
              <a:t> </a:t>
            </a:r>
            <a:r>
              <a:rPr err="1"/>
              <a:t>pretium</a:t>
            </a:r>
            <a:r>
              <a:t> </a:t>
            </a:r>
            <a:r>
              <a:rPr err="1"/>
              <a:t>nec</a:t>
            </a:r>
            <a:r>
              <a:t>. </a:t>
            </a:r>
            <a:r>
              <a:rPr err="1"/>
              <a:t>Pellentesque</a:t>
            </a:r>
            <a:r>
              <a:t> maximus </a:t>
            </a:r>
            <a:r>
              <a:rPr err="1"/>
              <a:t>nulla</a:t>
            </a:r>
            <a:r>
              <a:t> id </a:t>
            </a:r>
            <a:r>
              <a:rPr err="1"/>
              <a:t>enim</a:t>
            </a:r>
            <a:r>
              <a:t> </a:t>
            </a:r>
            <a:r>
              <a:rPr err="1"/>
              <a:t>vehicula</a:t>
            </a:r>
            <a:r>
              <a:t>, </a:t>
            </a:r>
            <a:r>
              <a:rPr err="1"/>
              <a:t>ut</a:t>
            </a:r>
            <a:r>
              <a:t> </a:t>
            </a:r>
            <a:r>
              <a:rPr err="1"/>
              <a:t>aliquet</a:t>
            </a:r>
            <a:r>
              <a:t> </a:t>
            </a:r>
            <a:r>
              <a:rPr err="1"/>
              <a:t>orci</a:t>
            </a:r>
            <a:r>
              <a:t> </a:t>
            </a:r>
            <a:r>
              <a:rPr err="1"/>
              <a:t>tincidunt</a:t>
            </a:r>
            <a:r>
              <a:t>. Duis id pharetra dolor, sed </a:t>
            </a:r>
            <a:r>
              <a:rPr err="1"/>
              <a:t>condimentum</a:t>
            </a:r>
            <a:r>
              <a:t>.</a:t>
            </a:r>
          </a:p>
        </p:txBody>
      </p:sp>
      <p:sp>
        <p:nvSpPr>
          <p:cNvPr id="12" name="90%…">
            <a:extLst>
              <a:ext uri="{FF2B5EF4-FFF2-40B4-BE49-F238E27FC236}">
                <a16:creationId xmlns:a16="http://schemas.microsoft.com/office/drawing/2014/main" id="{277B9B16-9720-5543-ACE8-F3E72256F875}"/>
              </a:ext>
            </a:extLst>
          </p:cNvPr>
          <p:cNvSpPr>
            <a:spLocks noGrp="1"/>
          </p:cNvSpPr>
          <p:nvPr>
            <p:ph type="body" sz="half" idx="22"/>
          </p:nvPr>
        </p:nvSpPr>
        <p:spPr>
          <a:xfrm>
            <a:off x="16087247" y="1279702"/>
            <a:ext cx="8314130" cy="12445484"/>
          </a:xfrm>
          <a:prstGeom prst="rect">
            <a:avLst/>
          </a:prstGeom>
        </p:spPr>
        <p:txBody>
          <a:bodyPr anchor="ctr"/>
          <a:lstStyle/>
          <a:p>
            <a:pPr defTabSz="825500">
              <a:lnSpc>
                <a:spcPct val="100000"/>
              </a:lnSpc>
              <a:spcBef>
                <a:spcPts val="0"/>
              </a:spcBef>
              <a:defRPr sz="20000" b="1">
                <a:solidFill>
                  <a:srgbClr val="FFFFFF"/>
                </a:solidFill>
              </a:defRPr>
            </a:pPr>
            <a:r>
              <a:t>90%</a:t>
            </a:r>
          </a:p>
          <a:p>
            <a:pPr defTabSz="825500">
              <a:lnSpc>
                <a:spcPct val="100000"/>
              </a:lnSpc>
              <a:spcBef>
                <a:spcPts val="0"/>
              </a:spcBef>
              <a:defRPr sz="3200">
                <a:solidFill>
                  <a:srgbClr val="FFFFFF"/>
                </a:solidFill>
              </a:defRPr>
            </a:pPr>
            <a:r>
              <a:t>Lorem ipsum</a:t>
            </a:r>
          </a:p>
        </p:txBody>
      </p:sp>
      <p:sp>
        <p:nvSpPr>
          <p:cNvPr id="13" name="Titre de diapositive">
            <a:extLst>
              <a:ext uri="{FF2B5EF4-FFF2-40B4-BE49-F238E27FC236}">
                <a16:creationId xmlns:a16="http://schemas.microsoft.com/office/drawing/2014/main" id="{72DAB857-9256-8644-9347-2B284C45C2E6}"/>
              </a:ext>
            </a:extLst>
          </p:cNvPr>
          <p:cNvSpPr txBox="1">
            <a:spLocks noGrp="1"/>
          </p:cNvSpPr>
          <p:nvPr>
            <p:ph type="body" sz="quarter" idx="23" hasCustomPrompt="1"/>
          </p:nvPr>
        </p:nvSpPr>
        <p:spPr>
          <a:xfrm>
            <a:off x="1018800" y="2610000"/>
            <a:ext cx="10347337" cy="1433165"/>
          </a:xfrm>
          <a:prstGeom prst="rect">
            <a:avLst/>
          </a:prstGeom>
        </p:spPr>
        <p:txBody>
          <a:bodyPr anchor="b"/>
          <a:lstStyle>
            <a:lvl1pPr>
              <a:lnSpc>
                <a:spcPct val="80000"/>
              </a:lnSpc>
              <a:spcBef>
                <a:spcPts val="0"/>
              </a:spcBef>
              <a:defRPr sz="6000" b="1" spc="-200">
                <a:solidFill>
                  <a:srgbClr val="306EC7"/>
                </a:solidFill>
              </a:defRPr>
            </a:lvl1pPr>
          </a:lstStyle>
          <a:p>
            <a:r>
              <a:rPr err="1"/>
              <a:t>Titre</a:t>
            </a:r>
            <a:r>
              <a:t> de </a:t>
            </a:r>
            <a:r>
              <a:rPr lang="fr-FR"/>
              <a:t>la </a:t>
            </a:r>
            <a:r>
              <a:t>diapositive</a:t>
            </a:r>
          </a:p>
        </p:txBody>
      </p:sp>
    </p:spTree>
    <p:extLst>
      <p:ext uri="{BB962C8B-B14F-4D97-AF65-F5344CB8AC3E}">
        <p14:creationId xmlns:p14="http://schemas.microsoft.com/office/powerpoint/2010/main" val="3138790653"/>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Graphique">
    <p:spTree>
      <p:nvGrpSpPr>
        <p:cNvPr id="1" name=""/>
        <p:cNvGrpSpPr/>
        <p:nvPr/>
      </p:nvGrpSpPr>
      <p:grpSpPr>
        <a:xfrm>
          <a:off x="0" y="0"/>
          <a:ext cx="0" cy="0"/>
          <a:chOff x="0" y="0"/>
          <a:chExt cx="0" cy="0"/>
        </a:xfrm>
      </p:grpSpPr>
      <p:pic>
        <p:nvPicPr>
          <p:cNvPr id="235" name="Image" descr="Image"/>
          <p:cNvPicPr>
            <a:picLocks noChangeAspect="1"/>
          </p:cNvPicPr>
          <p:nvPr/>
        </p:nvPicPr>
        <p:blipFill>
          <a:blip r:embed="rId2"/>
          <a:stretch>
            <a:fillRect/>
          </a:stretch>
        </p:blipFill>
        <p:spPr>
          <a:xfrm>
            <a:off x="15242232" y="4582712"/>
            <a:ext cx="9139538" cy="9139509"/>
          </a:xfrm>
          <a:prstGeom prst="rect">
            <a:avLst/>
          </a:prstGeom>
          <a:ln w="12700">
            <a:miter lim="400000"/>
          </a:ln>
        </p:spPr>
      </p:pic>
      <p:sp>
        <p:nvSpPr>
          <p:cNvPr id="236" name="Rectangle"/>
          <p:cNvSpPr/>
          <p:nvPr/>
        </p:nvSpPr>
        <p:spPr>
          <a:xfrm>
            <a:off x="12192000" y="-1"/>
            <a:ext cx="12192000" cy="13716002"/>
          </a:xfrm>
          <a:prstGeom prst="rect">
            <a:avLst/>
          </a:prstGeom>
          <a:solidFill>
            <a:srgbClr val="97B2E2"/>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pic>
        <p:nvPicPr>
          <p:cNvPr id="237"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pic>
        <p:nvPicPr>
          <p:cNvPr id="240" name="Image" descr="Image"/>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9386686" y="1046024"/>
            <a:ext cx="3975102" cy="220967"/>
          </a:xfrm>
          <a:prstGeom prst="rect">
            <a:avLst/>
          </a:prstGeom>
          <a:ln w="12700">
            <a:miter lim="400000"/>
          </a:ln>
        </p:spPr>
      </p:pic>
      <p:sp>
        <p:nvSpPr>
          <p:cNvPr id="241" name="Numéro de diapositive"/>
          <p:cNvSpPr txBox="1">
            <a:spLocks noGrp="1"/>
          </p:cNvSpPr>
          <p:nvPr>
            <p:ph type="sldNum" sz="quarter" idx="2"/>
          </p:nvPr>
        </p:nvSpPr>
        <p:spPr>
          <a:xfrm>
            <a:off x="23708647" y="12775850"/>
            <a:ext cx="368574" cy="414204"/>
          </a:xfrm>
          <a:prstGeom prst="rect">
            <a:avLst/>
          </a:prstGeom>
        </p:spPr>
        <p:txBody>
          <a:bodyPr/>
          <a:lstStyle/>
          <a:p>
            <a:fld id="{86CB4B4D-7CA3-9044-876B-883B54F8677D}" type="slidenum">
              <a:t>‹N°›</a:t>
            </a:fld>
            <a:endParaRPr/>
          </a:p>
        </p:txBody>
      </p:sp>
      <p:sp>
        <p:nvSpPr>
          <p:cNvPr id="10" name="Lorem ipsum dolor sit amet, consectetur adipiscing elit. Curabitur sem massa, pulvinar sed ultricies non, ultrices in dui.…">
            <a:extLst>
              <a:ext uri="{FF2B5EF4-FFF2-40B4-BE49-F238E27FC236}">
                <a16:creationId xmlns:a16="http://schemas.microsoft.com/office/drawing/2014/main" id="{FDBE53D1-6E92-E343-928D-8B651BB2748C}"/>
              </a:ext>
            </a:extLst>
          </p:cNvPr>
          <p:cNvSpPr txBox="1">
            <a:spLocks noGrp="1"/>
          </p:cNvSpPr>
          <p:nvPr>
            <p:ph type="body" sz="quarter" idx="21"/>
          </p:nvPr>
        </p:nvSpPr>
        <p:spPr>
          <a:xfrm>
            <a:off x="969432" y="4265438"/>
            <a:ext cx="8247527" cy="6752991"/>
          </a:xfrm>
          <a:prstGeom prst="rect">
            <a:avLst/>
          </a:prstGeom>
        </p:spPr>
        <p:txBody>
          <a:bodyPr/>
          <a:lstStyle/>
          <a:p>
            <a:pPr marL="609600" indent="-609600">
              <a:buClr>
                <a:srgbClr val="5FC7D1"/>
              </a:buClr>
              <a:buSzPct val="100000"/>
              <a:buChar char="•"/>
            </a:pPr>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 </a:t>
            </a:r>
          </a:p>
          <a:p>
            <a:pPr marL="609600" indent="-609600">
              <a:buClr>
                <a:srgbClr val="5FC7D1"/>
              </a:buClr>
              <a:buSzPct val="100000"/>
              <a:buChar char="•"/>
            </a:pPr>
            <a:r>
              <a:rPr err="1"/>
              <a:t>Fusce</a:t>
            </a:r>
            <a:r>
              <a:t> </a:t>
            </a:r>
            <a:r>
              <a:rPr err="1"/>
              <a:t>faucibus</a:t>
            </a:r>
            <a:r>
              <a:t> </a:t>
            </a:r>
            <a:r>
              <a:rPr err="1"/>
              <a:t>arcu</a:t>
            </a:r>
            <a:r>
              <a:t> ex, </a:t>
            </a:r>
            <a:r>
              <a:rPr err="1"/>
              <a:t>quis</a:t>
            </a:r>
            <a:r>
              <a:t> </a:t>
            </a:r>
            <a:r>
              <a:rPr err="1"/>
              <a:t>viverra</a:t>
            </a:r>
            <a:r>
              <a:t> </a:t>
            </a:r>
            <a:r>
              <a:rPr err="1"/>
              <a:t>risus</a:t>
            </a:r>
            <a:r>
              <a:t> </a:t>
            </a:r>
            <a:r>
              <a:rPr err="1"/>
              <a:t>pretium</a:t>
            </a:r>
            <a:r>
              <a:t> </a:t>
            </a:r>
            <a:r>
              <a:rPr err="1"/>
              <a:t>nec</a:t>
            </a:r>
            <a:r>
              <a:t>. </a:t>
            </a:r>
            <a:r>
              <a:rPr err="1"/>
              <a:t>Pellentesque</a:t>
            </a:r>
            <a:r>
              <a:t> maximus </a:t>
            </a:r>
            <a:r>
              <a:rPr err="1"/>
              <a:t>nulla</a:t>
            </a:r>
            <a:r>
              <a:t> id </a:t>
            </a:r>
            <a:r>
              <a:rPr err="1"/>
              <a:t>enim</a:t>
            </a:r>
            <a:r>
              <a:t> </a:t>
            </a:r>
            <a:r>
              <a:rPr err="1"/>
              <a:t>vehicula</a:t>
            </a:r>
            <a:r>
              <a:t>, </a:t>
            </a:r>
            <a:r>
              <a:rPr err="1"/>
              <a:t>ut</a:t>
            </a:r>
            <a:r>
              <a:t> </a:t>
            </a:r>
            <a:r>
              <a:rPr err="1"/>
              <a:t>aliquet</a:t>
            </a:r>
            <a:r>
              <a:t> </a:t>
            </a:r>
            <a:r>
              <a:rPr err="1"/>
              <a:t>orci</a:t>
            </a:r>
            <a:r>
              <a:t> </a:t>
            </a:r>
            <a:r>
              <a:rPr err="1"/>
              <a:t>tincidunt</a:t>
            </a:r>
            <a:r>
              <a:t>. Duis id pharetra dolor, sed </a:t>
            </a:r>
            <a:r>
              <a:rPr err="1"/>
              <a:t>condimentum</a:t>
            </a:r>
            <a:r>
              <a:t>.</a:t>
            </a:r>
          </a:p>
        </p:txBody>
      </p:sp>
      <p:sp>
        <p:nvSpPr>
          <p:cNvPr id="3" name="Espace réservé du graphique 2">
            <a:extLst>
              <a:ext uri="{FF2B5EF4-FFF2-40B4-BE49-F238E27FC236}">
                <a16:creationId xmlns:a16="http://schemas.microsoft.com/office/drawing/2014/main" id="{0C74D3C4-C952-4141-A4A9-603E1CC2E37A}"/>
              </a:ext>
            </a:extLst>
          </p:cNvPr>
          <p:cNvSpPr>
            <a:spLocks noGrp="1"/>
          </p:cNvSpPr>
          <p:nvPr>
            <p:ph type="chart" sz="quarter" idx="25" hasCustomPrompt="1"/>
          </p:nvPr>
        </p:nvSpPr>
        <p:spPr>
          <a:xfrm>
            <a:off x="16402050" y="5600700"/>
            <a:ext cx="4657725" cy="3629025"/>
          </a:xfrm>
        </p:spPr>
        <p:txBody>
          <a:bodyPr>
            <a:normAutofit/>
          </a:bodyPr>
          <a:lstStyle>
            <a:lvl1pPr>
              <a:defRPr sz="3600" b="1">
                <a:solidFill>
                  <a:srgbClr val="FFFFFF"/>
                </a:solidFill>
              </a:defRPr>
            </a:lvl1pPr>
          </a:lstStyle>
          <a:p>
            <a:r>
              <a:rPr lang="en-GB" b="1" err="1"/>
              <a:t>Insérer</a:t>
            </a:r>
            <a:r>
              <a:rPr lang="en-GB" b="1"/>
              <a:t> un </a:t>
            </a:r>
            <a:r>
              <a:rPr lang="en-GB" b="1" err="1"/>
              <a:t>graphique</a:t>
            </a:r>
            <a:endParaRPr lang="en-GB"/>
          </a:p>
        </p:txBody>
      </p:sp>
      <p:sp>
        <p:nvSpPr>
          <p:cNvPr id="13" name="Titre de diapositive">
            <a:extLst>
              <a:ext uri="{FF2B5EF4-FFF2-40B4-BE49-F238E27FC236}">
                <a16:creationId xmlns:a16="http://schemas.microsoft.com/office/drawing/2014/main" id="{7181A039-80B3-5A45-A7AA-52CCDB7409A9}"/>
              </a:ext>
            </a:extLst>
          </p:cNvPr>
          <p:cNvSpPr txBox="1">
            <a:spLocks noGrp="1"/>
          </p:cNvSpPr>
          <p:nvPr>
            <p:ph type="body" sz="quarter" idx="23" hasCustomPrompt="1"/>
          </p:nvPr>
        </p:nvSpPr>
        <p:spPr>
          <a:xfrm>
            <a:off x="1018800" y="2610000"/>
            <a:ext cx="10347337" cy="1433165"/>
          </a:xfrm>
          <a:prstGeom prst="rect">
            <a:avLst/>
          </a:prstGeom>
        </p:spPr>
        <p:txBody>
          <a:bodyPr anchor="b"/>
          <a:lstStyle>
            <a:lvl1pPr>
              <a:lnSpc>
                <a:spcPct val="80000"/>
              </a:lnSpc>
              <a:spcBef>
                <a:spcPts val="0"/>
              </a:spcBef>
              <a:defRPr sz="6000" b="1" spc="-200">
                <a:solidFill>
                  <a:srgbClr val="306EC7"/>
                </a:solidFill>
              </a:defRPr>
            </a:lvl1pPr>
          </a:lstStyle>
          <a:p>
            <a:r>
              <a:rPr err="1"/>
              <a:t>Titre</a:t>
            </a:r>
            <a:r>
              <a:t> de </a:t>
            </a:r>
            <a:r>
              <a:rPr lang="fr-FR"/>
              <a:t>la </a:t>
            </a:r>
            <a:r>
              <a:t>diapositive</a:t>
            </a:r>
          </a:p>
        </p:txBody>
      </p:sp>
    </p:spTree>
    <p:extLst>
      <p:ext uri="{BB962C8B-B14F-4D97-AF65-F5344CB8AC3E}">
        <p14:creationId xmlns:p14="http://schemas.microsoft.com/office/powerpoint/2010/main" val="1050576617"/>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_Chiffres">
    <p:spTree>
      <p:nvGrpSpPr>
        <p:cNvPr id="1" name=""/>
        <p:cNvGrpSpPr/>
        <p:nvPr/>
      </p:nvGrpSpPr>
      <p:grpSpPr>
        <a:xfrm>
          <a:off x="0" y="0"/>
          <a:ext cx="0" cy="0"/>
          <a:chOff x="0" y="0"/>
          <a:chExt cx="0" cy="0"/>
        </a:xfrm>
      </p:grpSpPr>
      <p:sp>
        <p:nvSpPr>
          <p:cNvPr id="249" name="Rectangle"/>
          <p:cNvSpPr/>
          <p:nvPr/>
        </p:nvSpPr>
        <p:spPr>
          <a:xfrm>
            <a:off x="12191998" y="-1"/>
            <a:ext cx="12192003" cy="13716002"/>
          </a:xfrm>
          <a:prstGeom prst="rect">
            <a:avLst/>
          </a:prstGeom>
          <a:solidFill>
            <a:srgbClr val="306EC7"/>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a:p>
        </p:txBody>
      </p:sp>
      <p:pic>
        <p:nvPicPr>
          <p:cNvPr id="250"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6686" y="1046024"/>
            <a:ext cx="3975102" cy="220967"/>
          </a:xfrm>
          <a:prstGeom prst="rect">
            <a:avLst/>
          </a:prstGeom>
          <a:ln w="12700">
            <a:miter lim="400000"/>
          </a:ln>
        </p:spPr>
      </p:pic>
      <p:pic>
        <p:nvPicPr>
          <p:cNvPr id="252" name="Image" descr="Image"/>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3403982" y="12640050"/>
            <a:ext cx="977902" cy="685802"/>
          </a:xfrm>
          <a:prstGeom prst="rect">
            <a:avLst/>
          </a:prstGeom>
          <a:ln w="12700">
            <a:miter lim="400000"/>
          </a:ln>
        </p:spPr>
      </p:pic>
      <p:sp>
        <p:nvSpPr>
          <p:cNvPr id="253" name="Lorem ipsum dolor sit amet, consectetur adipiscing elit. Curabitur sem massa, pulvinar sed ultricies non, ultrices in dui."/>
          <p:cNvSpPr txBox="1">
            <a:spLocks noGrp="1"/>
          </p:cNvSpPr>
          <p:nvPr>
            <p:ph type="body" sz="quarter" idx="21"/>
          </p:nvPr>
        </p:nvSpPr>
        <p:spPr>
          <a:xfrm>
            <a:off x="969433" y="4305621"/>
            <a:ext cx="6035944" cy="5218993"/>
          </a:xfrm>
          <a:prstGeom prst="rect">
            <a:avLst/>
          </a:prstGeom>
        </p:spPr>
        <p:txBody>
          <a:bodyPr/>
          <a:lstStyle>
            <a:lvl1pPr>
              <a:buClr>
                <a:srgbClr val="5FC7D1"/>
              </a:buClr>
            </a:lvl1pPr>
          </a:lstStyle>
          <a:p>
            <a:r>
              <a:t>Lorem ipsum dolor sit </a:t>
            </a:r>
            <a:r>
              <a:rPr err="1"/>
              <a:t>amet</a:t>
            </a:r>
            <a:r>
              <a:t>, </a:t>
            </a:r>
            <a:r>
              <a:rPr err="1"/>
              <a:t>consectetur</a:t>
            </a:r>
            <a:r>
              <a:t> </a:t>
            </a:r>
            <a:r>
              <a:rPr err="1"/>
              <a:t>adipiscing</a:t>
            </a:r>
            <a:r>
              <a:t> </a:t>
            </a:r>
            <a:r>
              <a:rPr err="1"/>
              <a:t>elit</a:t>
            </a:r>
            <a:r>
              <a:t>. </a:t>
            </a:r>
            <a:r>
              <a:rPr err="1"/>
              <a:t>Curabitur</a:t>
            </a:r>
            <a:r>
              <a:t> </a:t>
            </a:r>
            <a:r>
              <a:rPr err="1"/>
              <a:t>sem</a:t>
            </a:r>
            <a:r>
              <a:t> </a:t>
            </a:r>
            <a:r>
              <a:rPr err="1"/>
              <a:t>massa</a:t>
            </a:r>
            <a:r>
              <a:t>, pulvinar sed </a:t>
            </a:r>
            <a:r>
              <a:rPr err="1"/>
              <a:t>ultricies</a:t>
            </a:r>
            <a:r>
              <a:t> non, </a:t>
            </a:r>
            <a:r>
              <a:rPr err="1"/>
              <a:t>ultrices</a:t>
            </a:r>
            <a:r>
              <a:t> in dui.</a:t>
            </a:r>
          </a:p>
        </p:txBody>
      </p:sp>
      <p:sp>
        <p:nvSpPr>
          <p:cNvPr id="256" name="Numéro de diapositive"/>
          <p:cNvSpPr txBox="1">
            <a:spLocks noGrp="1"/>
          </p:cNvSpPr>
          <p:nvPr>
            <p:ph type="sldNum" sz="quarter" idx="2"/>
          </p:nvPr>
        </p:nvSpPr>
        <p:spPr>
          <a:xfrm>
            <a:off x="23708647" y="12775848"/>
            <a:ext cx="368574" cy="414205"/>
          </a:xfrm>
          <a:prstGeom prst="rect">
            <a:avLst/>
          </a:prstGeom>
        </p:spPr>
        <p:txBody>
          <a:bodyPr/>
          <a:lstStyle>
            <a:lvl1pPr>
              <a:defRPr>
                <a:solidFill>
                  <a:srgbClr val="306EC7"/>
                </a:solidFill>
              </a:defRPr>
            </a:lvl1pPr>
          </a:lstStyle>
          <a:p>
            <a:fld id="{86CB4B4D-7CA3-9044-876B-883B54F8677D}" type="slidenum">
              <a:t>‹N°›</a:t>
            </a:fld>
            <a:endParaRPr/>
          </a:p>
        </p:txBody>
      </p:sp>
      <p:sp>
        <p:nvSpPr>
          <p:cNvPr id="12" name="90%…">
            <a:extLst>
              <a:ext uri="{FF2B5EF4-FFF2-40B4-BE49-F238E27FC236}">
                <a16:creationId xmlns:a16="http://schemas.microsoft.com/office/drawing/2014/main" id="{E6428975-054C-614F-9A0C-BC76538F098F}"/>
              </a:ext>
            </a:extLst>
          </p:cNvPr>
          <p:cNvSpPr>
            <a:spLocks noGrp="1"/>
          </p:cNvSpPr>
          <p:nvPr>
            <p:ph type="body" sz="half" idx="22"/>
          </p:nvPr>
        </p:nvSpPr>
        <p:spPr>
          <a:xfrm>
            <a:off x="16771213" y="1279702"/>
            <a:ext cx="7630163" cy="12445484"/>
          </a:xfrm>
          <a:prstGeom prst="rect">
            <a:avLst/>
          </a:prstGeom>
        </p:spPr>
        <p:txBody>
          <a:bodyPr anchor="ctr"/>
          <a:lstStyle/>
          <a:p>
            <a:pPr defTabSz="825500">
              <a:lnSpc>
                <a:spcPct val="100000"/>
              </a:lnSpc>
              <a:spcBef>
                <a:spcPts val="0"/>
              </a:spcBef>
              <a:defRPr sz="20000" b="1">
                <a:solidFill>
                  <a:srgbClr val="FFFFFF"/>
                </a:solidFill>
              </a:defRPr>
            </a:pPr>
            <a:r>
              <a:t>90%</a:t>
            </a:r>
          </a:p>
          <a:p>
            <a:pPr defTabSz="825500">
              <a:lnSpc>
                <a:spcPct val="100000"/>
              </a:lnSpc>
              <a:spcBef>
                <a:spcPts val="0"/>
              </a:spcBef>
              <a:defRPr sz="3200">
                <a:solidFill>
                  <a:srgbClr val="FFFFFF"/>
                </a:solidFill>
              </a:defRPr>
            </a:pPr>
            <a:r>
              <a:t>Lorem ipsum</a:t>
            </a:r>
          </a:p>
        </p:txBody>
      </p:sp>
      <p:sp>
        <p:nvSpPr>
          <p:cNvPr id="14" name="Titre de diapositive">
            <a:extLst>
              <a:ext uri="{FF2B5EF4-FFF2-40B4-BE49-F238E27FC236}">
                <a16:creationId xmlns:a16="http://schemas.microsoft.com/office/drawing/2014/main" id="{95F0B6C4-4ECB-0245-93D0-209FCE83F92D}"/>
              </a:ext>
            </a:extLst>
          </p:cNvPr>
          <p:cNvSpPr txBox="1">
            <a:spLocks noGrp="1"/>
          </p:cNvSpPr>
          <p:nvPr>
            <p:ph type="body" sz="quarter" idx="23" hasCustomPrompt="1"/>
          </p:nvPr>
        </p:nvSpPr>
        <p:spPr>
          <a:xfrm>
            <a:off x="1018800" y="2610000"/>
            <a:ext cx="10347337" cy="1433165"/>
          </a:xfrm>
          <a:prstGeom prst="rect">
            <a:avLst/>
          </a:prstGeom>
          <a:ln w="12700">
            <a:miter lim="400000"/>
          </a:ln>
        </p:spPr>
        <p:txBody>
          <a:bodyPr lIns="50800" tIns="50800" rIns="50800" bIns="50800" anchor="b">
            <a:normAutofit/>
          </a:bodyPr>
          <a:lstStyle>
            <a:lvl1pPr>
              <a:defRPr sz="6000" b="1" spc="-200" dirty="0">
                <a:solidFill>
                  <a:srgbClr val="306EC7"/>
                </a:solidFill>
              </a:defRPr>
            </a:lvl1pPr>
          </a:lstStyle>
          <a:p>
            <a:pPr lvl="0">
              <a:lnSpc>
                <a:spcPct val="80000"/>
              </a:lnSpc>
              <a:spcBef>
                <a:spcPts val="0"/>
              </a:spcBef>
            </a:pPr>
            <a:r>
              <a:rPr err="1"/>
              <a:t>Titre</a:t>
            </a:r>
            <a:r>
              <a:t> de </a:t>
            </a:r>
            <a:r>
              <a:rPr lang="fr-FR"/>
              <a:t>la </a:t>
            </a:r>
            <a:r>
              <a:t>diapositive</a:t>
            </a:r>
          </a:p>
        </p:txBody>
      </p:sp>
      <p:pic>
        <p:nvPicPr>
          <p:cNvPr id="11" name="Image" descr="Image">
            <a:extLst>
              <a:ext uri="{FF2B5EF4-FFF2-40B4-BE49-F238E27FC236}">
                <a16:creationId xmlns:a16="http://schemas.microsoft.com/office/drawing/2014/main" id="{97283720-1FCD-4499-B057-F5511354D3A6}"/>
              </a:ext>
            </a:extLst>
          </p:cNvPr>
          <p:cNvPicPr>
            <a:picLocks noChangeAspect="1"/>
          </p:cNvPicPr>
          <p:nvPr userDrawn="1"/>
        </p:nvPicPr>
        <p:blipFill>
          <a:blip r:embed="rId4"/>
          <a:stretch>
            <a:fillRect/>
          </a:stretch>
        </p:blipFill>
        <p:spPr>
          <a:xfrm>
            <a:off x="7638186" y="6861067"/>
            <a:ext cx="9133028" cy="6853566"/>
          </a:xfrm>
          <a:prstGeom prst="rect">
            <a:avLst/>
          </a:prstGeom>
          <a:ln w="12700">
            <a:miter lim="400000"/>
          </a:ln>
        </p:spPr>
      </p:pic>
      <p:pic>
        <p:nvPicPr>
          <p:cNvPr id="13" name="Image 12">
            <a:extLst>
              <a:ext uri="{FF2B5EF4-FFF2-40B4-BE49-F238E27FC236}">
                <a16:creationId xmlns:a16="http://schemas.microsoft.com/office/drawing/2014/main" id="{E4578BB8-69D9-264C-A770-5A314A5F5BF8}"/>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716495140"/>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 preserve="1">
  <p:cSld name="1_Conlusion">
    <p:bg>
      <p:bgPr>
        <a:solidFill>
          <a:srgbClr val="306EC7"/>
        </a:solidFill>
        <a:effectLst/>
      </p:bgPr>
    </p:bg>
    <p:spTree>
      <p:nvGrpSpPr>
        <p:cNvPr id="1" name=""/>
        <p:cNvGrpSpPr/>
        <p:nvPr/>
      </p:nvGrpSpPr>
      <p:grpSpPr>
        <a:xfrm>
          <a:off x="0" y="0"/>
          <a:ext cx="0" cy="0"/>
          <a:chOff x="0" y="0"/>
          <a:chExt cx="0" cy="0"/>
        </a:xfrm>
      </p:grpSpPr>
      <p:sp>
        <p:nvSpPr>
          <p:cNvPr id="8" name="Rectangle">
            <a:extLst>
              <a:ext uri="{FF2B5EF4-FFF2-40B4-BE49-F238E27FC236}">
                <a16:creationId xmlns:a16="http://schemas.microsoft.com/office/drawing/2014/main" id="{D2270D0E-E076-9D4F-8F20-369BB56EE773}"/>
              </a:ext>
            </a:extLst>
          </p:cNvPr>
          <p:cNvSpPr/>
          <p:nvPr userDrawn="1"/>
        </p:nvSpPr>
        <p:spPr>
          <a:xfrm>
            <a:off x="-9848" y="-2"/>
            <a:ext cx="24403696" cy="1745433"/>
          </a:xfrm>
          <a:prstGeom prst="rect">
            <a:avLst/>
          </a:prstGeom>
          <a:solidFill>
            <a:srgbClr val="FFFFFF"/>
          </a:solidFill>
          <a:ln w="12700">
            <a:miter lim="400000"/>
          </a:ln>
        </p:spPr>
        <p:txBody>
          <a:bodyPr lIns="50800" tIns="50800" rIns="50800" bIns="50800" anchor="ctr"/>
          <a:lstStyle/>
          <a:p>
            <a:pPr defTabSz="825500">
              <a:lnSpc>
                <a:spcPct val="120000"/>
              </a:lnSpc>
              <a:defRPr sz="3000" cap="all">
                <a:solidFill>
                  <a:srgbClr val="FFFFFF"/>
                </a:solidFill>
                <a:latin typeface="Proxima Nova Extrabold"/>
                <a:ea typeface="Proxima Nova Extrabold"/>
                <a:cs typeface="Proxima Nova Extrabold"/>
                <a:sym typeface="Proxima Nova Extrabold"/>
              </a:defRPr>
            </a:pPr>
            <a:endParaRPr/>
          </a:p>
        </p:txBody>
      </p:sp>
      <p:pic>
        <p:nvPicPr>
          <p:cNvPr id="303" name="Image" descr="Image"/>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304" name="Image" descr="Image"/>
          <p:cNvPicPr>
            <a:picLocks noChangeAspect="1"/>
          </p:cNvPicPr>
          <p:nvPr/>
        </p:nvPicPr>
        <p:blipFill>
          <a:blip r:embed="rId3"/>
          <a:stretch>
            <a:fillRect/>
          </a:stretch>
        </p:blipFill>
        <p:spPr>
          <a:xfrm>
            <a:off x="15244255" y="4571981"/>
            <a:ext cx="9144104" cy="9144038"/>
          </a:xfrm>
          <a:prstGeom prst="rect">
            <a:avLst/>
          </a:prstGeom>
          <a:ln w="12700">
            <a:miter lim="400000"/>
          </a:ln>
        </p:spPr>
      </p:pic>
      <p:sp>
        <p:nvSpPr>
          <p:cNvPr id="305" name="Titre de diapositive"/>
          <p:cNvSpPr txBox="1">
            <a:spLocks noGrp="1"/>
          </p:cNvSpPr>
          <p:nvPr>
            <p:ph type="body" sz="quarter" idx="21" hasCustomPrompt="1"/>
          </p:nvPr>
        </p:nvSpPr>
        <p:spPr>
          <a:xfrm>
            <a:off x="969433" y="6141418"/>
            <a:ext cx="10347337" cy="1433164"/>
          </a:xfrm>
          <a:prstGeom prst="rect">
            <a:avLst/>
          </a:prstGeom>
        </p:spPr>
        <p:txBody>
          <a:bodyPr anchor="ctr"/>
          <a:lstStyle>
            <a:lvl1pPr>
              <a:lnSpc>
                <a:spcPct val="80000"/>
              </a:lnSpc>
              <a:spcBef>
                <a:spcPts val="0"/>
              </a:spcBef>
              <a:defRPr sz="6000" b="1" spc="-200">
                <a:solidFill>
                  <a:srgbClr val="FFFFFF"/>
                </a:solidFill>
              </a:defRPr>
            </a:lvl1pPr>
          </a:lstStyle>
          <a:p>
            <a:r>
              <a:t>Merci </a:t>
            </a:r>
            <a:r>
              <a:rPr lang="fr-FR"/>
              <a:t>de</a:t>
            </a:r>
            <a:r>
              <a:t> </a:t>
            </a:r>
            <a:r>
              <a:rPr err="1"/>
              <a:t>votre</a:t>
            </a:r>
            <a:r>
              <a:t> attention</a:t>
            </a:r>
          </a:p>
        </p:txBody>
      </p:sp>
      <p:pic>
        <p:nvPicPr>
          <p:cNvPr id="7" name="Image 6">
            <a:extLst>
              <a:ext uri="{FF2B5EF4-FFF2-40B4-BE49-F238E27FC236}">
                <a16:creationId xmlns:a16="http://schemas.microsoft.com/office/drawing/2014/main" id="{5FA3A85C-E606-A544-AC73-19E3544F7C59}"/>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Tree>
    <p:extLst>
      <p:ext uri="{BB962C8B-B14F-4D97-AF65-F5344CB8AC3E}">
        <p14:creationId xmlns:p14="http://schemas.microsoft.com/office/powerpoint/2010/main" val="2522978768"/>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498DFE-F217-1F0B-70CC-7D116B249222}"/>
              </a:ext>
            </a:extLst>
          </p:cNvPr>
          <p:cNvSpPr>
            <a:spLocks noGrp="1"/>
          </p:cNvSpPr>
          <p:nvPr>
            <p:ph type="ctrTitle"/>
          </p:nvPr>
        </p:nvSpPr>
        <p:spPr>
          <a:xfrm>
            <a:off x="3048000" y="2244726"/>
            <a:ext cx="18288000" cy="4775200"/>
          </a:xfrm>
        </p:spPr>
        <p:txBody>
          <a:bodyPr anchor="b"/>
          <a:lstStyle>
            <a:lvl1pPr algn="ctr">
              <a:defRPr sz="12000" b="0"/>
            </a:lvl1pPr>
          </a:lstStyle>
          <a:p>
            <a:r>
              <a:rPr lang="fr-FR"/>
              <a:t>Modifiez le style du titre</a:t>
            </a:r>
          </a:p>
        </p:txBody>
      </p:sp>
      <p:sp>
        <p:nvSpPr>
          <p:cNvPr id="3" name="Sous-titre 2">
            <a:extLst>
              <a:ext uri="{FF2B5EF4-FFF2-40B4-BE49-F238E27FC236}">
                <a16:creationId xmlns:a16="http://schemas.microsoft.com/office/drawing/2014/main" id="{A455D43B-9DE1-9DE1-1A31-94D0E6748374}"/>
              </a:ext>
            </a:extLst>
          </p:cNvPr>
          <p:cNvSpPr>
            <a:spLocks noGrp="1"/>
          </p:cNvSpPr>
          <p:nvPr>
            <p:ph type="subTitle" idx="1"/>
          </p:nvPr>
        </p:nvSpPr>
        <p:spPr>
          <a:xfrm>
            <a:off x="3048000" y="7204076"/>
            <a:ext cx="18288000"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C80252E0-A3D3-34AE-312A-09A40C7858D6}"/>
              </a:ext>
            </a:extLst>
          </p:cNvPr>
          <p:cNvSpPr>
            <a:spLocks noGrp="1"/>
          </p:cNvSpPr>
          <p:nvPr>
            <p:ph type="dt" sz="half" idx="10"/>
          </p:nvPr>
        </p:nvSpPr>
        <p:spPr/>
        <p:txBody>
          <a:bodyPr/>
          <a:lstStyle/>
          <a:p>
            <a:fld id="{09820188-48F6-4EF5-9FA4-7E64EBFD4DC0}" type="datetimeFigureOut">
              <a:rPr lang="fr-FR" smtClean="0"/>
              <a:t>29/08/2023</a:t>
            </a:fld>
            <a:endParaRPr lang="fr-FR"/>
          </a:p>
        </p:txBody>
      </p:sp>
      <p:sp>
        <p:nvSpPr>
          <p:cNvPr id="5" name="Espace réservé du pied de page 4">
            <a:extLst>
              <a:ext uri="{FF2B5EF4-FFF2-40B4-BE49-F238E27FC236}">
                <a16:creationId xmlns:a16="http://schemas.microsoft.com/office/drawing/2014/main" id="{36E6456E-8745-AB6E-FDB8-11F792509C1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14E819D-8CC3-3D30-2793-28FC3B23A80D}"/>
              </a:ext>
            </a:extLst>
          </p:cNvPr>
          <p:cNvSpPr>
            <a:spLocks noGrp="1"/>
          </p:cNvSpPr>
          <p:nvPr>
            <p:ph type="sldNum" sz="quarter" idx="12"/>
          </p:nvPr>
        </p:nvSpPr>
        <p:spPr>
          <a:xfrm>
            <a:off x="23708647" y="12784815"/>
            <a:ext cx="516167" cy="405239"/>
          </a:xfrm>
        </p:spPr>
        <p:txBody>
          <a:bodyPr/>
          <a:lstStyle/>
          <a:p>
            <a:fld id="{3C25E476-33F0-45FB-8E0B-06220831F101}" type="slidenum">
              <a:rPr lang="fr-FR" smtClean="0"/>
              <a:t>‹N°›</a:t>
            </a:fld>
            <a:endParaRPr lang="fr-FR"/>
          </a:p>
        </p:txBody>
      </p:sp>
    </p:spTree>
    <p:extLst>
      <p:ext uri="{BB962C8B-B14F-4D97-AF65-F5344CB8AC3E}">
        <p14:creationId xmlns:p14="http://schemas.microsoft.com/office/powerpoint/2010/main" val="1656544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3.tif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3" name="Image" descr="Image"/>
          <p:cNvPicPr>
            <a:picLocks noChangeAspect="1"/>
          </p:cNvPicPr>
          <p:nvPr/>
        </p:nvPicPr>
        <p:blipFill>
          <a:blip r:embed="rId26" cstate="screen">
            <a:extLst>
              <a:ext uri="{28A0092B-C50C-407E-A947-70E740481C1C}">
                <a14:useLocalDpi xmlns:a14="http://schemas.microsoft.com/office/drawing/2010/main"/>
              </a:ext>
            </a:extLst>
          </a:blip>
          <a:stretch>
            <a:fillRect/>
          </a:stretch>
        </p:blipFill>
        <p:spPr>
          <a:xfrm>
            <a:off x="19388046" y="1046031"/>
            <a:ext cx="3974763" cy="220959"/>
          </a:xfrm>
          <a:prstGeom prst="rect">
            <a:avLst/>
          </a:prstGeom>
          <a:ln w="12700">
            <a:miter lim="400000"/>
          </a:ln>
        </p:spPr>
      </p:pic>
      <p:pic>
        <p:nvPicPr>
          <p:cNvPr id="4" name="Image" descr="Image"/>
          <p:cNvPicPr>
            <a:picLocks noChangeAspect="1"/>
          </p:cNvPicPr>
          <p:nvPr/>
        </p:nvPicPr>
        <p:blipFill>
          <a:blip r:embed="rId27" cstate="screen">
            <a:extLst>
              <a:ext uri="{28A0092B-C50C-407E-A947-70E740481C1C}">
                <a14:useLocalDpi xmlns:a14="http://schemas.microsoft.com/office/drawing/2010/main"/>
              </a:ext>
            </a:extLst>
          </a:blip>
          <a:stretch>
            <a:fillRect/>
          </a:stretch>
        </p:blipFill>
        <p:spPr>
          <a:xfrm>
            <a:off x="23402605" y="12641329"/>
            <a:ext cx="980658" cy="683243"/>
          </a:xfrm>
          <a:prstGeom prst="rect">
            <a:avLst/>
          </a:prstGeom>
          <a:ln w="12700">
            <a:miter lim="400000"/>
          </a:ln>
        </p:spPr>
      </p:pic>
      <p:sp>
        <p:nvSpPr>
          <p:cNvPr id="5" name="Numéro de diapositive"/>
          <p:cNvSpPr txBox="1">
            <a:spLocks noGrp="1"/>
          </p:cNvSpPr>
          <p:nvPr>
            <p:ph type="sldNum" sz="quarter" idx="2"/>
          </p:nvPr>
        </p:nvSpPr>
        <p:spPr>
          <a:xfrm>
            <a:off x="23708647" y="12775849"/>
            <a:ext cx="368574" cy="414205"/>
          </a:xfrm>
          <a:prstGeom prst="rect">
            <a:avLst/>
          </a:prstGeom>
          <a:ln w="12700">
            <a:miter lim="400000"/>
          </a:ln>
        </p:spPr>
        <p:txBody>
          <a:bodyPr wrap="none" lIns="50800" tIns="50800" rIns="50800" bIns="50800" anchor="b">
            <a:spAutoFit/>
          </a:bodyPr>
          <a:lstStyle>
            <a:lvl1pPr algn="l" defTabSz="825500">
              <a:lnSpc>
                <a:spcPts val="2600"/>
              </a:lnSpc>
              <a:defRPr sz="1800">
                <a:solidFill>
                  <a:srgbClr val="FFFFFF"/>
                </a:solidFill>
                <a:latin typeface="Arial"/>
                <a:ea typeface="Arial"/>
                <a:cs typeface="Arial"/>
                <a:sym typeface="Arial"/>
              </a:defRPr>
            </a:lvl1pPr>
          </a:lstStyle>
          <a:p>
            <a:fld id="{86CB4B4D-7CA3-9044-876B-883B54F8677D}" type="slidenum">
              <a:t>‹N°›</a:t>
            </a:fld>
            <a:endParaRPr/>
          </a:p>
        </p:txBody>
      </p:sp>
      <p:sp>
        <p:nvSpPr>
          <p:cNvPr id="6" name="Texte du titre"/>
          <p:cNvSpPr txBox="1">
            <a:spLocks noGrp="1"/>
          </p:cNvSpPr>
          <p:nvPr>
            <p:ph type="title"/>
          </p:nvPr>
        </p:nvSpPr>
        <p:spPr>
          <a:xfrm>
            <a:off x="3653366" y="2743200"/>
            <a:ext cx="19507201" cy="9302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b">
            <a:normAutofit/>
          </a:bodyPr>
          <a:lstStyle/>
          <a:p>
            <a:r>
              <a:t>Texte du titre</a:t>
            </a:r>
          </a:p>
        </p:txBody>
      </p:sp>
      <p:sp>
        <p:nvSpPr>
          <p:cNvPr id="7" name="Texte niveau 1…"/>
          <p:cNvSpPr txBox="1">
            <a:spLocks noGrp="1"/>
          </p:cNvSpPr>
          <p:nvPr>
            <p:ph type="body" idx="1"/>
          </p:nvPr>
        </p:nvSpPr>
        <p:spPr>
          <a:xfrm>
            <a:off x="969432" y="3486503"/>
            <a:ext cx="22445137" cy="915220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err="1"/>
              <a:t>Texte</a:t>
            </a:r>
            <a:r>
              <a:t> </a:t>
            </a:r>
            <a:r>
              <a:rPr err="1"/>
              <a:t>niveau</a:t>
            </a:r>
            <a:r>
              <a:t> 1</a:t>
            </a:r>
          </a:p>
          <a:p>
            <a:pPr lvl="1"/>
            <a:r>
              <a:rPr err="1"/>
              <a:t>Texte</a:t>
            </a:r>
            <a:r>
              <a:t> </a:t>
            </a:r>
            <a:r>
              <a:rPr err="1"/>
              <a:t>niveau</a:t>
            </a:r>
            <a:r>
              <a:t> 2</a:t>
            </a:r>
          </a:p>
          <a:p>
            <a:pPr lvl="2"/>
            <a:r>
              <a:rPr err="1"/>
              <a:t>Texte</a:t>
            </a:r>
            <a:r>
              <a:t> </a:t>
            </a:r>
            <a:r>
              <a:rPr err="1"/>
              <a:t>niveau</a:t>
            </a:r>
            <a:r>
              <a:t> 3</a:t>
            </a:r>
          </a:p>
          <a:p>
            <a:pPr lvl="3"/>
            <a:r>
              <a:rPr err="1"/>
              <a:t>Texte</a:t>
            </a:r>
            <a:r>
              <a:t> </a:t>
            </a:r>
            <a:r>
              <a:rPr err="1"/>
              <a:t>niveau</a:t>
            </a:r>
            <a:r>
              <a:t> 4</a:t>
            </a:r>
          </a:p>
          <a:p>
            <a:pPr lvl="4"/>
            <a:r>
              <a:rPr err="1"/>
              <a:t>Texte</a:t>
            </a:r>
            <a:r>
              <a:t> </a:t>
            </a:r>
            <a:r>
              <a:rPr err="1"/>
              <a:t>niveau</a:t>
            </a:r>
            <a:r>
              <a:t> 5</a:t>
            </a:r>
          </a:p>
        </p:txBody>
      </p:sp>
      <p:pic>
        <p:nvPicPr>
          <p:cNvPr id="16" name="Image 15">
            <a:extLst>
              <a:ext uri="{FF2B5EF4-FFF2-40B4-BE49-F238E27FC236}">
                <a16:creationId xmlns:a16="http://schemas.microsoft.com/office/drawing/2014/main" id="{0102B416-A3B5-994C-8FC1-D35449F00352}"/>
              </a:ext>
            </a:extLst>
          </p:cNvPr>
          <p:cNvPicPr>
            <a:picLocks noChangeAspect="1"/>
          </p:cNvPicPr>
          <p:nvPr userDrawn="1"/>
        </p:nvPicPr>
        <p:blipFill>
          <a:blip r:embed="rId28" cstate="screen">
            <a:extLst>
              <a:ext uri="{28A0092B-C50C-407E-A947-70E740481C1C}">
                <a14:useLocalDpi xmlns:a14="http://schemas.microsoft.com/office/drawing/2010/main"/>
              </a:ext>
            </a:extLst>
          </a:blip>
          <a:stretch>
            <a:fillRect/>
          </a:stretch>
        </p:blipFill>
        <p:spPr>
          <a:xfrm>
            <a:off x="993258" y="745590"/>
            <a:ext cx="2794106" cy="758783"/>
          </a:xfrm>
          <a:prstGeom prst="rect">
            <a:avLst/>
          </a:prstGeom>
        </p:spPr>
      </p:pic>
      <p:sp>
        <p:nvSpPr>
          <p:cNvPr id="2" name="Rectangle 1">
            <a:extLst>
              <a:ext uri="{FF2B5EF4-FFF2-40B4-BE49-F238E27FC236}">
                <a16:creationId xmlns:a16="http://schemas.microsoft.com/office/drawing/2014/main" id="{97FCE720-C600-1BC3-1A0C-2FF82F0E2D46}"/>
              </a:ext>
            </a:extLst>
          </p:cNvPr>
          <p:cNvSpPr/>
          <p:nvPr userDrawn="1"/>
        </p:nvSpPr>
        <p:spPr>
          <a:xfrm rot="20289565">
            <a:off x="-86520" y="6056921"/>
            <a:ext cx="23397007" cy="1569660"/>
          </a:xfrm>
          <a:prstGeom prst="rect">
            <a:avLst/>
          </a:prstGeom>
          <a:noFill/>
        </p:spPr>
        <p:txBody>
          <a:bodyPr wrap="square" lIns="91440" tIns="45720" rIns="91440" bIns="45720">
            <a:spAutoFit/>
          </a:bodyPr>
          <a:lstStyle/>
          <a:p>
            <a:pPr algn="ctr"/>
            <a:r>
              <a:rPr lang="fr-FR" sz="9600" b="1" cap="none" spc="0">
                <a:ln w="12700">
                  <a:solidFill>
                    <a:schemeClr val="tx2">
                      <a:lumMod val="40000"/>
                      <a:lumOff val="60000"/>
                    </a:schemeClr>
                  </a:solidFill>
                  <a:prstDash val="solid"/>
                </a:ln>
                <a:solidFill>
                  <a:schemeClr val="tx2">
                    <a:lumMod val="40000"/>
                    <a:lumOff val="60000"/>
                  </a:schemeClr>
                </a:solidFill>
                <a:effectLst>
                  <a:outerShdw blurRad="60007" dist="200025" dir="15000000" sy="30000" kx="-1800000" algn="bl" rotWithShape="0">
                    <a:prstClr val="black">
                      <a:alpha val="32000"/>
                    </a:prstClr>
                  </a:outerShdw>
                </a:effectLst>
              </a:rPr>
              <a:t>PROJET</a:t>
            </a:r>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8" r:id="rId5"/>
    <p:sldLayoutId id="2147483679" r:id="rId6"/>
    <p:sldLayoutId id="2147483680" r:id="rId7"/>
    <p:sldLayoutId id="2147483681" r:id="rId8"/>
    <p:sldLayoutId id="2147483682" r:id="rId9"/>
    <p:sldLayoutId id="2147483683" r:id="rId10"/>
    <p:sldLayoutId id="2147483684" r:id="rId11"/>
    <p:sldLayoutId id="2147483676" r:id="rId12"/>
    <p:sldLayoutId id="2147483677" r:id="rId13"/>
    <p:sldLayoutId id="2147483685" r:id="rId14"/>
    <p:sldLayoutId id="2147483686" r:id="rId15"/>
    <p:sldLayoutId id="2147483687" r:id="rId16"/>
    <p:sldLayoutId id="2147483688" r:id="rId17"/>
    <p:sldLayoutId id="2147483689" r:id="rId18"/>
    <p:sldLayoutId id="2147483690" r:id="rId19"/>
    <p:sldLayoutId id="2147483693" r:id="rId20"/>
    <p:sldLayoutId id="2147483692" r:id="rId21"/>
    <p:sldLayoutId id="2147483691" r:id="rId22"/>
    <p:sldLayoutId id="2147483694" r:id="rId23"/>
    <p:sldLayoutId id="2147483695" r:id="rId24"/>
  </p:sldLayoutIdLst>
  <p:transition spd="med"/>
  <p:hf hdr="0" ftr="0" dt="0"/>
  <p:txStyles>
    <p:titleStyle>
      <a:lvl1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1pPr>
      <a:lvl2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2pPr>
      <a:lvl3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3pPr>
      <a:lvl4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4pPr>
      <a:lvl5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5pPr>
      <a:lvl6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6pPr>
      <a:lvl7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7pPr>
      <a:lvl8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8pPr>
      <a:lvl9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9pPr>
    </p:titleStyle>
    <p:bodyStyle>
      <a:lvl1pPr marL="0" marR="0" indent="0" algn="l" defTabSz="2438337" rtl="0" latinLnBrk="0">
        <a:lnSpc>
          <a:spcPct val="120000"/>
        </a:lnSpc>
        <a:spcBef>
          <a:spcPts val="4500"/>
        </a:spcBef>
        <a:spcAft>
          <a:spcPts val="0"/>
        </a:spcAft>
        <a:buClrTx/>
        <a:buSzTx/>
        <a:buFontTx/>
        <a:buNone/>
        <a:tabLst/>
        <a:defRPr sz="3000" b="0" i="0" u="none" strike="noStrike" cap="none" spc="0" baseline="0">
          <a:solidFill>
            <a:srgbClr val="000000"/>
          </a:solidFill>
          <a:uFillTx/>
          <a:latin typeface="Arial"/>
          <a:ea typeface="Arial"/>
          <a:cs typeface="Arial"/>
          <a:sym typeface="Arial"/>
        </a:defRPr>
      </a:lvl1pPr>
      <a:lvl2pPr marL="12192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2pPr>
      <a:lvl3pPr marL="18288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3pPr>
      <a:lvl4pPr marL="24384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4pPr>
      <a:lvl5pPr marL="30480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5pPr>
      <a:lvl6pPr marL="34290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6pPr>
      <a:lvl7pPr marL="40386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7pPr>
      <a:lvl8pPr marL="46482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8pPr>
      <a:lvl9pPr marL="52578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9pPr>
    </p:bodyStyle>
    <p:otherStyle>
      <a:lvl1pPr marL="0" marR="0" indent="0" algn="l" defTabSz="825500" rtl="0" latinLnBrk="0">
        <a:lnSpc>
          <a:spcPts val="26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rial"/>
        </a:defRPr>
      </a:lvl1pPr>
      <a:lvl2pPr marL="0" marR="0" indent="0" algn="l" defTabSz="825500" rtl="0" latinLnBrk="0">
        <a:lnSpc>
          <a:spcPts val="26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rial"/>
        </a:defRPr>
      </a:lvl2pPr>
      <a:lvl3pPr marL="0" marR="0" indent="0" algn="l" defTabSz="825500" rtl="0" latinLnBrk="0">
        <a:lnSpc>
          <a:spcPts val="26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rial"/>
        </a:defRPr>
      </a:lvl3pPr>
      <a:lvl4pPr marL="0" marR="0" indent="0" algn="l" defTabSz="825500" rtl="0" latinLnBrk="0">
        <a:lnSpc>
          <a:spcPts val="26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rial"/>
        </a:defRPr>
      </a:lvl4pPr>
      <a:lvl5pPr marL="0" marR="0" indent="0" algn="l" defTabSz="825500" rtl="0" latinLnBrk="0">
        <a:lnSpc>
          <a:spcPts val="26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rial"/>
        </a:defRPr>
      </a:lvl5pPr>
      <a:lvl6pPr marL="0" marR="0" indent="0" algn="l" defTabSz="825500" rtl="0" latinLnBrk="0">
        <a:lnSpc>
          <a:spcPts val="26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rial"/>
        </a:defRPr>
      </a:lvl6pPr>
      <a:lvl7pPr marL="0" marR="0" indent="0" algn="l" defTabSz="825500" rtl="0" latinLnBrk="0">
        <a:lnSpc>
          <a:spcPts val="26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rial"/>
        </a:defRPr>
      </a:lvl7pPr>
      <a:lvl8pPr marL="0" marR="0" indent="0" algn="l" defTabSz="825500" rtl="0" latinLnBrk="0">
        <a:lnSpc>
          <a:spcPts val="26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rial"/>
        </a:defRPr>
      </a:lvl8pPr>
      <a:lvl9pPr marL="0" marR="0" indent="0" algn="l" defTabSz="825500" rtl="0" latinLnBrk="0">
        <a:lnSpc>
          <a:spcPts val="26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24.xml"/><Relationship Id="rId4" Type="http://schemas.openxmlformats.org/officeDocument/2006/relationships/image" Target="../media/image25.sv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24.xml"/><Relationship Id="rId4" Type="http://schemas.openxmlformats.org/officeDocument/2006/relationships/image" Target="../media/image25.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4.xml"/><Relationship Id="rId4" Type="http://schemas.openxmlformats.org/officeDocument/2006/relationships/image" Target="../media/image25.sv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4.xml"/><Relationship Id="rId4" Type="http://schemas.openxmlformats.org/officeDocument/2006/relationships/image" Target="../media/image25.sv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4.xml"/><Relationship Id="rId5" Type="http://schemas.openxmlformats.org/officeDocument/2006/relationships/image" Target="../media/image28.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FD6ADFCB-4581-634C-994E-A61DBFE0C87D}"/>
              </a:ext>
            </a:extLst>
          </p:cNvPr>
          <p:cNvSpPr>
            <a:spLocks noGrp="1"/>
          </p:cNvSpPr>
          <p:nvPr>
            <p:ph type="title"/>
          </p:nvPr>
        </p:nvSpPr>
        <p:spPr>
          <a:xfrm>
            <a:off x="1174776" y="4769768"/>
            <a:ext cx="16545993" cy="3478514"/>
          </a:xfrm>
        </p:spPr>
        <p:txBody>
          <a:bodyPr>
            <a:normAutofit fontScale="90000"/>
          </a:bodyPr>
          <a:lstStyle/>
          <a:p>
            <a:pPr algn="ctr"/>
            <a:r>
              <a:rPr lang="fr-FR"/>
              <a:t>Projet de développement d’un outil de gestion des Astreintes et Heures supplémentaires / Complémentaires</a:t>
            </a:r>
          </a:p>
        </p:txBody>
      </p:sp>
      <p:sp>
        <p:nvSpPr>
          <p:cNvPr id="8" name="Espace réservé du texte 7">
            <a:extLst>
              <a:ext uri="{FF2B5EF4-FFF2-40B4-BE49-F238E27FC236}">
                <a16:creationId xmlns:a16="http://schemas.microsoft.com/office/drawing/2014/main" id="{5B207BBF-AA18-A843-BA3F-8688DD7862E9}"/>
              </a:ext>
            </a:extLst>
          </p:cNvPr>
          <p:cNvSpPr>
            <a:spLocks noGrp="1"/>
          </p:cNvSpPr>
          <p:nvPr>
            <p:ph type="body" sz="quarter" idx="21"/>
          </p:nvPr>
        </p:nvSpPr>
        <p:spPr/>
        <p:txBody>
          <a:bodyPr/>
          <a:lstStyle/>
          <a:p>
            <a:r>
              <a:rPr lang="fr-FR"/>
              <a:t>03/07/2023</a:t>
            </a:r>
          </a:p>
        </p:txBody>
      </p:sp>
      <p:sp>
        <p:nvSpPr>
          <p:cNvPr id="318"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a:t>
            </a:fld>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477C8DA-343A-324F-B833-EAC0D5E3DA3A}"/>
              </a:ext>
            </a:extLst>
          </p:cNvPr>
          <p:cNvSpPr>
            <a:spLocks noGrp="1"/>
          </p:cNvSpPr>
          <p:nvPr>
            <p:ph type="title"/>
          </p:nvPr>
        </p:nvSpPr>
        <p:spPr>
          <a:xfrm>
            <a:off x="942663" y="-270792"/>
            <a:ext cx="14332519" cy="3471751"/>
          </a:xfrm>
        </p:spPr>
        <p:txBody>
          <a:bodyPr/>
          <a:lstStyle/>
          <a:p>
            <a:r>
              <a:rPr lang="fr-FR"/>
              <a:t>Sommaire</a:t>
            </a:r>
          </a:p>
        </p:txBody>
      </p:sp>
      <p:sp>
        <p:nvSpPr>
          <p:cNvPr id="341" name="Espace réservé du texte 2"/>
          <p:cNvSpPr txBox="1">
            <a:spLocks noGrp="1"/>
          </p:cNvSpPr>
          <p:nvPr>
            <p:ph type="body" sz="half" idx="21"/>
          </p:nvPr>
        </p:nvSpPr>
        <p:spPr>
          <a:xfrm>
            <a:off x="306779" y="3521367"/>
            <a:ext cx="16421725" cy="9817353"/>
          </a:xfrm>
          <a:prstGeom prst="rect">
            <a:avLst/>
          </a:prstGeom>
        </p:spPr>
        <p:txBody>
          <a:bodyPr>
            <a:normAutofit fontScale="47500" lnSpcReduction="20000"/>
          </a:bodyPr>
          <a:lstStyle/>
          <a:p>
            <a:pPr marL="0" marR="0" indent="0" algn="just" defTabSz="2438337" rtl="0" fontAlgn="auto" latinLnBrk="0" hangingPunct="0">
              <a:lnSpc>
                <a:spcPct val="100000"/>
              </a:lnSpc>
              <a:spcBef>
                <a:spcPts val="0"/>
              </a:spcBef>
              <a:spcAft>
                <a:spcPts val="0"/>
              </a:spcAft>
              <a:buClrTx/>
              <a:buSzTx/>
              <a:buFontTx/>
              <a:buNone/>
              <a:tabLst/>
            </a:pPr>
            <a:r>
              <a:rPr lang="fr-FR" sz="8700" b="1" spc="-200">
                <a:solidFill>
                  <a:srgbClr val="306EC7"/>
                </a:solidFill>
                <a:sym typeface="Helvetica Neue"/>
              </a:rPr>
              <a:t>1 - Contexte et objectifs</a:t>
            </a:r>
          </a:p>
          <a:p>
            <a:pPr marL="0" marR="0" indent="0" algn="just" defTabSz="2438337" rtl="0" fontAlgn="auto" latinLnBrk="0" hangingPunct="0">
              <a:lnSpc>
                <a:spcPct val="100000"/>
              </a:lnSpc>
              <a:spcBef>
                <a:spcPts val="0"/>
              </a:spcBef>
              <a:spcAft>
                <a:spcPts val="0"/>
              </a:spcAft>
              <a:buClrTx/>
              <a:buSzTx/>
              <a:buFontTx/>
              <a:buNone/>
              <a:tabLst/>
            </a:pPr>
            <a:endParaRPr lang="fr-FR" sz="8700" b="1" spc="-200">
              <a:solidFill>
                <a:srgbClr val="306EC7"/>
              </a:solidFill>
            </a:endParaRPr>
          </a:p>
          <a:p>
            <a:pPr marL="0" marR="0" indent="0" algn="just" defTabSz="2438337" rtl="0" fontAlgn="auto" latinLnBrk="0" hangingPunct="0">
              <a:lnSpc>
                <a:spcPct val="100000"/>
              </a:lnSpc>
              <a:spcBef>
                <a:spcPts val="0"/>
              </a:spcBef>
              <a:spcAft>
                <a:spcPts val="0"/>
              </a:spcAft>
              <a:buClrTx/>
              <a:buSzTx/>
              <a:buFontTx/>
              <a:buNone/>
              <a:tabLst/>
            </a:pPr>
            <a:r>
              <a:rPr lang="fr-FR" sz="8700" b="1" spc="-200">
                <a:solidFill>
                  <a:srgbClr val="306EC7"/>
                </a:solidFill>
              </a:rPr>
              <a:t>2 – Les acteurs et rôles de chacun</a:t>
            </a:r>
          </a:p>
          <a:p>
            <a:pPr marL="0" marR="0" indent="0" algn="just" defTabSz="2438337" rtl="0" fontAlgn="auto" latinLnBrk="0" hangingPunct="0">
              <a:lnSpc>
                <a:spcPct val="100000"/>
              </a:lnSpc>
              <a:spcBef>
                <a:spcPts val="0"/>
              </a:spcBef>
              <a:spcAft>
                <a:spcPts val="0"/>
              </a:spcAft>
              <a:buClrTx/>
              <a:buSzTx/>
              <a:buFontTx/>
              <a:buNone/>
              <a:tabLst/>
            </a:pPr>
            <a:endParaRPr lang="fr-FR" sz="8700" b="1" spc="-200">
              <a:solidFill>
                <a:srgbClr val="306EC7"/>
              </a:solidFill>
            </a:endParaRPr>
          </a:p>
          <a:p>
            <a:pPr marL="0" marR="0" indent="0" algn="just" defTabSz="2438337" rtl="0" fontAlgn="auto" latinLnBrk="0" hangingPunct="0">
              <a:lnSpc>
                <a:spcPct val="100000"/>
              </a:lnSpc>
              <a:spcBef>
                <a:spcPts val="0"/>
              </a:spcBef>
              <a:spcAft>
                <a:spcPts val="0"/>
              </a:spcAft>
              <a:buClrTx/>
              <a:buSzTx/>
              <a:buFontTx/>
              <a:buNone/>
              <a:tabLst/>
            </a:pPr>
            <a:r>
              <a:rPr lang="fr-FR" sz="8700" b="1" spc="-200">
                <a:solidFill>
                  <a:srgbClr val="306EC7"/>
                </a:solidFill>
              </a:rPr>
              <a:t>3 – Pilotage du projet</a:t>
            </a:r>
          </a:p>
          <a:p>
            <a:pPr marL="0" marR="0" indent="0" algn="just" defTabSz="2438337" rtl="0" fontAlgn="auto" latinLnBrk="0" hangingPunct="0">
              <a:lnSpc>
                <a:spcPct val="100000"/>
              </a:lnSpc>
              <a:spcBef>
                <a:spcPts val="0"/>
              </a:spcBef>
              <a:spcAft>
                <a:spcPts val="0"/>
              </a:spcAft>
              <a:buClrTx/>
              <a:buSzTx/>
              <a:buFontTx/>
              <a:buNone/>
              <a:tabLst/>
            </a:pPr>
            <a:endParaRPr lang="fr-FR" sz="8700" b="1" spc="-200">
              <a:solidFill>
                <a:srgbClr val="306EC7"/>
              </a:solidFill>
              <a:sym typeface="Helvetica Neue"/>
            </a:endParaRPr>
          </a:p>
          <a:p>
            <a:pPr marL="0" marR="0" indent="0" algn="just" defTabSz="2438337" rtl="0" fontAlgn="auto" latinLnBrk="0" hangingPunct="0">
              <a:lnSpc>
                <a:spcPct val="100000"/>
              </a:lnSpc>
              <a:spcBef>
                <a:spcPts val="0"/>
              </a:spcBef>
              <a:spcAft>
                <a:spcPts val="0"/>
              </a:spcAft>
              <a:buClrTx/>
              <a:buSzTx/>
              <a:buFontTx/>
              <a:buNone/>
              <a:tabLst/>
            </a:pPr>
            <a:r>
              <a:rPr lang="fr-FR" sz="8700" b="1" spc="-200">
                <a:solidFill>
                  <a:srgbClr val="306EC7"/>
                </a:solidFill>
                <a:sym typeface="Helvetica Neue"/>
              </a:rPr>
              <a:t>4 – Réunions de suivi du projet</a:t>
            </a:r>
          </a:p>
          <a:p>
            <a:pPr marL="0" marR="0" indent="0" algn="just" defTabSz="2438337" rtl="0" fontAlgn="auto" latinLnBrk="0" hangingPunct="0">
              <a:lnSpc>
                <a:spcPct val="100000"/>
              </a:lnSpc>
              <a:spcBef>
                <a:spcPts val="0"/>
              </a:spcBef>
              <a:spcAft>
                <a:spcPts val="0"/>
              </a:spcAft>
              <a:buClrTx/>
              <a:buSzTx/>
              <a:buFontTx/>
              <a:buNone/>
              <a:tabLst/>
            </a:pPr>
            <a:endParaRPr lang="fr-FR" sz="8700" b="1" spc="-200">
              <a:solidFill>
                <a:srgbClr val="306EC7"/>
              </a:solidFill>
              <a:sym typeface="Helvetica Neue"/>
            </a:endParaRPr>
          </a:p>
          <a:p>
            <a:pPr marL="0" marR="0" indent="0" algn="just" defTabSz="2438337" rtl="0" fontAlgn="auto" latinLnBrk="0" hangingPunct="0">
              <a:lnSpc>
                <a:spcPct val="100000"/>
              </a:lnSpc>
              <a:spcBef>
                <a:spcPts val="0"/>
              </a:spcBef>
              <a:spcAft>
                <a:spcPts val="0"/>
              </a:spcAft>
              <a:buClrTx/>
              <a:buSzTx/>
              <a:buFontTx/>
              <a:buNone/>
              <a:tabLst/>
            </a:pPr>
            <a:r>
              <a:rPr lang="fr-FR" sz="8700" b="1" spc="-200">
                <a:solidFill>
                  <a:srgbClr val="306EC7"/>
                </a:solidFill>
              </a:rPr>
              <a:t>5 – Situation actuelle et solution cible du projet</a:t>
            </a:r>
          </a:p>
          <a:p>
            <a:pPr marL="0" marR="0" indent="0" algn="just" defTabSz="2438337" rtl="0" fontAlgn="auto" latinLnBrk="0" hangingPunct="0">
              <a:lnSpc>
                <a:spcPct val="100000"/>
              </a:lnSpc>
              <a:spcBef>
                <a:spcPts val="0"/>
              </a:spcBef>
              <a:spcAft>
                <a:spcPts val="0"/>
              </a:spcAft>
              <a:buClrTx/>
              <a:buSzTx/>
              <a:buFontTx/>
              <a:buNone/>
              <a:tabLst/>
            </a:pPr>
            <a:endParaRPr lang="fr-FR" sz="8700" b="1" spc="-200">
              <a:solidFill>
                <a:srgbClr val="306EC7"/>
              </a:solidFill>
            </a:endParaRPr>
          </a:p>
          <a:p>
            <a:pPr marL="0" marR="0" indent="0" algn="just" defTabSz="2438337" rtl="0" fontAlgn="auto" latinLnBrk="0" hangingPunct="0">
              <a:lnSpc>
                <a:spcPct val="100000"/>
              </a:lnSpc>
              <a:spcBef>
                <a:spcPts val="0"/>
              </a:spcBef>
              <a:spcAft>
                <a:spcPts val="0"/>
              </a:spcAft>
              <a:buClrTx/>
              <a:buSzTx/>
              <a:buFontTx/>
              <a:buNone/>
              <a:tabLst/>
            </a:pPr>
            <a:r>
              <a:rPr lang="fr-FR" sz="8700" b="1" spc="-200">
                <a:solidFill>
                  <a:srgbClr val="306EC7"/>
                </a:solidFill>
                <a:sym typeface="Helvetica Neue"/>
              </a:rPr>
              <a:t>6 – Description du projet : leviers</a:t>
            </a:r>
            <a:r>
              <a:rPr lang="fr-FR" sz="8700" b="1" spc="-200">
                <a:solidFill>
                  <a:srgbClr val="306EC7"/>
                </a:solidFill>
              </a:rPr>
              <a:t>, SWOT, gains et coûts</a:t>
            </a:r>
          </a:p>
          <a:p>
            <a:pPr marL="0" marR="0" indent="0" algn="just" defTabSz="2438337" rtl="0" fontAlgn="auto" latinLnBrk="0" hangingPunct="0">
              <a:lnSpc>
                <a:spcPct val="100000"/>
              </a:lnSpc>
              <a:spcBef>
                <a:spcPts val="0"/>
              </a:spcBef>
              <a:spcAft>
                <a:spcPts val="0"/>
              </a:spcAft>
              <a:buClrTx/>
              <a:buSzTx/>
              <a:buFontTx/>
              <a:buNone/>
              <a:tabLst/>
            </a:pPr>
            <a:endParaRPr lang="fr-FR" sz="8700" b="1" spc="-200">
              <a:solidFill>
                <a:srgbClr val="306EC7"/>
              </a:solidFill>
            </a:endParaRPr>
          </a:p>
          <a:p>
            <a:pPr marL="0" marR="0" indent="0" algn="just" defTabSz="2438337" rtl="0" fontAlgn="auto" latinLnBrk="0" hangingPunct="0">
              <a:lnSpc>
                <a:spcPct val="100000"/>
              </a:lnSpc>
              <a:spcBef>
                <a:spcPts val="0"/>
              </a:spcBef>
              <a:spcAft>
                <a:spcPts val="0"/>
              </a:spcAft>
              <a:buClrTx/>
              <a:buSzTx/>
              <a:buFontTx/>
              <a:buNone/>
              <a:tabLst/>
            </a:pPr>
            <a:r>
              <a:rPr lang="fr-FR" sz="8700" b="1" spc="-200">
                <a:solidFill>
                  <a:srgbClr val="306EC7"/>
                </a:solidFill>
              </a:rPr>
              <a:t>7 – Feuille de route du projet</a:t>
            </a:r>
          </a:p>
          <a:p>
            <a:pPr marL="0" marR="0" indent="0" algn="just" defTabSz="2438337" rtl="0" fontAlgn="auto" latinLnBrk="0" hangingPunct="0">
              <a:lnSpc>
                <a:spcPct val="100000"/>
              </a:lnSpc>
              <a:spcBef>
                <a:spcPts val="0"/>
              </a:spcBef>
              <a:spcAft>
                <a:spcPts val="0"/>
              </a:spcAft>
              <a:buClrTx/>
              <a:buSzTx/>
              <a:buFontTx/>
              <a:buNone/>
              <a:tabLst/>
            </a:pPr>
            <a:endParaRPr lang="fr-FR" sz="8700" b="1" spc="-200">
              <a:solidFill>
                <a:srgbClr val="306EC7"/>
              </a:solidFill>
            </a:endParaRPr>
          </a:p>
          <a:p>
            <a:pPr marL="0" marR="0" indent="0" algn="just" defTabSz="2438337" rtl="0" fontAlgn="auto" latinLnBrk="0" hangingPunct="0">
              <a:lnSpc>
                <a:spcPct val="100000"/>
              </a:lnSpc>
              <a:spcBef>
                <a:spcPts val="0"/>
              </a:spcBef>
              <a:spcAft>
                <a:spcPts val="0"/>
              </a:spcAft>
              <a:buClrTx/>
              <a:buSzTx/>
              <a:buFontTx/>
              <a:buNone/>
              <a:tabLst/>
            </a:pPr>
            <a:r>
              <a:rPr lang="fr-FR" sz="8700" b="1" spc="-200">
                <a:solidFill>
                  <a:srgbClr val="306EC7"/>
                </a:solidFill>
              </a:rPr>
              <a:t>8 – Expression de besoin : </a:t>
            </a:r>
            <a:r>
              <a:rPr lang="fr-FR" sz="5900" b="1" spc="-200">
                <a:solidFill>
                  <a:srgbClr val="306EC7"/>
                </a:solidFill>
              </a:rPr>
              <a:t>Cahier des charges et Logigramme</a:t>
            </a:r>
          </a:p>
          <a:p>
            <a:pPr marL="0" marR="0" indent="0" algn="just" defTabSz="2438337" rtl="0" fontAlgn="auto" latinLnBrk="0" hangingPunct="0">
              <a:lnSpc>
                <a:spcPct val="100000"/>
              </a:lnSpc>
              <a:spcBef>
                <a:spcPts val="0"/>
              </a:spcBef>
              <a:spcAft>
                <a:spcPts val="0"/>
              </a:spcAft>
              <a:buClrTx/>
              <a:buSzTx/>
              <a:buFontTx/>
              <a:buNone/>
              <a:tabLst/>
            </a:pPr>
            <a:endParaRPr lang="fr-FR" sz="5900" b="1" spc="-200">
              <a:solidFill>
                <a:srgbClr val="306EC7"/>
              </a:solidFill>
            </a:endParaRPr>
          </a:p>
          <a:p>
            <a:pPr algn="just" hangingPunct="0">
              <a:lnSpc>
                <a:spcPct val="100000"/>
              </a:lnSpc>
              <a:spcBef>
                <a:spcPts val="0"/>
              </a:spcBef>
            </a:pPr>
            <a:r>
              <a:rPr lang="fr-FR" sz="8600" b="1" spc="-200">
                <a:solidFill>
                  <a:srgbClr val="306EC7"/>
                </a:solidFill>
              </a:rPr>
              <a:t>9 – Focus sur les besoins d’une passerelle entre l’outil, GTA et GRH</a:t>
            </a:r>
            <a:endParaRPr lang="en-GB" sz="8600" b="1" spc="-200">
              <a:solidFill>
                <a:srgbClr val="306EC7"/>
              </a:solidFill>
            </a:endParaRPr>
          </a:p>
          <a:p>
            <a:pPr marL="0" marR="0" indent="0" algn="just" defTabSz="2438337" rtl="0" fontAlgn="auto" latinLnBrk="0" hangingPunct="0">
              <a:lnSpc>
                <a:spcPct val="100000"/>
              </a:lnSpc>
              <a:spcBef>
                <a:spcPts val="0"/>
              </a:spcBef>
              <a:spcAft>
                <a:spcPts val="0"/>
              </a:spcAft>
              <a:buClrTx/>
              <a:buSzTx/>
              <a:buFontTx/>
              <a:buNone/>
              <a:tabLst/>
            </a:pPr>
            <a:endParaRPr lang="fr-FR" sz="8700" b="1" spc="-200">
              <a:solidFill>
                <a:srgbClr val="306EC7"/>
              </a:solidFill>
            </a:endParaRPr>
          </a:p>
          <a:p>
            <a:pPr marL="0" marR="0" indent="0" algn="just" defTabSz="2438337" rtl="0" fontAlgn="auto" latinLnBrk="0" hangingPunct="0">
              <a:lnSpc>
                <a:spcPct val="100000"/>
              </a:lnSpc>
              <a:spcBef>
                <a:spcPts val="0"/>
              </a:spcBef>
              <a:spcAft>
                <a:spcPts val="0"/>
              </a:spcAft>
              <a:buClrTx/>
              <a:buSzTx/>
              <a:buFontTx/>
              <a:buNone/>
              <a:tabLst/>
            </a:pPr>
            <a:r>
              <a:rPr lang="fr-FR" sz="8700" b="1" spc="-200">
                <a:solidFill>
                  <a:srgbClr val="306EC7"/>
                </a:solidFill>
                <a:sym typeface="Helvetica Neue"/>
              </a:rPr>
              <a:t>10 – Roadmap du projet (à la main de la MOE)</a:t>
            </a:r>
          </a:p>
        </p:txBody>
      </p:sp>
      <p:sp>
        <p:nvSpPr>
          <p:cNvPr id="34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7C477-1AED-EA4C-9F99-3557B77E6F8A}"/>
              </a:ext>
            </a:extLst>
          </p:cNvPr>
          <p:cNvSpPr>
            <a:spLocks noGrp="1"/>
          </p:cNvSpPr>
          <p:nvPr>
            <p:ph type="title"/>
          </p:nvPr>
        </p:nvSpPr>
        <p:spPr/>
        <p:txBody>
          <a:bodyPr/>
          <a:lstStyle/>
          <a:p>
            <a:r>
              <a:rPr lang="fr-FR"/>
              <a:t>1 – Contexte et objectifs</a:t>
            </a:r>
          </a:p>
        </p:txBody>
      </p:sp>
      <p:sp>
        <p:nvSpPr>
          <p:cNvPr id="35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a:t>
            </a:fld>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FCE76C9D-AA69-3F4C-BE51-498E4A78A323}"/>
              </a:ext>
            </a:extLst>
          </p:cNvPr>
          <p:cNvSpPr>
            <a:spLocks noGrp="1"/>
          </p:cNvSpPr>
          <p:nvPr>
            <p:ph type="body" sz="quarter" idx="21"/>
          </p:nvPr>
        </p:nvSpPr>
        <p:spPr>
          <a:xfrm>
            <a:off x="1020232" y="2722322"/>
            <a:ext cx="14264793" cy="841256"/>
          </a:xfrm>
        </p:spPr>
        <p:txBody>
          <a:bodyPr/>
          <a:lstStyle/>
          <a:p>
            <a:r>
              <a:rPr lang="fr-FR"/>
              <a:t>1 – Contexte et objectifs</a:t>
            </a:r>
            <a:endParaRPr lang="en-GB"/>
          </a:p>
        </p:txBody>
      </p:sp>
      <p:sp>
        <p:nvSpPr>
          <p:cNvPr id="8" name="Espace réservé du texte 7">
            <a:extLst>
              <a:ext uri="{FF2B5EF4-FFF2-40B4-BE49-F238E27FC236}">
                <a16:creationId xmlns:a16="http://schemas.microsoft.com/office/drawing/2014/main" id="{30F7FA72-0EF6-1C45-AD75-C8DD01D4EA8D}"/>
              </a:ext>
            </a:extLst>
          </p:cNvPr>
          <p:cNvSpPr>
            <a:spLocks noGrp="1"/>
          </p:cNvSpPr>
          <p:nvPr>
            <p:ph type="body" sz="quarter" idx="23"/>
          </p:nvPr>
        </p:nvSpPr>
        <p:spPr>
          <a:xfrm>
            <a:off x="1032434" y="3905672"/>
            <a:ext cx="14263687" cy="9284382"/>
          </a:xfrm>
        </p:spPr>
        <p:txBody>
          <a:bodyPr>
            <a:normAutofit fontScale="25000" lnSpcReduction="20000"/>
          </a:bodyPr>
          <a:lstStyle/>
          <a:p>
            <a:pPr marL="0" lvl="0" indent="0">
              <a:spcBef>
                <a:spcPts val="0"/>
              </a:spcBef>
              <a:buNone/>
              <a:defRPr/>
            </a:pPr>
            <a:r>
              <a:rPr lang="fr-FR" sz="9600"/>
              <a:t>Dans le cadre du projet de la mise en place d’un outil de sécurisation et de gestion des astreintes et heures supplémentaires (HS) / complémentaires (HC), plusieurs étapes ont été réalisées et rappelées ci-dessous. </a:t>
            </a:r>
          </a:p>
          <a:p>
            <a:pPr marL="0" lvl="0" indent="0">
              <a:spcBef>
                <a:spcPts val="0"/>
              </a:spcBef>
              <a:buNone/>
              <a:defRPr/>
            </a:pPr>
            <a:endParaRPr lang="fr-FR" sz="9600"/>
          </a:p>
          <a:p>
            <a:pPr marL="0" lvl="0" indent="0">
              <a:spcBef>
                <a:spcPts val="0"/>
              </a:spcBef>
              <a:buNone/>
              <a:defRPr/>
            </a:pPr>
            <a:r>
              <a:rPr lang="fr-FR" sz="9600"/>
              <a:t>A présent nous entrons dans une phase de définition de l’expression de besoin.</a:t>
            </a:r>
          </a:p>
          <a:p>
            <a:pPr marL="0" lvl="0" indent="0">
              <a:spcBef>
                <a:spcPts val="0"/>
              </a:spcBef>
              <a:buNone/>
              <a:defRPr/>
            </a:pPr>
            <a:endParaRPr lang="fr-FR" sz="9600" b="1"/>
          </a:p>
          <a:p>
            <a:pPr marL="0" lvl="0" indent="0">
              <a:spcBef>
                <a:spcPts val="0"/>
              </a:spcBef>
              <a:buNone/>
              <a:defRPr/>
            </a:pPr>
            <a:r>
              <a:rPr lang="fr-FR" sz="9600" b="1"/>
              <a:t>Etapes réalisées :</a:t>
            </a:r>
          </a:p>
          <a:p>
            <a:pPr marL="285750" lvl="0" indent="-285750">
              <a:spcBef>
                <a:spcPts val="0"/>
              </a:spcBef>
              <a:buFont typeface="Wingdings" pitchFamily="2" charset="2"/>
              <a:buChar char="ü"/>
              <a:defRPr/>
            </a:pPr>
            <a:r>
              <a:rPr lang="fr-FR" sz="9600"/>
              <a:t>11/10/22 - Mise en place d’un groupe de travail des astreintes et HS et HC – Acteurs : N. ASMANE, L. BOUCEBIA, J. DUBOIS, A. ESSIBA, F. FABRE, J. FELICIANO, D. PINGIOTORE</a:t>
            </a:r>
            <a:endParaRPr lang="fr-FR" sz="9400"/>
          </a:p>
          <a:p>
            <a:pPr marL="285750" lvl="0" indent="-285750">
              <a:spcBef>
                <a:spcPts val="0"/>
              </a:spcBef>
              <a:buFont typeface="Wingdings" pitchFamily="2" charset="2"/>
              <a:buChar char="ü"/>
              <a:defRPr/>
            </a:pPr>
            <a:r>
              <a:rPr lang="fr-FR" sz="9600"/>
              <a:t> Entretiens et diagnostic de l’existant : 11/10/22, 15/10/22, 22/11/22, 19/01/23 et 15/02/23.</a:t>
            </a:r>
          </a:p>
          <a:p>
            <a:pPr marL="285750" lvl="0" indent="-285750">
              <a:spcBef>
                <a:spcPts val="0"/>
              </a:spcBef>
              <a:buFont typeface="Wingdings" pitchFamily="2" charset="2"/>
              <a:buChar char="ü"/>
              <a:defRPr/>
            </a:pPr>
            <a:r>
              <a:rPr lang="fr-FR" sz="9600"/>
              <a:t> Enquête via un FORMS transmis aux gestionnaires GAP afin de recueillir les pratiques locales </a:t>
            </a:r>
          </a:p>
          <a:p>
            <a:pPr lvl="0">
              <a:spcBef>
                <a:spcPts val="0"/>
              </a:spcBef>
              <a:defRPr/>
            </a:pPr>
            <a:r>
              <a:rPr lang="fr-FR" sz="9600" b="1"/>
              <a:t>Pour rappel, les 3 chantiers sont :</a:t>
            </a:r>
          </a:p>
          <a:p>
            <a:pPr marL="285750" lvl="0" indent="-285750">
              <a:spcBef>
                <a:spcPts val="0"/>
              </a:spcBef>
              <a:buFont typeface="Arial" panose="020B0604020202020204" pitchFamily="34" charset="0"/>
              <a:buChar char="•"/>
              <a:defRPr/>
            </a:pPr>
            <a:r>
              <a:rPr lang="fr-FR" sz="9600"/>
              <a:t>Chantier 1</a:t>
            </a:r>
          </a:p>
          <a:p>
            <a:pPr marL="952181" lvl="1" indent="-285750">
              <a:spcBef>
                <a:spcPts val="0"/>
              </a:spcBef>
              <a:buFont typeface="Arial" panose="020B0604020202020204" pitchFamily="34" charset="0"/>
              <a:buChar char="•"/>
              <a:defRPr/>
            </a:pPr>
            <a:r>
              <a:rPr lang="fr-FR" sz="9400"/>
              <a:t>Lot 1 : Saisie des demandes préalables d’astreintes et HS/HC</a:t>
            </a:r>
          </a:p>
          <a:p>
            <a:pPr marL="952181" lvl="1" indent="-285750">
              <a:spcBef>
                <a:spcPts val="0"/>
              </a:spcBef>
              <a:buFont typeface="Arial" panose="020B0604020202020204" pitchFamily="34" charset="0"/>
              <a:buChar char="•"/>
              <a:defRPr/>
            </a:pPr>
            <a:r>
              <a:rPr lang="fr-FR" sz="9400"/>
              <a:t>Lot 2 : </a:t>
            </a:r>
            <a:r>
              <a:rPr lang="fr-FR" sz="9600"/>
              <a:t>Workflow de validation des demandes préalables</a:t>
            </a:r>
          </a:p>
          <a:p>
            <a:pPr marL="952181" lvl="1" indent="-285750">
              <a:spcBef>
                <a:spcPts val="0"/>
              </a:spcBef>
              <a:buFont typeface="Arial" panose="020B0604020202020204" pitchFamily="34" charset="0"/>
              <a:buChar char="•"/>
              <a:defRPr/>
            </a:pPr>
            <a:r>
              <a:rPr lang="fr-FR" sz="9600"/>
              <a:t>Lot 3 :  Saisie des interventions réalisées</a:t>
            </a:r>
          </a:p>
          <a:p>
            <a:pPr marL="952181" lvl="1" indent="-285750">
              <a:spcBef>
                <a:spcPts val="0"/>
              </a:spcBef>
              <a:buFont typeface="Arial" panose="020B0604020202020204" pitchFamily="34" charset="0"/>
              <a:buChar char="•"/>
              <a:defRPr/>
            </a:pPr>
            <a:r>
              <a:rPr lang="fr-FR" sz="9600"/>
              <a:t>Lot 4 : Workflow de validation des demandes de réalisations</a:t>
            </a:r>
          </a:p>
          <a:p>
            <a:pPr marL="285750" lvl="0" indent="-285750">
              <a:spcBef>
                <a:spcPts val="0"/>
              </a:spcBef>
              <a:buFont typeface="Arial" panose="020B0604020202020204" pitchFamily="34" charset="0"/>
              <a:buChar char="•"/>
              <a:defRPr/>
            </a:pPr>
            <a:r>
              <a:rPr lang="fr-FR" sz="9600"/>
              <a:t>Chantier 2</a:t>
            </a:r>
          </a:p>
          <a:p>
            <a:pPr marL="952181" lvl="1" indent="-285750">
              <a:spcBef>
                <a:spcPts val="0"/>
              </a:spcBef>
              <a:buFont typeface="Arial" panose="020B0604020202020204" pitchFamily="34" charset="0"/>
              <a:buChar char="•"/>
              <a:defRPr/>
            </a:pPr>
            <a:r>
              <a:rPr lang="fr-FR" sz="9400"/>
              <a:t>Lot 5 : Calcul du réalisé (Astreinte, HS/HC)</a:t>
            </a:r>
          </a:p>
          <a:p>
            <a:pPr marL="952181" lvl="1" indent="-285750">
              <a:spcBef>
                <a:spcPts val="0"/>
              </a:spcBef>
              <a:buFont typeface="Arial" panose="020B0604020202020204" pitchFamily="34" charset="0"/>
              <a:buChar char="•"/>
              <a:defRPr/>
            </a:pPr>
            <a:r>
              <a:rPr lang="fr-FR" sz="9600"/>
              <a:t>Lot 5 bis : Gestion des plannings d’astreintes planifiées</a:t>
            </a:r>
          </a:p>
          <a:p>
            <a:pPr marL="952181" lvl="1" indent="-285750">
              <a:spcBef>
                <a:spcPts val="0"/>
              </a:spcBef>
              <a:buFont typeface="Arial" panose="020B0604020202020204" pitchFamily="34" charset="0"/>
              <a:buChar char="•"/>
              <a:defRPr/>
            </a:pPr>
            <a:r>
              <a:rPr lang="fr-FR" sz="9400"/>
              <a:t>Lot 6 : Workflow de validation GAP</a:t>
            </a:r>
          </a:p>
          <a:p>
            <a:pPr marL="285750" indent="-285750">
              <a:spcBef>
                <a:spcPts val="0"/>
              </a:spcBef>
              <a:defRPr/>
            </a:pPr>
            <a:r>
              <a:rPr lang="fr-FR" sz="9600"/>
              <a:t>Chantier 3</a:t>
            </a:r>
          </a:p>
          <a:p>
            <a:pPr marL="952181" lvl="1" indent="-285750">
              <a:spcBef>
                <a:spcPts val="0"/>
              </a:spcBef>
              <a:defRPr/>
            </a:pPr>
            <a:r>
              <a:rPr lang="fr-FR" sz="9400"/>
              <a:t>Lot 7 : Etats de sortie – demande de paiement CNPR</a:t>
            </a:r>
          </a:p>
          <a:p>
            <a:pPr marL="952181" lvl="1" indent="-285750">
              <a:spcBef>
                <a:spcPts val="0"/>
              </a:spcBef>
              <a:defRPr/>
            </a:pPr>
            <a:r>
              <a:rPr lang="fr-FR" sz="9400"/>
              <a:t>Lot 8 : Stat IRP, Stat direction</a:t>
            </a:r>
          </a:p>
          <a:p>
            <a:pPr marL="952181" lvl="1" indent="-285750">
              <a:spcBef>
                <a:spcPts val="0"/>
              </a:spcBef>
              <a:defRPr/>
            </a:pPr>
            <a:r>
              <a:rPr lang="fr-FR" sz="9400"/>
              <a:t>Lot 9 : Titre restaurant</a:t>
            </a:r>
          </a:p>
          <a:p>
            <a:pPr lvl="1"/>
            <a:endParaRPr lang="en-GB" sz="9600"/>
          </a:p>
          <a:p>
            <a:endParaRPr lang="fr-FR"/>
          </a:p>
        </p:txBody>
      </p:sp>
      <p:sp>
        <p:nvSpPr>
          <p:cNvPr id="5" name="Numéro de diapositive">
            <a:extLst>
              <a:ext uri="{FF2B5EF4-FFF2-40B4-BE49-F238E27FC236}">
                <a16:creationId xmlns:a16="http://schemas.microsoft.com/office/drawing/2014/main" id="{E6942654-465E-EC43-AE92-ADCF04818EF9}"/>
              </a:ext>
            </a:extLst>
          </p:cNvPr>
          <p:cNvSpPr txBox="1">
            <a:spLocks noGrp="1"/>
          </p:cNvSpPr>
          <p:nvPr>
            <p:ph type="sldNum" sz="quarter" idx="2"/>
          </p:nvPr>
        </p:nvSpPr>
        <p:spPr>
          <a:xfrm>
            <a:off x="23708647" y="12775849"/>
            <a:ext cx="368574" cy="414205"/>
          </a:xfr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lang="fr-FR" smtClean="0"/>
              <a:pPr/>
              <a:t>4</a:t>
            </a:fld>
            <a:endParaRPr lang="fr-FR"/>
          </a:p>
        </p:txBody>
      </p:sp>
    </p:spTree>
    <p:extLst>
      <p:ext uri="{BB962C8B-B14F-4D97-AF65-F5344CB8AC3E}">
        <p14:creationId xmlns:p14="http://schemas.microsoft.com/office/powerpoint/2010/main" val="373180770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7C477-1AED-EA4C-9F99-3557B77E6F8A}"/>
              </a:ext>
            </a:extLst>
          </p:cNvPr>
          <p:cNvSpPr>
            <a:spLocks noGrp="1"/>
          </p:cNvSpPr>
          <p:nvPr>
            <p:ph type="title"/>
          </p:nvPr>
        </p:nvSpPr>
        <p:spPr>
          <a:xfrm>
            <a:off x="1020229" y="4533900"/>
            <a:ext cx="16428355" cy="4648200"/>
          </a:xfrm>
        </p:spPr>
        <p:txBody>
          <a:bodyPr/>
          <a:lstStyle/>
          <a:p>
            <a:pPr marL="0" marR="0" indent="0" algn="just" defTabSz="2438337" rtl="0" fontAlgn="auto" latinLnBrk="0" hangingPunct="0">
              <a:lnSpc>
                <a:spcPct val="100000"/>
              </a:lnSpc>
              <a:spcBef>
                <a:spcPts val="0"/>
              </a:spcBef>
              <a:spcAft>
                <a:spcPts val="0"/>
              </a:spcAft>
              <a:buClrTx/>
              <a:buSzTx/>
              <a:buFontTx/>
              <a:buNone/>
              <a:tabLst/>
            </a:pPr>
            <a:r>
              <a:rPr lang="fr-FR"/>
              <a:t>2 - Les acteurs et rôles de chacun</a:t>
            </a:r>
          </a:p>
        </p:txBody>
      </p:sp>
      <p:sp>
        <p:nvSpPr>
          <p:cNvPr id="35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a:t>
            </a:fld>
            <a:endParaRPr/>
          </a:p>
        </p:txBody>
      </p:sp>
    </p:spTree>
    <p:extLst>
      <p:ext uri="{BB962C8B-B14F-4D97-AF65-F5344CB8AC3E}">
        <p14:creationId xmlns:p14="http://schemas.microsoft.com/office/powerpoint/2010/main" val="421823456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Titre de diapositive"/>
          <p:cNvSpPr txBox="1">
            <a:spLocks noGrp="1"/>
          </p:cNvSpPr>
          <p:nvPr>
            <p:ph type="body" sz="quarter" idx="21"/>
          </p:nvPr>
        </p:nvSpPr>
        <p:spPr>
          <a:xfrm>
            <a:off x="1020232" y="2537656"/>
            <a:ext cx="14264793" cy="1025922"/>
          </a:xfrm>
        </p:spPr>
        <p:txBody>
          <a:bodyPr/>
          <a:lstStyle/>
          <a:p>
            <a:pPr marL="0" marR="0" indent="0" algn="just" defTabSz="2438337" rtl="0" fontAlgn="auto" latinLnBrk="0" hangingPunct="0">
              <a:lnSpc>
                <a:spcPct val="100000"/>
              </a:lnSpc>
              <a:spcBef>
                <a:spcPts val="0"/>
              </a:spcBef>
              <a:spcAft>
                <a:spcPts val="0"/>
              </a:spcAft>
              <a:buClrTx/>
              <a:buSzTx/>
              <a:buFontTx/>
              <a:buNone/>
              <a:tabLst/>
            </a:pPr>
            <a:r>
              <a:rPr lang="fr-FR"/>
              <a:t>2 - Les acteurs et rôles de chacun</a:t>
            </a:r>
          </a:p>
        </p:txBody>
      </p:sp>
      <p:sp>
        <p:nvSpPr>
          <p:cNvPr id="2" name="Espace réservé du numéro de diapositive 1">
            <a:extLst>
              <a:ext uri="{FF2B5EF4-FFF2-40B4-BE49-F238E27FC236}">
                <a16:creationId xmlns:a16="http://schemas.microsoft.com/office/drawing/2014/main" id="{9886EC62-2FC9-A140-B05B-0AB39D0A376C}"/>
              </a:ext>
            </a:extLst>
          </p:cNvPr>
          <p:cNvSpPr>
            <a:spLocks noGrp="1"/>
          </p:cNvSpPr>
          <p:nvPr>
            <p:ph type="sldNum" sz="quarter" idx="2"/>
          </p:nvPr>
        </p:nvSpPr>
        <p:spPr/>
        <p:txBody>
          <a:bodyPr/>
          <a:lstStyle/>
          <a:p>
            <a:fld id="{86CB4B4D-7CA3-9044-876B-883B54F8677D}" type="slidenum">
              <a:rPr lang="fr-FR" smtClean="0"/>
              <a:t>6</a:t>
            </a:fld>
            <a:endParaRPr lang="fr-FR"/>
          </a:p>
        </p:txBody>
      </p:sp>
      <p:graphicFrame>
        <p:nvGraphicFramePr>
          <p:cNvPr id="7" name="Tableau 6">
            <a:extLst>
              <a:ext uri="{FF2B5EF4-FFF2-40B4-BE49-F238E27FC236}">
                <a16:creationId xmlns:a16="http://schemas.microsoft.com/office/drawing/2014/main" id="{848377C9-5EB0-05DF-5EC3-94F04C492868}"/>
              </a:ext>
            </a:extLst>
          </p:cNvPr>
          <p:cNvGraphicFramePr>
            <a:graphicFrameLocks noGrp="1"/>
          </p:cNvGraphicFramePr>
          <p:nvPr>
            <p:extLst>
              <p:ext uri="{D42A27DB-BD31-4B8C-83A1-F6EECF244321}">
                <p14:modId xmlns:p14="http://schemas.microsoft.com/office/powerpoint/2010/main" val="1312365485"/>
              </p:ext>
            </p:extLst>
          </p:nvPr>
        </p:nvGraphicFramePr>
        <p:xfrm>
          <a:off x="255784" y="4915790"/>
          <a:ext cx="17048785" cy="4268528"/>
        </p:xfrm>
        <a:graphic>
          <a:graphicData uri="http://schemas.openxmlformats.org/drawingml/2006/table">
            <a:tbl>
              <a:tblPr firstRow="1" bandRow="1">
                <a:tableStyleId>{5940675A-B579-460E-94D1-54222C63F5DA}</a:tableStyleId>
              </a:tblPr>
              <a:tblGrid>
                <a:gridCol w="4231360">
                  <a:extLst>
                    <a:ext uri="{9D8B030D-6E8A-4147-A177-3AD203B41FA5}">
                      <a16:colId xmlns:a16="http://schemas.microsoft.com/office/drawing/2014/main" val="450965535"/>
                    </a:ext>
                  </a:extLst>
                </a:gridCol>
                <a:gridCol w="4752528">
                  <a:extLst>
                    <a:ext uri="{9D8B030D-6E8A-4147-A177-3AD203B41FA5}">
                      <a16:colId xmlns:a16="http://schemas.microsoft.com/office/drawing/2014/main" val="254529174"/>
                    </a:ext>
                  </a:extLst>
                </a:gridCol>
                <a:gridCol w="6090427">
                  <a:extLst>
                    <a:ext uri="{9D8B030D-6E8A-4147-A177-3AD203B41FA5}">
                      <a16:colId xmlns:a16="http://schemas.microsoft.com/office/drawing/2014/main" val="3409624174"/>
                    </a:ext>
                  </a:extLst>
                </a:gridCol>
                <a:gridCol w="1974470">
                  <a:extLst>
                    <a:ext uri="{9D8B030D-6E8A-4147-A177-3AD203B41FA5}">
                      <a16:colId xmlns:a16="http://schemas.microsoft.com/office/drawing/2014/main" val="658317498"/>
                    </a:ext>
                  </a:extLst>
                </a:gridCol>
              </a:tblGrid>
              <a:tr h="1241610">
                <a:tc>
                  <a:txBody>
                    <a:bodyPr/>
                    <a:lstStyle/>
                    <a:p>
                      <a:pPr algn="ctr"/>
                      <a:r>
                        <a:rPr lang="fr-FR" sz="1800" b="1">
                          <a:solidFill>
                            <a:srgbClr val="FFFFFF"/>
                          </a:solidFill>
                        </a:rPr>
                        <a:t>LOTS</a:t>
                      </a:r>
                    </a:p>
                  </a:txBody>
                  <a:tcPr anchor="ctr">
                    <a:solidFill>
                      <a:srgbClr val="007E5D"/>
                    </a:solidFill>
                  </a:tcPr>
                </a:tc>
                <a:tc>
                  <a:txBody>
                    <a:bodyPr/>
                    <a:lstStyle/>
                    <a:p>
                      <a:pPr algn="ctr"/>
                      <a:r>
                        <a:rPr lang="fr-FR" sz="1600" b="1">
                          <a:solidFill>
                            <a:srgbClr val="FFFFFF"/>
                          </a:solidFill>
                        </a:rPr>
                        <a:t>Suivi du projet</a:t>
                      </a:r>
                    </a:p>
                  </a:txBody>
                  <a:tcPr anchor="ctr">
                    <a:solidFill>
                      <a:srgbClr val="007E5D"/>
                    </a:solidFill>
                  </a:tcPr>
                </a:tc>
                <a:tc>
                  <a:txBody>
                    <a:bodyPr/>
                    <a:lstStyle/>
                    <a:p>
                      <a:pPr algn="ctr"/>
                      <a:r>
                        <a:rPr lang="fr-FR" sz="1600" b="1">
                          <a:solidFill>
                            <a:srgbClr val="FFFFFF"/>
                          </a:solidFill>
                        </a:rPr>
                        <a:t>Contributeurs</a:t>
                      </a:r>
                    </a:p>
                  </a:txBody>
                  <a:tcPr anchor="ctr">
                    <a:solidFill>
                      <a:srgbClr val="007E5D"/>
                    </a:solidFill>
                  </a:tcPr>
                </a:tc>
                <a:tc>
                  <a:txBody>
                    <a:bodyPr/>
                    <a:lstStyle/>
                    <a:p>
                      <a:pPr algn="ctr"/>
                      <a:r>
                        <a:rPr lang="fr-FR" sz="1600" b="1">
                          <a:solidFill>
                            <a:srgbClr val="FFFFFF"/>
                          </a:solidFill>
                        </a:rPr>
                        <a:t>Décideur</a:t>
                      </a:r>
                    </a:p>
                  </a:txBody>
                  <a:tcPr anchor="ctr">
                    <a:solidFill>
                      <a:srgbClr val="007E5D"/>
                    </a:solidFill>
                  </a:tcPr>
                </a:tc>
                <a:extLst>
                  <a:ext uri="{0D108BD9-81ED-4DB2-BD59-A6C34878D82A}">
                    <a16:rowId xmlns:a16="http://schemas.microsoft.com/office/drawing/2014/main" val="650224360"/>
                  </a:ext>
                </a:extLst>
              </a:tr>
              <a:tr h="2356784">
                <a:tc>
                  <a:txBody>
                    <a:bodyPr/>
                    <a:lstStyle/>
                    <a:p>
                      <a:pPr marL="0" marR="0" lvl="0" indent="0" algn="l" defTabSz="825500" rtl="0" eaLnBrk="1" fontAlgn="auto" latinLnBrk="0" hangingPunct="1">
                        <a:lnSpc>
                          <a:spcPts val="2600"/>
                        </a:lnSpc>
                        <a:spcBef>
                          <a:spcPts val="0"/>
                        </a:spcBef>
                        <a:spcAft>
                          <a:spcPts val="0"/>
                        </a:spcAft>
                        <a:buClrTx/>
                        <a:buSzTx/>
                        <a:buFont typeface="Arial" panose="020B0604020202020204" pitchFamily="34" charset="0"/>
                        <a:buNone/>
                        <a:tabLst/>
                        <a:defRPr/>
                      </a:pPr>
                      <a:r>
                        <a:rPr lang="fr-FR" sz="1600">
                          <a:solidFill>
                            <a:srgbClr val="007E5D"/>
                          </a:solidFill>
                        </a:rPr>
                        <a:t>Astreintes</a:t>
                      </a:r>
                    </a:p>
                    <a:p>
                      <a:pPr marL="0" marR="0" lvl="0" indent="0" algn="l" defTabSz="825500" rtl="0" eaLnBrk="1" fontAlgn="auto" latinLnBrk="0" hangingPunct="1">
                        <a:lnSpc>
                          <a:spcPts val="2600"/>
                        </a:lnSpc>
                        <a:spcBef>
                          <a:spcPts val="0"/>
                        </a:spcBef>
                        <a:spcAft>
                          <a:spcPts val="0"/>
                        </a:spcAft>
                        <a:buClrTx/>
                        <a:buSzTx/>
                        <a:buFont typeface="Arial" panose="020B0604020202020204" pitchFamily="34" charset="0"/>
                        <a:buNone/>
                        <a:tabLst/>
                        <a:defRPr/>
                      </a:pPr>
                      <a:r>
                        <a:rPr lang="fr-FR" sz="1600">
                          <a:solidFill>
                            <a:srgbClr val="007E5D"/>
                          </a:solidFill>
                        </a:rPr>
                        <a:t>Heures supplémentaires/Complémentaires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a:solidFill>
                            <a:srgbClr val="007E5D"/>
                          </a:solidFill>
                        </a:rPr>
                        <a:t>Calcul automatique</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600">
                          <a:solidFill>
                            <a:srgbClr val="007E5D"/>
                          </a:solidFill>
                        </a:rPr>
                        <a:t>Workflow de validation</a:t>
                      </a:r>
                    </a:p>
                    <a:p>
                      <a:pPr marL="0" lvl="0" indent="0">
                        <a:buFont typeface="Arial" panose="020B0604020202020204" pitchFamily="34" charset="0"/>
                        <a:buNone/>
                        <a:defRPr/>
                      </a:pPr>
                      <a:r>
                        <a:rPr lang="fr-FR" sz="1600">
                          <a:solidFill>
                            <a:srgbClr val="007E5D"/>
                          </a:solidFill>
                        </a:rPr>
                        <a:t>Etats de sortie</a:t>
                      </a:r>
                    </a:p>
                  </a:txBody>
                  <a:tcPr anchor="ctr"/>
                </a:tc>
                <a:tc>
                  <a:txBody>
                    <a:bodyPr/>
                    <a:lstStyle/>
                    <a:p>
                      <a:pPr algn="ctr"/>
                      <a:r>
                        <a:rPr lang="fr-FR" sz="1600">
                          <a:solidFill>
                            <a:srgbClr val="007E5D"/>
                          </a:solidFill>
                        </a:rPr>
                        <a:t>MOA : N. ASMANE – D. PINGIOTORE – L. BOUCEBIA – J. GALLIANI – F. FABRE - P. ZARB </a:t>
                      </a:r>
                    </a:p>
                    <a:p>
                      <a:pPr lvl="0" algn="ctr">
                        <a:buNone/>
                      </a:pPr>
                      <a:endParaRPr lang="fr-FR" sz="1600">
                        <a:solidFill>
                          <a:srgbClr val="007E5D"/>
                        </a:solidFill>
                      </a:endParaRPr>
                    </a:p>
                    <a:p>
                      <a:pPr algn="ctr"/>
                      <a:r>
                        <a:rPr lang="fr-FR" sz="1600">
                          <a:solidFill>
                            <a:srgbClr val="007E5D"/>
                          </a:solidFill>
                        </a:rPr>
                        <a:t>MOE : Y. DIAKHATE – M. PERES</a:t>
                      </a:r>
                    </a:p>
                    <a:p>
                      <a:pPr lvl="0" algn="ctr">
                        <a:buNone/>
                      </a:pPr>
                      <a:endParaRPr lang="fr-FR" sz="1600">
                        <a:solidFill>
                          <a:srgbClr val="007E5D"/>
                        </a:solidFill>
                      </a:endParaRPr>
                    </a:p>
                    <a:p>
                      <a:pPr lvl="0" algn="ctr">
                        <a:buNone/>
                      </a:pPr>
                      <a:r>
                        <a:rPr lang="fr-FR" sz="1600">
                          <a:solidFill>
                            <a:srgbClr val="007E5D"/>
                          </a:solidFill>
                        </a:rPr>
                        <a:t>SOUS DIRECTION : S. CHALANSONNET (SDAT) - F. LAFFONT (SDAT) - F. CHAUDERON (SDOP PE) - P. OLEON (SDOP PE)</a:t>
                      </a:r>
                    </a:p>
                  </a:txBody>
                  <a:tcPr anchor="ctr"/>
                </a:tc>
                <a:tc>
                  <a:txBody>
                    <a:bodyPr/>
                    <a:lstStyle/>
                    <a:p>
                      <a:pPr marL="0" marR="0" lvl="0" indent="0" algn="ctr" defTabSz="825500" rtl="0" eaLnBrk="1" fontAlgn="auto" latinLnBrk="0" hangingPunct="1">
                        <a:lnSpc>
                          <a:spcPts val="2600"/>
                        </a:lnSpc>
                        <a:spcBef>
                          <a:spcPts val="0"/>
                        </a:spcBef>
                        <a:spcAft>
                          <a:spcPts val="0"/>
                        </a:spcAft>
                        <a:buClrTx/>
                        <a:buSzTx/>
                        <a:buFontTx/>
                        <a:buNone/>
                        <a:tabLst/>
                        <a:defRPr/>
                      </a:pPr>
                      <a:r>
                        <a:rPr lang="fr-FR" sz="1600">
                          <a:solidFill>
                            <a:srgbClr val="007E5D"/>
                          </a:solidFill>
                        </a:rPr>
                        <a:t>Y. DIAKHATE – M. PERES + 4 personnes</a:t>
                      </a:r>
                    </a:p>
                    <a:p>
                      <a:pPr marL="0" marR="0" lvl="0" indent="0" algn="ctr" defTabSz="825500" rtl="0" eaLnBrk="1" fontAlgn="auto" latinLnBrk="0" hangingPunct="1">
                        <a:lnSpc>
                          <a:spcPts val="2600"/>
                        </a:lnSpc>
                        <a:spcBef>
                          <a:spcPts val="0"/>
                        </a:spcBef>
                        <a:spcAft>
                          <a:spcPts val="0"/>
                        </a:spcAft>
                        <a:buClrTx/>
                        <a:buSzTx/>
                        <a:buFontTx/>
                        <a:buNone/>
                        <a:tabLst/>
                        <a:defRPr/>
                      </a:pPr>
                      <a:endParaRPr lang="fr-FR" sz="1600">
                        <a:solidFill>
                          <a:srgbClr val="007E5D"/>
                        </a:solidFill>
                      </a:endParaRPr>
                    </a:p>
                    <a:p>
                      <a:pPr algn="ctr"/>
                      <a:r>
                        <a:rPr lang="fr-FR" sz="1600">
                          <a:solidFill>
                            <a:srgbClr val="007E5D"/>
                          </a:solidFill>
                        </a:rPr>
                        <a:t>L. BOUCEBIA, J. DUBOIS, A. ESSIBA, J. GALLIANI, F. FABRE, J. FELICIANO</a:t>
                      </a:r>
                    </a:p>
                    <a:p>
                      <a:pPr algn="ctr"/>
                      <a:r>
                        <a:rPr lang="fr-FR" sz="1600">
                          <a:solidFill>
                            <a:srgbClr val="007E5D"/>
                          </a:solidFill>
                        </a:rPr>
                        <a:t>Gestionnaire GAP 1, Gestionnaire GAP 2, Gestionnaire GAP 3</a:t>
                      </a:r>
                    </a:p>
                    <a:p>
                      <a:pPr algn="ctr"/>
                      <a:endParaRPr lang="fr-FR" sz="1600">
                        <a:solidFill>
                          <a:srgbClr val="007E5D"/>
                        </a:solidFill>
                      </a:endParaRPr>
                    </a:p>
                    <a:p>
                      <a:pPr marL="0" marR="0" lvl="0" indent="0" algn="ctr" defTabSz="825500" rtl="0" eaLnBrk="1" fontAlgn="auto" latinLnBrk="0" hangingPunct="1">
                        <a:lnSpc>
                          <a:spcPts val="2600"/>
                        </a:lnSpc>
                        <a:spcBef>
                          <a:spcPts val="0"/>
                        </a:spcBef>
                        <a:spcAft>
                          <a:spcPts val="0"/>
                        </a:spcAft>
                        <a:buClrTx/>
                        <a:buSzTx/>
                        <a:buFontTx/>
                        <a:buNone/>
                        <a:tabLst/>
                        <a:defRPr/>
                      </a:pPr>
                      <a:r>
                        <a:rPr lang="fr-FR" sz="1600">
                          <a:solidFill>
                            <a:srgbClr val="007E5D"/>
                          </a:solidFill>
                        </a:rPr>
                        <a:t>Manager 1, Manager 2, Manager 3</a:t>
                      </a:r>
                    </a:p>
                    <a:p>
                      <a:pPr marL="0" marR="0" lvl="0" indent="0" algn="ctr" defTabSz="825500" rtl="0" eaLnBrk="1" fontAlgn="auto" latinLnBrk="0" hangingPunct="1">
                        <a:lnSpc>
                          <a:spcPts val="2600"/>
                        </a:lnSpc>
                        <a:spcBef>
                          <a:spcPts val="0"/>
                        </a:spcBef>
                        <a:spcAft>
                          <a:spcPts val="0"/>
                        </a:spcAft>
                        <a:buClrTx/>
                        <a:buSzTx/>
                        <a:buFontTx/>
                        <a:buNone/>
                        <a:tabLst/>
                        <a:defRPr/>
                      </a:pPr>
                      <a:endParaRPr lang="fr-FR" sz="1600">
                        <a:solidFill>
                          <a:srgbClr val="007E5D"/>
                        </a:solidFill>
                      </a:endParaRPr>
                    </a:p>
                    <a:p>
                      <a:pPr marL="0" marR="0" lvl="0" indent="0" algn="ctr" defTabSz="825500" rtl="0" eaLnBrk="1" fontAlgn="auto" latinLnBrk="0" hangingPunct="1">
                        <a:lnSpc>
                          <a:spcPts val="2600"/>
                        </a:lnSpc>
                        <a:spcBef>
                          <a:spcPts val="0"/>
                        </a:spcBef>
                        <a:spcAft>
                          <a:spcPts val="0"/>
                        </a:spcAft>
                        <a:buClrTx/>
                        <a:buSzTx/>
                        <a:buFontTx/>
                        <a:buNone/>
                        <a:tabLst/>
                        <a:defRPr/>
                      </a:pPr>
                      <a:endParaRPr lang="fr-FR" sz="1600">
                        <a:solidFill>
                          <a:srgbClr val="007E5D"/>
                        </a:solidFill>
                      </a:endParaRPr>
                    </a:p>
                  </a:txBody>
                  <a:tcPr anchor="ctr"/>
                </a:tc>
                <a:tc>
                  <a:txBody>
                    <a:bodyPr/>
                    <a:lstStyle/>
                    <a:p>
                      <a:pPr algn="ctr"/>
                      <a:r>
                        <a:rPr lang="fr-FR" sz="1600">
                          <a:solidFill>
                            <a:srgbClr val="007E5D"/>
                          </a:solidFill>
                        </a:rPr>
                        <a:t>R. THEVENON</a:t>
                      </a:r>
                    </a:p>
                    <a:p>
                      <a:pPr algn="ctr"/>
                      <a:r>
                        <a:rPr lang="fr-FR" sz="1600">
                          <a:solidFill>
                            <a:srgbClr val="007E5D"/>
                          </a:solidFill>
                        </a:rPr>
                        <a:t>Y. DIAKHATE </a:t>
                      </a:r>
                    </a:p>
                    <a:p>
                      <a:pPr algn="ctr"/>
                      <a:r>
                        <a:rPr lang="fr-FR" sz="1600">
                          <a:solidFill>
                            <a:srgbClr val="007E5D"/>
                          </a:solidFill>
                        </a:rPr>
                        <a:t>N. ASMANE</a:t>
                      </a:r>
                    </a:p>
                    <a:p>
                      <a:pPr algn="ctr"/>
                      <a:r>
                        <a:rPr lang="fr-FR" sz="1600">
                          <a:solidFill>
                            <a:srgbClr val="007E5D"/>
                          </a:solidFill>
                        </a:rPr>
                        <a:t>S. METIVIER</a:t>
                      </a:r>
                    </a:p>
                  </a:txBody>
                  <a:tcPr anchor="ctr"/>
                </a:tc>
                <a:extLst>
                  <a:ext uri="{0D108BD9-81ED-4DB2-BD59-A6C34878D82A}">
                    <a16:rowId xmlns:a16="http://schemas.microsoft.com/office/drawing/2014/main" val="571696721"/>
                  </a:ext>
                </a:extLst>
              </a:tr>
            </a:tbl>
          </a:graphicData>
        </a:graphic>
      </p:graphicFrame>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7C477-1AED-EA4C-9F99-3557B77E6F8A}"/>
              </a:ext>
            </a:extLst>
          </p:cNvPr>
          <p:cNvSpPr>
            <a:spLocks noGrp="1"/>
          </p:cNvSpPr>
          <p:nvPr>
            <p:ph type="title"/>
          </p:nvPr>
        </p:nvSpPr>
        <p:spPr/>
        <p:txBody>
          <a:bodyPr/>
          <a:lstStyle/>
          <a:p>
            <a:pPr marL="0" marR="0" indent="0" algn="just" defTabSz="2438337" rtl="0" fontAlgn="auto" latinLnBrk="0" hangingPunct="0">
              <a:lnSpc>
                <a:spcPct val="100000"/>
              </a:lnSpc>
              <a:spcBef>
                <a:spcPts val="0"/>
              </a:spcBef>
              <a:spcAft>
                <a:spcPts val="0"/>
              </a:spcAft>
              <a:buClrTx/>
              <a:buSzTx/>
              <a:buFontTx/>
              <a:buNone/>
              <a:tabLst/>
            </a:pPr>
            <a:r>
              <a:rPr lang="fr-FR"/>
              <a:t>3 – Pilotage du projet</a:t>
            </a:r>
            <a:endParaRPr kumimoji="0" lang="fr-FR" sz="9600" b="0" i="0" u="none" strike="noStrike" cap="none" spc="0" normalizeH="0" baseline="0">
              <a:ln>
                <a:noFill/>
              </a:ln>
              <a:solidFill>
                <a:srgbClr val="5E5E5E"/>
              </a:solidFill>
              <a:effectLst/>
              <a:uFillTx/>
              <a:latin typeface="+mj-lt"/>
              <a:ea typeface="+mj-ea"/>
              <a:cs typeface="+mj-cs"/>
              <a:sym typeface="Helvetica Neue"/>
            </a:endParaRPr>
          </a:p>
        </p:txBody>
      </p:sp>
      <p:sp>
        <p:nvSpPr>
          <p:cNvPr id="35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a:t>
            </a:fld>
            <a:endParaRPr/>
          </a:p>
        </p:txBody>
      </p:sp>
    </p:spTree>
    <p:extLst>
      <p:ext uri="{BB962C8B-B14F-4D97-AF65-F5344CB8AC3E}">
        <p14:creationId xmlns:p14="http://schemas.microsoft.com/office/powerpoint/2010/main" val="427258030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FCE76C9D-AA69-3F4C-BE51-498E4A78A323}"/>
              </a:ext>
            </a:extLst>
          </p:cNvPr>
          <p:cNvSpPr>
            <a:spLocks noGrp="1"/>
          </p:cNvSpPr>
          <p:nvPr>
            <p:ph type="body" sz="quarter" idx="21"/>
          </p:nvPr>
        </p:nvSpPr>
        <p:spPr>
          <a:xfrm>
            <a:off x="1678832" y="1881066"/>
            <a:ext cx="14264793" cy="841256"/>
          </a:xfrm>
        </p:spPr>
        <p:txBody>
          <a:bodyPr/>
          <a:lstStyle/>
          <a:p>
            <a:r>
              <a:rPr lang="fr-FR"/>
              <a:t>3 – Pilotage du projet</a:t>
            </a:r>
            <a:endParaRPr lang="en-GB"/>
          </a:p>
        </p:txBody>
      </p:sp>
      <p:sp>
        <p:nvSpPr>
          <p:cNvPr id="5" name="Numéro de diapositive">
            <a:extLst>
              <a:ext uri="{FF2B5EF4-FFF2-40B4-BE49-F238E27FC236}">
                <a16:creationId xmlns:a16="http://schemas.microsoft.com/office/drawing/2014/main" id="{E6942654-465E-EC43-AE92-ADCF04818EF9}"/>
              </a:ext>
            </a:extLst>
          </p:cNvPr>
          <p:cNvSpPr txBox="1">
            <a:spLocks noGrp="1"/>
          </p:cNvSpPr>
          <p:nvPr>
            <p:ph type="sldNum" sz="quarter" idx="2"/>
          </p:nvPr>
        </p:nvSpPr>
        <p:spPr>
          <a:xfrm>
            <a:off x="23708647" y="12775849"/>
            <a:ext cx="368574" cy="414205"/>
          </a:xfr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lang="fr-FR" smtClean="0"/>
              <a:pPr/>
              <a:t>8</a:t>
            </a:fld>
            <a:endParaRPr lang="fr-FR"/>
          </a:p>
        </p:txBody>
      </p:sp>
      <p:pic>
        <p:nvPicPr>
          <p:cNvPr id="68" name="Image 67">
            <a:extLst>
              <a:ext uri="{FF2B5EF4-FFF2-40B4-BE49-F238E27FC236}">
                <a16:creationId xmlns:a16="http://schemas.microsoft.com/office/drawing/2014/main" id="{285AECB3-2F25-40DC-A8F3-9E6600DCA824}"/>
              </a:ext>
            </a:extLst>
          </p:cNvPr>
          <p:cNvPicPr>
            <a:picLocks noChangeAspect="1"/>
          </p:cNvPicPr>
          <p:nvPr/>
        </p:nvPicPr>
        <p:blipFill>
          <a:blip r:embed="rId2"/>
          <a:stretch>
            <a:fillRect/>
          </a:stretch>
        </p:blipFill>
        <p:spPr>
          <a:xfrm>
            <a:off x="4055096" y="3401616"/>
            <a:ext cx="10297144" cy="9788438"/>
          </a:xfrm>
          <a:prstGeom prst="rect">
            <a:avLst/>
          </a:prstGeom>
        </p:spPr>
      </p:pic>
    </p:spTree>
    <p:extLst>
      <p:ext uri="{BB962C8B-B14F-4D97-AF65-F5344CB8AC3E}">
        <p14:creationId xmlns:p14="http://schemas.microsoft.com/office/powerpoint/2010/main" val="322257731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7C477-1AED-EA4C-9F99-3557B77E6F8A}"/>
              </a:ext>
            </a:extLst>
          </p:cNvPr>
          <p:cNvSpPr>
            <a:spLocks noGrp="1"/>
          </p:cNvSpPr>
          <p:nvPr>
            <p:ph type="title"/>
          </p:nvPr>
        </p:nvSpPr>
        <p:spPr>
          <a:xfrm>
            <a:off x="166664" y="3977680"/>
            <a:ext cx="18722079" cy="4648200"/>
          </a:xfrm>
        </p:spPr>
        <p:txBody>
          <a:bodyPr>
            <a:normAutofit/>
          </a:bodyPr>
          <a:lstStyle/>
          <a:p>
            <a:pPr marL="0" marR="0" indent="0" algn="just" defTabSz="2438337" rtl="0" fontAlgn="auto" latinLnBrk="0" hangingPunct="0">
              <a:lnSpc>
                <a:spcPct val="100000"/>
              </a:lnSpc>
              <a:spcBef>
                <a:spcPts val="0"/>
              </a:spcBef>
              <a:spcAft>
                <a:spcPts val="0"/>
              </a:spcAft>
              <a:buClrTx/>
              <a:buSzTx/>
              <a:buFontTx/>
              <a:buNone/>
              <a:tabLst/>
            </a:pPr>
            <a:r>
              <a:rPr lang="fr-FR">
                <a:sym typeface="Helvetica Neue"/>
              </a:rPr>
              <a:t>4 – Réunions mensuelles de suivi du projet</a:t>
            </a:r>
          </a:p>
        </p:txBody>
      </p:sp>
      <p:sp>
        <p:nvSpPr>
          <p:cNvPr id="35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9</a:t>
            </a:fld>
            <a:endParaRPr/>
          </a:p>
        </p:txBody>
      </p:sp>
    </p:spTree>
    <p:extLst>
      <p:ext uri="{BB962C8B-B14F-4D97-AF65-F5344CB8AC3E}">
        <p14:creationId xmlns:p14="http://schemas.microsoft.com/office/powerpoint/2010/main" val="76055975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B40C4898-FF74-076C-1C23-F451A9801015}"/>
              </a:ext>
            </a:extLst>
          </p:cNvPr>
          <p:cNvSpPr>
            <a:spLocks noGrp="1"/>
          </p:cNvSpPr>
          <p:nvPr>
            <p:ph type="sldNum" sz="quarter" idx="2"/>
          </p:nvPr>
        </p:nvSpPr>
        <p:spPr>
          <a:xfrm>
            <a:off x="25277711" y="12043241"/>
            <a:ext cx="482188" cy="447336"/>
          </a:xfrm>
        </p:spPr>
        <p:txBody>
          <a:bodyPr>
            <a:normAutofit/>
          </a:bodyPr>
          <a:lstStyle/>
          <a:p>
            <a:fld id="{86CB4B4D-7CA3-9044-876B-883B54F8677D}" type="slidenum">
              <a:rPr lang="fr-FR" smtClean="0"/>
              <a:t>10</a:t>
            </a:fld>
            <a:endParaRPr lang="fr-FR"/>
          </a:p>
        </p:txBody>
      </p:sp>
      <p:sp>
        <p:nvSpPr>
          <p:cNvPr id="5" name="Numéro de diapositive">
            <a:extLst>
              <a:ext uri="{FF2B5EF4-FFF2-40B4-BE49-F238E27FC236}">
                <a16:creationId xmlns:a16="http://schemas.microsoft.com/office/drawing/2014/main" id="{E1D464DC-7777-67C2-52CF-605BA1A908E1}"/>
              </a:ext>
            </a:extLst>
          </p:cNvPr>
          <p:cNvSpPr txBox="1">
            <a:spLocks/>
          </p:cNvSpPr>
          <p:nvPr/>
        </p:nvSpPr>
        <p:spPr>
          <a:xfrm>
            <a:off x="25277711" y="12043241"/>
            <a:ext cx="482188" cy="4473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b">
            <a:norm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ts val="26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Arial"/>
                <a:ea typeface="Arial"/>
                <a:cs typeface="Arial"/>
                <a:sym typeface="Arial"/>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mtClean="0"/>
              <a:pPr/>
              <a:t>10</a:t>
            </a:fld>
            <a:endParaRPr lang="fr-FR"/>
          </a:p>
        </p:txBody>
      </p:sp>
      <p:graphicFrame>
        <p:nvGraphicFramePr>
          <p:cNvPr id="37" name="Tableau 36">
            <a:extLst>
              <a:ext uri="{FF2B5EF4-FFF2-40B4-BE49-F238E27FC236}">
                <a16:creationId xmlns:a16="http://schemas.microsoft.com/office/drawing/2014/main" id="{16F782EB-ED59-4EE3-CE62-22F9E3131655}"/>
              </a:ext>
            </a:extLst>
          </p:cNvPr>
          <p:cNvGraphicFramePr>
            <a:graphicFrameLocks noGrp="1"/>
          </p:cNvGraphicFramePr>
          <p:nvPr>
            <p:extLst>
              <p:ext uri="{D42A27DB-BD31-4B8C-83A1-F6EECF244321}">
                <p14:modId xmlns:p14="http://schemas.microsoft.com/office/powerpoint/2010/main" val="1852769502"/>
              </p:ext>
            </p:extLst>
          </p:nvPr>
        </p:nvGraphicFramePr>
        <p:xfrm>
          <a:off x="306779" y="2513660"/>
          <a:ext cx="22758429" cy="10830897"/>
        </p:xfrm>
        <a:graphic>
          <a:graphicData uri="http://schemas.openxmlformats.org/drawingml/2006/table">
            <a:tbl>
              <a:tblPr firstRow="1" firstCol="1">
                <a:tableStyleId>{5C22544A-7EE6-4342-B048-85BDC9FD1C3A}</a:tableStyleId>
              </a:tblPr>
              <a:tblGrid>
                <a:gridCol w="13605874">
                  <a:extLst>
                    <a:ext uri="{9D8B030D-6E8A-4147-A177-3AD203B41FA5}">
                      <a16:colId xmlns:a16="http://schemas.microsoft.com/office/drawing/2014/main" val="3884193815"/>
                    </a:ext>
                  </a:extLst>
                </a:gridCol>
                <a:gridCol w="2133641">
                  <a:extLst>
                    <a:ext uri="{9D8B030D-6E8A-4147-A177-3AD203B41FA5}">
                      <a16:colId xmlns:a16="http://schemas.microsoft.com/office/drawing/2014/main" val="3497745967"/>
                    </a:ext>
                  </a:extLst>
                </a:gridCol>
                <a:gridCol w="2054618">
                  <a:extLst>
                    <a:ext uri="{9D8B030D-6E8A-4147-A177-3AD203B41FA5}">
                      <a16:colId xmlns:a16="http://schemas.microsoft.com/office/drawing/2014/main" val="1474167043"/>
                    </a:ext>
                  </a:extLst>
                </a:gridCol>
                <a:gridCol w="993038">
                  <a:extLst>
                    <a:ext uri="{9D8B030D-6E8A-4147-A177-3AD203B41FA5}">
                      <a16:colId xmlns:a16="http://schemas.microsoft.com/office/drawing/2014/main" val="3050236062"/>
                    </a:ext>
                  </a:extLst>
                </a:gridCol>
                <a:gridCol w="1181191">
                  <a:extLst>
                    <a:ext uri="{9D8B030D-6E8A-4147-A177-3AD203B41FA5}">
                      <a16:colId xmlns:a16="http://schemas.microsoft.com/office/drawing/2014/main" val="2321169735"/>
                    </a:ext>
                  </a:extLst>
                </a:gridCol>
                <a:gridCol w="1477094">
                  <a:extLst>
                    <a:ext uri="{9D8B030D-6E8A-4147-A177-3AD203B41FA5}">
                      <a16:colId xmlns:a16="http://schemas.microsoft.com/office/drawing/2014/main" val="3205275300"/>
                    </a:ext>
                  </a:extLst>
                </a:gridCol>
                <a:gridCol w="1312973">
                  <a:extLst>
                    <a:ext uri="{9D8B030D-6E8A-4147-A177-3AD203B41FA5}">
                      <a16:colId xmlns:a16="http://schemas.microsoft.com/office/drawing/2014/main" val="2395395834"/>
                    </a:ext>
                  </a:extLst>
                </a:gridCol>
              </a:tblGrid>
              <a:tr h="655454">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Actions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Charge de travail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Phases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Début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Fin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Charges MOA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Charges</a:t>
                      </a:r>
                    </a:p>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MOE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extLst>
                  <a:ext uri="{0D108BD9-81ED-4DB2-BD59-A6C34878D82A}">
                    <a16:rowId xmlns:a16="http://schemas.microsoft.com/office/drawing/2014/main" val="1678796052"/>
                  </a:ext>
                </a:extLst>
              </a:tr>
              <a:tr h="967613">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Analyse de l’existant (Groupe de travail </a:t>
                      </a:r>
                      <a:r>
                        <a:rPr lang="fr-FR" sz="1600" b="1" i="0" u="none" strike="noStrike" cap="none" spc="0" baseline="0">
                          <a:solidFill>
                            <a:srgbClr val="000000"/>
                          </a:solidFill>
                          <a:effectLst/>
                          <a:uFillTx/>
                          <a:latin typeface="Calibri" panose="020F0502020204030204" pitchFamily="34" charset="0"/>
                          <a:ea typeface="+mn-ea"/>
                          <a:cs typeface="Calibri" panose="020F0502020204030204" pitchFamily="34" charset="0"/>
                          <a:sym typeface="Arial"/>
                        </a:rPr>
                        <a:t>Astreintes et HS/HC - N. ASMANE, L. BOUCEBIA,  J. DUBOIS, A. ESSIBA,</a:t>
                      </a:r>
                    </a:p>
                    <a:p>
                      <a:pPr algn="l" fontAlgn="ctr"/>
                      <a:r>
                        <a:rPr lang="fr-FR" sz="1600" b="1" i="0" u="none" strike="noStrike" cap="none" spc="0" baseline="0">
                          <a:solidFill>
                            <a:srgbClr val="000000"/>
                          </a:solidFill>
                          <a:effectLst/>
                          <a:uFillTx/>
                          <a:latin typeface="Calibri" panose="020F0502020204030204" pitchFamily="34" charset="0"/>
                          <a:ea typeface="+mn-ea"/>
                          <a:cs typeface="Calibri" panose="020F0502020204030204" pitchFamily="34" charset="0"/>
                          <a:sym typeface="Arial"/>
                        </a:rPr>
                        <a:t>   F. FABRE, J. FELICIANO, D. PINGIOTORE)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20 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Cadrage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11/10/22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15/10/23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013302"/>
                  </a:ext>
                </a:extLst>
              </a:tr>
              <a:tr h="648147">
                <a:tc>
                  <a:txBody>
                    <a:bodyPr/>
                    <a:lstStyle/>
                    <a:p>
                      <a:pPr marL="0" marR="0" indent="0" algn="l" defTabSz="825500" rtl="0" fontAlgn="ctr" latinLnBrk="0">
                        <a:lnSpc>
                          <a:spcPts val="2600"/>
                        </a:lnSpc>
                        <a:spcBef>
                          <a:spcPts val="0"/>
                        </a:spcBef>
                        <a:spcAft>
                          <a:spcPts val="0"/>
                        </a:spcAft>
                        <a:buClrTx/>
                        <a:buSzTx/>
                        <a:buFontTx/>
                        <a:buNone/>
                        <a:tabLst/>
                      </a:pPr>
                      <a:r>
                        <a:rPr lang="fr-FR" sz="1600" b="1" i="0" u="none" strike="noStrike" cap="none" spc="0" baseline="0">
                          <a:solidFill>
                            <a:srgbClr val="000000"/>
                          </a:solidFill>
                          <a:effectLst/>
                          <a:uFillTx/>
                          <a:latin typeface="Calibri" panose="020F0502020204030204" pitchFamily="34" charset="0"/>
                          <a:ea typeface="+mn-ea"/>
                          <a:cs typeface="Calibri" panose="020F0502020204030204" pitchFamily="34" charset="0"/>
                          <a:sym typeface="Arial"/>
                        </a:rPr>
                        <a:t>  Préparation de la note managers sur la gestion des astreintes et HS/HC </a:t>
                      </a:r>
                    </a:p>
                    <a:p>
                      <a:pPr marL="0" marR="0" indent="0" algn="l" defTabSz="825500" rtl="0" fontAlgn="ctr" latinLnBrk="0">
                        <a:lnSpc>
                          <a:spcPts val="2600"/>
                        </a:lnSpc>
                        <a:spcBef>
                          <a:spcPts val="0"/>
                        </a:spcBef>
                        <a:spcAft>
                          <a:spcPts val="0"/>
                        </a:spcAft>
                        <a:buClrTx/>
                        <a:buSzTx/>
                        <a:buFontTx/>
                        <a:buNone/>
                        <a:tabLst/>
                      </a:pPr>
                      <a:r>
                        <a:rPr lang="fr-FR" sz="1600" b="1" i="0" u="none" strike="noStrike" cap="none" spc="0" baseline="0">
                          <a:solidFill>
                            <a:srgbClr val="000000"/>
                          </a:solidFill>
                          <a:effectLst/>
                          <a:uFillTx/>
                          <a:latin typeface="Calibri" panose="020F0502020204030204" pitchFamily="34" charset="0"/>
                          <a:ea typeface="+mn-ea"/>
                          <a:cs typeface="Calibri" panose="020F0502020204030204" pitchFamily="34" charset="0"/>
                          <a:sym typeface="Arial"/>
                        </a:rPr>
                        <a:t>  (N. ASMANE – D. PINGIOTORE)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2 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825500" rtl="0" eaLnBrk="1" fontAlgn="ctr" latinLnBrk="0" hangingPunct="1">
                        <a:lnSpc>
                          <a:spcPts val="2600"/>
                        </a:lnSpc>
                        <a:spcBef>
                          <a:spcPts val="0"/>
                        </a:spcBef>
                        <a:spcAft>
                          <a:spcPts val="0"/>
                        </a:spcAft>
                        <a:buClrTx/>
                        <a:buSzTx/>
                        <a:buFontTx/>
                        <a:buNone/>
                        <a:tabLst/>
                        <a:defRPr/>
                      </a:pPr>
                      <a:r>
                        <a:rPr lang="fr-FR" sz="1600" b="1" i="0" u="none" strike="noStrike">
                          <a:solidFill>
                            <a:srgbClr val="000000"/>
                          </a:solidFill>
                          <a:effectLst/>
                          <a:latin typeface="Calibri" panose="020F0502020204030204" pitchFamily="34" charset="0"/>
                          <a:cs typeface="Calibri" panose="020F0502020204030204" pitchFamily="34" charset="0"/>
                        </a:rPr>
                        <a:t>Cadrage </a:t>
                      </a:r>
                    </a:p>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17/04/23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25/04/23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03971183"/>
                  </a:ext>
                </a:extLst>
              </a:tr>
              <a:tr h="747717">
                <a:tc>
                  <a:txBody>
                    <a:bodyPr/>
                    <a:lstStyle/>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Validation de la note de cadrage (R. THEVENON – N. ASMANE – N. ABITBOL – F. FABRE – D. PINGIOTORE)</a:t>
                      </a:r>
                    </a:p>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(retour de Nelly attendu pour une validation totale)</a:t>
                      </a:r>
                    </a:p>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4 H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Cadrage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24/04/23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et 26/04/23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3849839"/>
                  </a:ext>
                </a:extLst>
              </a:tr>
              <a:tr h="683696">
                <a:tc>
                  <a:txBody>
                    <a:bodyPr/>
                    <a:lstStyle/>
                    <a:p>
                      <a:pPr algn="l" fontAlgn="ctr"/>
                      <a:r>
                        <a:rPr lang="fr-FR" sz="1600" b="1" i="0" u="none" strike="noStrike" cap="none" spc="0" baseline="0">
                          <a:solidFill>
                            <a:srgbClr val="000000"/>
                          </a:solidFill>
                          <a:effectLst/>
                          <a:uFillTx/>
                          <a:latin typeface="Calibri" panose="020F0502020204030204" pitchFamily="34" charset="0"/>
                          <a:ea typeface="+mn-ea"/>
                          <a:cs typeface="Calibri" panose="020F0502020204030204" pitchFamily="34" charset="0"/>
                          <a:sym typeface="Arial"/>
                        </a:rPr>
                        <a:t>  Expression de besoin N. ASMANE – D. PINGIOTORE </a:t>
                      </a:r>
                    </a:p>
                    <a:p>
                      <a:pPr algn="l" fontAlgn="ctr"/>
                      <a:r>
                        <a:rPr lang="fr-FR" sz="1600" b="1" i="0" u="none" strike="noStrike" cap="none" spc="0" baseline="0">
                          <a:solidFill>
                            <a:srgbClr val="000000"/>
                          </a:solidFill>
                          <a:effectLst/>
                          <a:uFillTx/>
                          <a:latin typeface="Calibri" panose="020F0502020204030204" pitchFamily="34" charset="0"/>
                          <a:ea typeface="+mn-ea"/>
                          <a:cs typeface="Calibri" panose="020F0502020204030204" pitchFamily="34" charset="0"/>
                          <a:sym typeface="Arial"/>
                        </a:rPr>
                        <a:t>Relecture de l’expression de besoin en séance : J. DUBOIS, J. GALLIANI, L. BOUCEBIA, F. FABRE, J. FELICIANO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825500" rtl="0" eaLnBrk="1" fontAlgn="ctr" latinLnBrk="0" hangingPunct="1">
                        <a:lnSpc>
                          <a:spcPts val="2600"/>
                        </a:lnSpc>
                        <a:spcBef>
                          <a:spcPts val="0"/>
                        </a:spcBef>
                        <a:spcAft>
                          <a:spcPts val="0"/>
                        </a:spcAft>
                        <a:buClrTx/>
                        <a:buSzTx/>
                        <a:buFontTx/>
                        <a:buNone/>
                        <a:tabLst/>
                        <a:defRPr/>
                      </a:pPr>
                      <a:r>
                        <a:rPr lang="fr-FR" sz="1600" b="1" i="0" u="none" strike="noStrike">
                          <a:solidFill>
                            <a:srgbClr val="000000"/>
                          </a:solidFill>
                          <a:effectLst/>
                          <a:latin typeface="Calibri" panose="020F0502020204030204" pitchFamily="34" charset="0"/>
                          <a:cs typeface="Calibri" panose="020F0502020204030204" pitchFamily="34" charset="0"/>
                        </a:rPr>
                        <a:t>22 H</a:t>
                      </a:r>
                    </a:p>
                    <a:p>
                      <a:pPr marL="0" marR="0" lvl="0" indent="0" algn="ctr" defTabSz="825500" rtl="0" eaLnBrk="1" fontAlgn="ctr" latinLnBrk="0" hangingPunct="1">
                        <a:lnSpc>
                          <a:spcPts val="2600"/>
                        </a:lnSpc>
                        <a:spcBef>
                          <a:spcPts val="0"/>
                        </a:spcBef>
                        <a:spcAft>
                          <a:spcPts val="0"/>
                        </a:spcAft>
                        <a:buClrTx/>
                        <a:buSzTx/>
                        <a:buFontTx/>
                        <a:buNone/>
                        <a:tabLst/>
                        <a:defRPr/>
                      </a:pP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Cadrage</a:t>
                      </a:r>
                    </a:p>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12/06/23</a:t>
                      </a:r>
                    </a:p>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825500" rtl="0" eaLnBrk="1" fontAlgn="ctr" latinLnBrk="0" hangingPunct="1">
                        <a:lnSpc>
                          <a:spcPts val="2600"/>
                        </a:lnSpc>
                        <a:spcBef>
                          <a:spcPts val="0"/>
                        </a:spcBef>
                        <a:spcAft>
                          <a:spcPts val="0"/>
                        </a:spcAft>
                        <a:buClrTx/>
                        <a:buSzTx/>
                        <a:buFontTx/>
                        <a:buNone/>
                        <a:tabLst/>
                        <a:defRPr/>
                      </a:pPr>
                      <a:endParaRPr lang="fr-FR" sz="1600" b="1" i="0" u="none" strike="noStrike">
                        <a:solidFill>
                          <a:srgbClr val="000000"/>
                        </a:solidFill>
                        <a:effectLst/>
                        <a:latin typeface="Calibri" panose="020F0502020204030204" pitchFamily="34" charset="0"/>
                        <a:cs typeface="Calibri" panose="020F0502020204030204" pitchFamily="34" charset="0"/>
                      </a:endParaRPr>
                    </a:p>
                    <a:p>
                      <a:pPr marL="0" marR="0" lvl="0" indent="0" algn="ctr" defTabSz="825500" rtl="0" eaLnBrk="1" fontAlgn="ctr" latinLnBrk="0" hangingPunct="1">
                        <a:lnSpc>
                          <a:spcPts val="2600"/>
                        </a:lnSpc>
                        <a:spcBef>
                          <a:spcPts val="0"/>
                        </a:spcBef>
                        <a:spcAft>
                          <a:spcPts val="0"/>
                        </a:spcAft>
                        <a:buClrTx/>
                        <a:buSzTx/>
                        <a:buFontTx/>
                        <a:buNone/>
                        <a:tabLst/>
                        <a:defRPr/>
                      </a:pPr>
                      <a:r>
                        <a:rPr lang="fr-FR" sz="1600" b="1" i="0" u="none" strike="noStrike">
                          <a:solidFill>
                            <a:srgbClr val="000000"/>
                          </a:solidFill>
                          <a:effectLst/>
                          <a:latin typeface="Calibri" panose="020F0502020204030204" pitchFamily="34" charset="0"/>
                          <a:cs typeface="Calibri" panose="020F0502020204030204" pitchFamily="34" charset="0"/>
                        </a:rPr>
                        <a:t>15/06/23</a:t>
                      </a:r>
                    </a:p>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825500" rtl="0" eaLnBrk="1" fontAlgn="ctr" latinLnBrk="0" hangingPunct="1">
                        <a:lnSpc>
                          <a:spcPts val="2600"/>
                        </a:lnSpc>
                        <a:spcBef>
                          <a:spcPts val="0"/>
                        </a:spcBef>
                        <a:spcAft>
                          <a:spcPts val="0"/>
                        </a:spcAft>
                        <a:buClrTx/>
                        <a:buSzTx/>
                        <a:buFontTx/>
                        <a:buNone/>
                        <a:tabLst/>
                        <a:defRPr/>
                      </a:pPr>
                      <a:endParaRPr lang="fr-FR" sz="1600" b="1" i="0" u="none" strike="noStrike">
                        <a:solidFill>
                          <a:srgbClr val="000000"/>
                        </a:solidFill>
                        <a:effectLst/>
                        <a:latin typeface="Calibri" panose="020F0502020204030204" pitchFamily="34" charset="0"/>
                        <a:cs typeface="Calibri" panose="020F0502020204030204" pitchFamily="34" charset="0"/>
                      </a:endParaRPr>
                    </a:p>
                    <a:p>
                      <a:pPr marL="0" marR="0" lvl="0" indent="0" algn="ctr" defTabSz="825500" rtl="0" eaLnBrk="1" fontAlgn="ctr" latinLnBrk="0" hangingPunct="1">
                        <a:lnSpc>
                          <a:spcPts val="2600"/>
                        </a:lnSpc>
                        <a:spcBef>
                          <a:spcPts val="0"/>
                        </a:spcBef>
                        <a:spcAft>
                          <a:spcPts val="0"/>
                        </a:spcAft>
                        <a:buClrTx/>
                        <a:buSzTx/>
                        <a:buFontTx/>
                        <a:buNone/>
                        <a:tabLst/>
                        <a:defRPr/>
                      </a:pPr>
                      <a:r>
                        <a:rPr lang="fr-FR" sz="1600" b="1" i="0" u="none" strike="noStrike">
                          <a:solidFill>
                            <a:srgbClr val="000000"/>
                          </a:solidFill>
                          <a:effectLst/>
                          <a:latin typeface="Calibri" panose="020F0502020204030204" pitchFamily="34" charset="0"/>
                          <a:cs typeface="Calibri" panose="020F0502020204030204" pitchFamily="34" charset="0"/>
                        </a:rPr>
                        <a:t>2</a:t>
                      </a:r>
                    </a:p>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6827231"/>
                  </a:ext>
                </a:extLst>
              </a:tr>
              <a:tr h="796203">
                <a:tc>
                  <a:txBody>
                    <a:bodyPr/>
                    <a:lstStyle/>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Validation des besoins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2 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Conception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16/06/23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16/06/23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0688933"/>
                  </a:ext>
                </a:extLst>
              </a:tr>
              <a:tr h="1313645">
                <a:tc>
                  <a:txBody>
                    <a:bodyPr/>
                    <a:lstStyle/>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Utilisation des informations recueillies précédemment pour lancer le projet « Création d’un outil de gestion </a:t>
                      </a:r>
                    </a:p>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des astreintes et HS/HC »</a:t>
                      </a:r>
                    </a:p>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Validation du planning de réalisation</a:t>
                      </a:r>
                    </a:p>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8 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Conception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20/06/23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26/06/23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4067656"/>
                  </a:ext>
                </a:extLst>
              </a:tr>
              <a:tr h="648147">
                <a:tc>
                  <a:txBody>
                    <a:bodyPr/>
                    <a:lstStyle/>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Développement du projet</a:t>
                      </a:r>
                    </a:p>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Développement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0406633"/>
                  </a:ext>
                </a:extLst>
              </a:tr>
              <a:tr h="655454">
                <a:tc>
                  <a:txBody>
                    <a:bodyPr/>
                    <a:lstStyle/>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Préparation de l’environnement de tests : Rédaction du plan de test </a:t>
                      </a:r>
                    </a:p>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Tests et recettes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7602621"/>
                  </a:ext>
                </a:extLst>
              </a:tr>
              <a:tr h="648147">
                <a:tc>
                  <a:txBody>
                    <a:bodyPr/>
                    <a:lstStyle/>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Tester et recetter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825500" rtl="0" eaLnBrk="1" fontAlgn="ctr" latinLnBrk="0" hangingPunct="1">
                        <a:lnSpc>
                          <a:spcPts val="2600"/>
                        </a:lnSpc>
                        <a:spcBef>
                          <a:spcPts val="0"/>
                        </a:spcBef>
                        <a:spcAft>
                          <a:spcPts val="0"/>
                        </a:spcAft>
                        <a:buClrTx/>
                        <a:buSzTx/>
                        <a:buFontTx/>
                        <a:buNone/>
                        <a:tabLst/>
                        <a:defRPr/>
                      </a:pPr>
                      <a:r>
                        <a:rPr lang="fr-FR" sz="1600" b="1" i="0" u="none" strike="noStrike">
                          <a:solidFill>
                            <a:srgbClr val="000000"/>
                          </a:solidFill>
                          <a:effectLst/>
                          <a:latin typeface="Calibri" panose="020F0502020204030204" pitchFamily="34" charset="0"/>
                          <a:cs typeface="Calibri" panose="020F0502020204030204" pitchFamily="34" charset="0"/>
                        </a:rPr>
                        <a:t>Tests et recettes</a:t>
                      </a:r>
                    </a:p>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99838584"/>
                  </a:ext>
                </a:extLst>
              </a:tr>
              <a:tr h="648147">
                <a:tc>
                  <a:txBody>
                    <a:bodyPr/>
                    <a:lstStyle/>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Conception des supports de formation </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fr-FR" sz="1600" b="1" i="0" u="none" strike="noStrike">
                          <a:solidFill>
                            <a:srgbClr val="000000"/>
                          </a:solidFill>
                          <a:effectLst/>
                          <a:latin typeface="Calibri" panose="020F0502020204030204" pitchFamily="34" charset="0"/>
                          <a:cs typeface="Calibri" panose="020F0502020204030204" pitchFamily="34" charset="0"/>
                        </a:rPr>
                        <a:t>Déploiement et formation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9971255"/>
                  </a:ext>
                </a:extLst>
              </a:tr>
              <a:tr h="967613">
                <a:tc>
                  <a:txBody>
                    <a:bodyPr/>
                    <a:lstStyle/>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Animer les formations des acteurs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825500" rtl="0" eaLnBrk="1" fontAlgn="ctr" latinLnBrk="0" hangingPunct="1">
                        <a:lnSpc>
                          <a:spcPts val="2600"/>
                        </a:lnSpc>
                        <a:spcBef>
                          <a:spcPts val="0"/>
                        </a:spcBef>
                        <a:spcAft>
                          <a:spcPts val="0"/>
                        </a:spcAft>
                        <a:buClrTx/>
                        <a:buSzTx/>
                        <a:buFontTx/>
                        <a:buNone/>
                        <a:tabLst/>
                        <a:defRPr/>
                      </a:pPr>
                      <a:r>
                        <a:rPr lang="fr-FR" sz="1600" b="1" i="0" u="none" strike="noStrike">
                          <a:solidFill>
                            <a:srgbClr val="000000"/>
                          </a:solidFill>
                          <a:effectLst/>
                          <a:latin typeface="Calibri" panose="020F0502020204030204" pitchFamily="34" charset="0"/>
                          <a:cs typeface="Calibri" panose="020F0502020204030204" pitchFamily="34" charset="0"/>
                        </a:rPr>
                        <a:t>Déploiement et formation</a:t>
                      </a:r>
                    </a:p>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1530127"/>
                  </a:ext>
                </a:extLst>
              </a:tr>
              <a:tr h="684319">
                <a:tc>
                  <a:txBody>
                    <a:bodyPr/>
                    <a:lstStyle/>
                    <a:p>
                      <a:pPr algn="l" fontAlgn="ctr"/>
                      <a:r>
                        <a:rPr lang="fr-FR" sz="1600" b="1" i="0" u="none" strike="noStrike">
                          <a:solidFill>
                            <a:srgbClr val="000000"/>
                          </a:solidFill>
                          <a:effectLst/>
                          <a:latin typeface="Calibri" panose="020F0502020204030204" pitchFamily="34" charset="0"/>
                          <a:cs typeface="Calibri" panose="020F0502020204030204" pitchFamily="34" charset="0"/>
                        </a:rPr>
                        <a:t>  Mise en production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825500" rtl="0" eaLnBrk="1" fontAlgn="ctr" latinLnBrk="0" hangingPunct="1">
                        <a:lnSpc>
                          <a:spcPts val="2600"/>
                        </a:lnSpc>
                        <a:spcBef>
                          <a:spcPts val="0"/>
                        </a:spcBef>
                        <a:spcAft>
                          <a:spcPts val="0"/>
                        </a:spcAft>
                        <a:buClrTx/>
                        <a:buSzTx/>
                        <a:buFontTx/>
                        <a:buNone/>
                        <a:tabLst/>
                        <a:defRPr/>
                      </a:pPr>
                      <a:r>
                        <a:rPr lang="fr-FR" sz="1600" b="1" i="0" u="none" strike="noStrike">
                          <a:solidFill>
                            <a:srgbClr val="000000"/>
                          </a:solidFill>
                          <a:effectLst/>
                          <a:latin typeface="Calibri" panose="020F0502020204030204" pitchFamily="34" charset="0"/>
                          <a:cs typeface="Calibri" panose="020F0502020204030204" pitchFamily="34" charset="0"/>
                        </a:rPr>
                        <a:t>Mise en production</a:t>
                      </a:r>
                    </a:p>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fr-FR" sz="1600" b="1" i="0" u="none" strike="noStrike">
                        <a:solidFill>
                          <a:srgbClr val="000000"/>
                        </a:solidFill>
                        <a:effectLst/>
                        <a:latin typeface="Calibri" panose="020F0502020204030204" pitchFamily="34" charset="0"/>
                        <a:cs typeface="Calibri" panose="020F050202020403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4732722"/>
                  </a:ext>
                </a:extLst>
              </a:tr>
            </a:tbl>
          </a:graphicData>
        </a:graphic>
      </p:graphicFrame>
      <p:sp>
        <p:nvSpPr>
          <p:cNvPr id="38" name="Espace réservé du texte 5">
            <a:extLst>
              <a:ext uri="{FF2B5EF4-FFF2-40B4-BE49-F238E27FC236}">
                <a16:creationId xmlns:a16="http://schemas.microsoft.com/office/drawing/2014/main" id="{E0005183-4468-14D1-FE80-3F7CD8FD9F62}"/>
              </a:ext>
            </a:extLst>
          </p:cNvPr>
          <p:cNvSpPr>
            <a:spLocks noGrp="1"/>
          </p:cNvSpPr>
          <p:nvPr>
            <p:ph type="body" sz="quarter" idx="21"/>
          </p:nvPr>
        </p:nvSpPr>
        <p:spPr>
          <a:xfrm>
            <a:off x="969963" y="1638818"/>
            <a:ext cx="20388792" cy="841256"/>
          </a:xfrm>
        </p:spPr>
        <p:txBody>
          <a:bodyPr>
            <a:normAutofit lnSpcReduction="10000"/>
          </a:bodyPr>
          <a:lstStyle/>
          <a:p>
            <a:r>
              <a:rPr lang="fr-FR" sz="4700" b="1" spc="-119">
                <a:solidFill>
                  <a:srgbClr val="306EC7"/>
                </a:solidFill>
              </a:rPr>
              <a:t>4 – Réunions de suivi de projet</a:t>
            </a:r>
            <a:endParaRPr lang="en-GB" sz="4700" b="1" spc="-119">
              <a:solidFill>
                <a:srgbClr val="306EC7"/>
              </a:solidFill>
            </a:endParaRPr>
          </a:p>
        </p:txBody>
      </p:sp>
      <p:sp>
        <p:nvSpPr>
          <p:cNvPr id="2" name="Numéro de diapositive">
            <a:extLst>
              <a:ext uri="{FF2B5EF4-FFF2-40B4-BE49-F238E27FC236}">
                <a16:creationId xmlns:a16="http://schemas.microsoft.com/office/drawing/2014/main" id="{AB527A0A-0A21-B5C0-6C40-6BE4A0D3CF18}"/>
              </a:ext>
            </a:extLst>
          </p:cNvPr>
          <p:cNvSpPr txBox="1">
            <a:spLocks/>
          </p:cNvSpPr>
          <p:nvPr/>
        </p:nvSpPr>
        <p:spPr>
          <a:xfrm>
            <a:off x="23708647" y="12775849"/>
            <a:ext cx="368574" cy="414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ts val="26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Arial"/>
                <a:ea typeface="Arial"/>
                <a:cs typeface="Arial"/>
                <a:sym typeface="Arial"/>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mtClean="0"/>
              <a:pPr/>
              <a:t>10</a:t>
            </a:fld>
            <a:endParaRPr lang="fr-FR"/>
          </a:p>
        </p:txBody>
      </p:sp>
    </p:spTree>
    <p:extLst>
      <p:ext uri="{BB962C8B-B14F-4D97-AF65-F5344CB8AC3E}">
        <p14:creationId xmlns:p14="http://schemas.microsoft.com/office/powerpoint/2010/main" val="46562751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7C477-1AED-EA4C-9F99-3557B77E6F8A}"/>
              </a:ext>
            </a:extLst>
          </p:cNvPr>
          <p:cNvSpPr>
            <a:spLocks noGrp="1"/>
          </p:cNvSpPr>
          <p:nvPr>
            <p:ph type="title"/>
          </p:nvPr>
        </p:nvSpPr>
        <p:spPr>
          <a:xfrm>
            <a:off x="310680" y="4533900"/>
            <a:ext cx="19586176" cy="4648200"/>
          </a:xfrm>
        </p:spPr>
        <p:txBody>
          <a:bodyPr>
            <a:normAutofit fontScale="90000"/>
          </a:bodyPr>
          <a:lstStyle/>
          <a:p>
            <a:pPr hangingPunct="0">
              <a:lnSpc>
                <a:spcPct val="100000"/>
              </a:lnSpc>
            </a:pPr>
            <a:r>
              <a:rPr lang="fr-FR"/>
              <a:t>5 – Situation actuelle et solution cible du projet</a:t>
            </a:r>
            <a:br>
              <a:rPr lang="fr-FR"/>
            </a:br>
            <a:endParaRPr lang="fr-FR">
              <a:sym typeface="Helvetica Neue"/>
            </a:endParaRPr>
          </a:p>
        </p:txBody>
      </p:sp>
      <p:sp>
        <p:nvSpPr>
          <p:cNvPr id="35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11</a:t>
            </a:fld>
            <a:endParaRPr/>
          </a:p>
        </p:txBody>
      </p:sp>
    </p:spTree>
    <p:extLst>
      <p:ext uri="{BB962C8B-B14F-4D97-AF65-F5344CB8AC3E}">
        <p14:creationId xmlns:p14="http://schemas.microsoft.com/office/powerpoint/2010/main" val="110701316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FCE76C9D-AA69-3F4C-BE51-498E4A78A323}"/>
              </a:ext>
            </a:extLst>
          </p:cNvPr>
          <p:cNvSpPr>
            <a:spLocks noGrp="1"/>
          </p:cNvSpPr>
          <p:nvPr>
            <p:ph type="body" sz="quarter" idx="21"/>
          </p:nvPr>
        </p:nvSpPr>
        <p:spPr>
          <a:xfrm>
            <a:off x="1020232" y="2272328"/>
            <a:ext cx="20388792" cy="841256"/>
          </a:xfrm>
        </p:spPr>
        <p:txBody>
          <a:bodyPr/>
          <a:lstStyle/>
          <a:p>
            <a:r>
              <a:rPr lang="fr-FR"/>
              <a:t>5 – Situation actuelle et solution cible du projet</a:t>
            </a:r>
            <a:endParaRPr lang="en-GB"/>
          </a:p>
        </p:txBody>
      </p:sp>
      <p:sp>
        <p:nvSpPr>
          <p:cNvPr id="5" name="Numéro de diapositive">
            <a:extLst>
              <a:ext uri="{FF2B5EF4-FFF2-40B4-BE49-F238E27FC236}">
                <a16:creationId xmlns:a16="http://schemas.microsoft.com/office/drawing/2014/main" id="{E6942654-465E-EC43-AE92-ADCF04818EF9}"/>
              </a:ext>
            </a:extLst>
          </p:cNvPr>
          <p:cNvSpPr txBox="1">
            <a:spLocks noGrp="1"/>
          </p:cNvSpPr>
          <p:nvPr>
            <p:ph type="sldNum" sz="quarter" idx="2"/>
          </p:nvPr>
        </p:nvSpPr>
        <p:spPr>
          <a:xfrm>
            <a:off x="23708647" y="12775849"/>
            <a:ext cx="368574" cy="414205"/>
          </a:xfr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lang="fr-FR" smtClean="0"/>
              <a:pPr/>
              <a:t>12</a:t>
            </a:fld>
            <a:endParaRPr lang="fr-FR"/>
          </a:p>
        </p:txBody>
      </p:sp>
      <p:sp>
        <p:nvSpPr>
          <p:cNvPr id="22" name="Flèche droite 67">
            <a:extLst>
              <a:ext uri="{FF2B5EF4-FFF2-40B4-BE49-F238E27FC236}">
                <a16:creationId xmlns:a16="http://schemas.microsoft.com/office/drawing/2014/main" id="{3AA42EC9-1691-DDDE-B07A-4A3E1CDC46F4}"/>
              </a:ext>
            </a:extLst>
          </p:cNvPr>
          <p:cNvSpPr/>
          <p:nvPr/>
        </p:nvSpPr>
        <p:spPr>
          <a:xfrm>
            <a:off x="8173500" y="7060716"/>
            <a:ext cx="1423038" cy="1021420"/>
          </a:xfrm>
          <a:prstGeom prst="rightArrow">
            <a:avLst/>
          </a:prstGeom>
          <a:solidFill>
            <a:schemeClr val="bg1">
              <a:lumMod val="60000"/>
              <a:lumOff val="40000"/>
            </a:schemeClr>
          </a:solidFill>
          <a:ln w="25400" cap="flat" cmpd="sng" algn="ctr">
            <a:solidFill>
              <a:schemeClr val="bg1">
                <a:lumMod val="50000"/>
              </a:schemeClr>
            </a:solidFill>
            <a:prstDash val="solid"/>
          </a:ln>
          <a:effectLst>
            <a:innerShdw blurRad="63500" dist="50800" dir="2700000">
              <a:prstClr val="black">
                <a:alpha val="50000"/>
              </a:prstClr>
            </a:inn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Calibri"/>
              <a:ea typeface="+mn-ea"/>
              <a:cs typeface="+mn-cs"/>
            </a:endParaRPr>
          </a:p>
        </p:txBody>
      </p:sp>
      <p:sp>
        <p:nvSpPr>
          <p:cNvPr id="23" name="Espace réservé du contenu 1">
            <a:extLst>
              <a:ext uri="{FF2B5EF4-FFF2-40B4-BE49-F238E27FC236}">
                <a16:creationId xmlns:a16="http://schemas.microsoft.com/office/drawing/2014/main" id="{67B2A17E-DA80-E739-2566-50668E503D61}"/>
              </a:ext>
            </a:extLst>
          </p:cNvPr>
          <p:cNvSpPr txBox="1">
            <a:spLocks/>
          </p:cNvSpPr>
          <p:nvPr/>
        </p:nvSpPr>
        <p:spPr bwMode="gray">
          <a:xfrm>
            <a:off x="695400" y="4409728"/>
            <a:ext cx="7032104" cy="6015484"/>
          </a:xfrm>
          <a:prstGeom prst="rect">
            <a:avLst/>
          </a:prstGeom>
          <a:solidFill>
            <a:srgbClr val="FFFFFF"/>
          </a:solidFill>
          <a:ln>
            <a:solidFill>
              <a:srgbClr val="FFFFFF">
                <a:lumMod val="65000"/>
              </a:srgbClr>
            </a:solidFill>
          </a:ln>
        </p:spPr>
        <p:txBody>
          <a:bodyPr vert="horz" lIns="90000" tIns="72000" rIns="90000" bIns="72000" rtlCol="0">
            <a:noAutofit/>
          </a:bodyPr>
          <a:lstStyle>
            <a:lvl1pPr marL="271463" indent="-271463" algn="l" defTabSz="914199" rtl="0" eaLnBrk="1" latinLnBrk="0" hangingPunct="1">
              <a:spcBef>
                <a:spcPts val="1800"/>
              </a:spcBef>
              <a:buClr>
                <a:srgbClr val="CF022B"/>
              </a:buClr>
              <a:buSzPct val="90000"/>
              <a:buFontTx/>
              <a:buBlip>
                <a:blip r:embed="rId2"/>
              </a:buBlip>
              <a:tabLst/>
              <a:defRPr sz="2000" kern="1200" normalizeH="0" baseline="0">
                <a:solidFill>
                  <a:schemeClr val="tx1"/>
                </a:solidFill>
                <a:latin typeface="+mn-lt"/>
                <a:ea typeface="+mn-ea"/>
                <a:cs typeface="+mn-cs"/>
              </a:defRPr>
            </a:lvl1pPr>
            <a:lvl2pPr marL="715963" indent="-242888" algn="l" defTabSz="914199" rtl="0" eaLnBrk="1" latinLnBrk="0" hangingPunct="1">
              <a:spcBef>
                <a:spcPts val="411"/>
              </a:spcBef>
              <a:buClr>
                <a:schemeClr val="accent4"/>
              </a:buClr>
              <a:buSzPct val="100000"/>
              <a:buFont typeface="Wingdings" panose="05000000000000000000" pitchFamily="2" charset="2"/>
              <a:buChar char=""/>
              <a:tabLst/>
              <a:defRPr sz="1800" kern="1200">
                <a:solidFill>
                  <a:schemeClr val="tx1"/>
                </a:solidFill>
                <a:latin typeface="+mn-lt"/>
                <a:ea typeface="+mn-ea"/>
                <a:cs typeface="+mn-cs"/>
              </a:defRPr>
            </a:lvl2pPr>
            <a:lvl3pPr marL="989013" marR="0" indent="-203200" algn="l" defTabSz="725488" rtl="0" eaLnBrk="1" fontAlgn="auto" latinLnBrk="0" hangingPunct="1">
              <a:lnSpc>
                <a:spcPct val="100000"/>
              </a:lnSpc>
              <a:spcBef>
                <a:spcPts val="411"/>
              </a:spcBef>
              <a:spcAft>
                <a:spcPts val="0"/>
              </a:spcAft>
              <a:buClrTx/>
              <a:buSzTx/>
              <a:buFont typeface="Calibri" panose="020F0502020204030204" pitchFamily="34" charset="0"/>
              <a:buChar char="‐"/>
              <a:tabLst/>
              <a:defRPr lang="fr-FR" sz="1600" i="0" kern="1200" baseline="0" dirty="0" smtClean="0">
                <a:solidFill>
                  <a:schemeClr val="tx1"/>
                </a:solidFill>
                <a:latin typeface="+mn-lt"/>
                <a:ea typeface="+mn-ea"/>
                <a:cs typeface="+mn-cs"/>
              </a:defRPr>
            </a:lvl3pPr>
            <a:lvl4pPr marL="990600" indent="-206375" algn="l" defTabSz="914199" rtl="0" eaLnBrk="1" latinLnBrk="0" hangingPunct="1">
              <a:spcBef>
                <a:spcPts val="0"/>
              </a:spcBef>
              <a:buFont typeface="Calibri" panose="020F0502020204030204" pitchFamily="34" charset="0"/>
              <a:buChar char="‐"/>
              <a:tabLst/>
              <a:defRPr sz="1600" i="0" kern="1200">
                <a:solidFill>
                  <a:schemeClr val="tx1"/>
                </a:solidFill>
                <a:latin typeface="+mn-lt"/>
                <a:ea typeface="+mn-ea"/>
                <a:cs typeface="+mn-cs"/>
              </a:defRPr>
            </a:lvl4pPr>
            <a:lvl5pPr marL="985838" marR="0" indent="-198438" algn="l" defTabSz="914199" rtl="0" eaLnBrk="1" fontAlgn="auto" latinLnBrk="0" hangingPunct="1">
              <a:lnSpc>
                <a:spcPct val="100000"/>
              </a:lnSpc>
              <a:spcBef>
                <a:spcPts val="0"/>
              </a:spcBef>
              <a:spcAft>
                <a:spcPts val="0"/>
              </a:spcAft>
              <a:buClrTx/>
              <a:buSzTx/>
              <a:buFont typeface="Calibri" panose="020F0502020204030204" pitchFamily="34" charset="0"/>
              <a:buChar char="‐"/>
              <a:tabLst/>
              <a:defRPr sz="1600" i="0" kern="1200">
                <a:solidFill>
                  <a:schemeClr val="tx1"/>
                </a:solidFill>
                <a:latin typeface="+mn-lt"/>
                <a:ea typeface="+mn-ea"/>
                <a:cs typeface="+mn-cs"/>
              </a:defRPr>
            </a:lvl5pPr>
            <a:lvl6pPr marL="1079500" indent="-8890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6pPr>
            <a:lvl7pPr marL="360000" indent="0" algn="l" defTabSz="914199" rtl="0" eaLnBrk="1" latinLnBrk="0" hangingPunct="1">
              <a:spcBef>
                <a:spcPct val="20000"/>
              </a:spcBef>
              <a:buFont typeface="Calibri" panose="020F0502020204030204" pitchFamily="34" charset="0"/>
              <a:buChar char="‐"/>
              <a:defRPr sz="1600" kern="1200">
                <a:solidFill>
                  <a:schemeClr val="tx1"/>
                </a:solidFill>
                <a:latin typeface="+mn-lt"/>
                <a:ea typeface="+mn-ea"/>
                <a:cs typeface="+mn-cs"/>
              </a:defRPr>
            </a:lvl7pPr>
            <a:lvl8pPr marL="34282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345" indent="-228550" algn="l" defTabSz="914199"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kumimoji="0" lang="fr-FR" sz="2400" b="0" i="0" u="none" strike="noStrike" kern="1200" cap="none" spc="0" normalizeH="0" baseline="0" noProof="0">
                <a:ln>
                  <a:noFill/>
                </a:ln>
                <a:solidFill>
                  <a:srgbClr val="232323"/>
                </a:solidFill>
                <a:effectLst/>
                <a:uLnTx/>
                <a:uFillTx/>
                <a:latin typeface="Calibri"/>
                <a:cs typeface="+mn-cs"/>
              </a:rPr>
              <a:t>Demande de réalisation d’astreintes </a:t>
            </a:r>
            <a:r>
              <a:rPr lang="fr-FR" sz="2400">
                <a:solidFill>
                  <a:srgbClr val="232323"/>
                </a:solidFill>
                <a:latin typeface="Calibri"/>
              </a:rPr>
              <a:t>ou </a:t>
            </a:r>
            <a:r>
              <a:rPr kumimoji="0" lang="fr-FR" sz="2400" b="0" i="0" u="none" strike="noStrike" kern="1200" cap="none" spc="0" normalizeH="0" baseline="0" noProof="0">
                <a:ln>
                  <a:noFill/>
                </a:ln>
                <a:solidFill>
                  <a:srgbClr val="232323"/>
                </a:solidFill>
                <a:effectLst/>
                <a:uLnTx/>
                <a:uFillTx/>
                <a:latin typeface="Calibri"/>
                <a:cs typeface="+mn-cs"/>
              </a:rPr>
              <a:t>HS/HC en format papier et transmission à la GAP </a:t>
            </a:r>
          </a:p>
          <a:p>
            <a:pPr marL="0" marR="0" lvl="0" indent="0" algn="l" defTabSz="914199" rtl="0" eaLnBrk="1" fontAlgn="auto" latinLnBrk="0" hangingPunct="1">
              <a:lnSpc>
                <a:spcPct val="100000"/>
              </a:lnSpc>
              <a:spcBef>
                <a:spcPts val="600"/>
              </a:spcBef>
              <a:spcAft>
                <a:spcPts val="0"/>
              </a:spcAft>
              <a:buClr>
                <a:srgbClr val="CF022B"/>
              </a:buClr>
              <a:buSzPct val="90000"/>
              <a:buNone/>
              <a:tabLst/>
              <a:defRPr/>
            </a:pPr>
            <a:endParaRPr kumimoji="0" lang="fr-FR" sz="2400" b="0" i="0" u="none" strike="noStrike" kern="1200" cap="none" spc="0" normalizeH="0" baseline="0" noProof="0">
              <a:ln>
                <a:noFill/>
              </a:ln>
              <a:solidFill>
                <a:srgbClr val="232323"/>
              </a:solidFill>
              <a:effectLst/>
              <a:uLnTx/>
              <a:uFillTx/>
              <a:latin typeface="Calibri"/>
              <a:cs typeface="+mn-cs"/>
            </a:endParaRPr>
          </a:p>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lang="fr-FR" sz="2400">
                <a:solidFill>
                  <a:srgbClr val="232323"/>
                </a:solidFill>
                <a:latin typeface="Calibri"/>
              </a:rPr>
              <a:t>Après la réalisation des astreintes ou HS/HC, complétude du document par le salarié puis validation manager puis transmission à la GAP pour contrôle et saisie du paiement sur un tableau Excel</a:t>
            </a:r>
          </a:p>
          <a:p>
            <a:pPr marL="0" marR="0" lvl="0" indent="0" algn="l" defTabSz="914199" rtl="0" eaLnBrk="1" fontAlgn="auto" latinLnBrk="0" hangingPunct="1">
              <a:lnSpc>
                <a:spcPct val="100000"/>
              </a:lnSpc>
              <a:spcBef>
                <a:spcPts val="600"/>
              </a:spcBef>
              <a:spcAft>
                <a:spcPts val="0"/>
              </a:spcAft>
              <a:buClr>
                <a:srgbClr val="CF022B"/>
              </a:buClr>
              <a:buSzPct val="90000"/>
              <a:buNone/>
              <a:tabLst/>
              <a:defRPr/>
            </a:pPr>
            <a:r>
              <a:rPr lang="fr-FR" sz="2400">
                <a:solidFill>
                  <a:srgbClr val="232323"/>
                </a:solidFill>
                <a:latin typeface="Calibri"/>
              </a:rPr>
              <a:t> </a:t>
            </a:r>
            <a:endParaRPr kumimoji="0" lang="fr-FR" sz="2400" b="0" i="0" u="none" strike="noStrike" kern="1200" cap="none" spc="0" normalizeH="0" baseline="0" noProof="0">
              <a:ln>
                <a:noFill/>
              </a:ln>
              <a:solidFill>
                <a:srgbClr val="232323"/>
              </a:solidFill>
              <a:effectLst/>
              <a:uLnTx/>
              <a:uFillTx/>
              <a:latin typeface="Calibri"/>
              <a:cs typeface="+mn-cs"/>
            </a:endParaRPr>
          </a:p>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lang="fr-FR" sz="2400">
                <a:solidFill>
                  <a:srgbClr val="232323"/>
                </a:solidFill>
                <a:latin typeface="Calibri"/>
              </a:rPr>
              <a:t>Transmission du tableau Excel et PDF signé au CNPR pour le paiement des Astreintes et HS/HC réalisées.</a:t>
            </a:r>
          </a:p>
        </p:txBody>
      </p:sp>
      <p:sp>
        <p:nvSpPr>
          <p:cNvPr id="24" name="Rectangle 23">
            <a:extLst>
              <a:ext uri="{FF2B5EF4-FFF2-40B4-BE49-F238E27FC236}">
                <a16:creationId xmlns:a16="http://schemas.microsoft.com/office/drawing/2014/main" id="{318383CA-4F9C-2A00-DF09-1F694FF2EEE3}"/>
              </a:ext>
            </a:extLst>
          </p:cNvPr>
          <p:cNvSpPr/>
          <p:nvPr/>
        </p:nvSpPr>
        <p:spPr>
          <a:xfrm>
            <a:off x="695400" y="3185592"/>
            <a:ext cx="6744072" cy="829810"/>
          </a:xfrm>
          <a:prstGeom prst="rect">
            <a:avLst/>
          </a:prstGeom>
          <a:solidFill>
            <a:schemeClr val="bg1">
              <a:lumMod val="60000"/>
              <a:lumOff val="40000"/>
            </a:schemeClr>
          </a:solidFill>
          <a:ln w="25400" cap="flat" cmpd="sng" algn="ctr">
            <a:noFill/>
            <a:prstDash val="solid"/>
          </a:ln>
          <a:effectLst>
            <a:outerShdw blurRad="76200" dir="18900000" sy="23000" kx="-1200000" algn="bl" rotWithShape="0">
              <a:prstClr val="black">
                <a:alpha val="20000"/>
              </a:prstClr>
            </a:outerShdw>
          </a:effectLst>
        </p:spPr>
        <p:txBody>
          <a:bodyPr rtlCol="0" anchor="ctr"/>
          <a:lstStyle/>
          <a:p>
            <a:pPr defTabSz="914400" hangingPunct="1"/>
            <a:r>
              <a:rPr lang="fr-FR" sz="3200" b="1" spc="-119">
                <a:solidFill>
                  <a:srgbClr val="FFFFFF"/>
                </a:solidFill>
                <a:latin typeface="Arial"/>
                <a:cs typeface="Arial"/>
              </a:rPr>
              <a:t>Description de la situation </a:t>
            </a:r>
            <a:r>
              <a:rPr lang="fr-FR" sz="3200" b="1" spc="-119">
                <a:solidFill>
                  <a:srgbClr val="FFFFFF"/>
                </a:solidFill>
                <a:latin typeface="Arial"/>
                <a:cs typeface="Arial"/>
                <a:sym typeface="Arial"/>
              </a:rPr>
              <a:t>actuelle</a:t>
            </a:r>
          </a:p>
        </p:txBody>
      </p:sp>
      <p:sp>
        <p:nvSpPr>
          <p:cNvPr id="25" name="Espace réservé du contenu 1">
            <a:extLst>
              <a:ext uri="{FF2B5EF4-FFF2-40B4-BE49-F238E27FC236}">
                <a16:creationId xmlns:a16="http://schemas.microsoft.com/office/drawing/2014/main" id="{9605C2F3-D389-2E31-9736-71AAFD82FBD9}"/>
              </a:ext>
            </a:extLst>
          </p:cNvPr>
          <p:cNvSpPr txBox="1">
            <a:spLocks/>
          </p:cNvSpPr>
          <p:nvPr/>
        </p:nvSpPr>
        <p:spPr bwMode="gray">
          <a:xfrm>
            <a:off x="9888384" y="4121696"/>
            <a:ext cx="6552088" cy="9522296"/>
          </a:xfrm>
          <a:prstGeom prst="rect">
            <a:avLst/>
          </a:prstGeom>
          <a:solidFill>
            <a:srgbClr val="FFFFFF">
              <a:alpha val="0"/>
            </a:srgbClr>
          </a:solidFill>
          <a:ln>
            <a:solidFill>
              <a:srgbClr val="FFFFFF">
                <a:lumMod val="65000"/>
              </a:srgbClr>
            </a:solidFill>
          </a:ln>
        </p:spPr>
        <p:txBody>
          <a:bodyPr vert="horz" lIns="90000" tIns="72000" rIns="90000" bIns="72000" rtlCol="0">
            <a:noAutofit/>
          </a:bodyPr>
          <a:lstStyle>
            <a:defPPr>
              <a:defRPr lang="fr-FR"/>
            </a:defPPr>
            <a:lvl1pPr marL="271463" indent="-271463">
              <a:spcBef>
                <a:spcPts val="600"/>
              </a:spcBef>
              <a:buClr>
                <a:srgbClr val="CF022B"/>
              </a:buClr>
              <a:buSzPct val="90000"/>
              <a:buFontTx/>
              <a:buBlip>
                <a:blip r:embed="rId2"/>
              </a:buBlip>
              <a:tabLst/>
              <a:defRPr sz="1600" normalizeH="0" baseline="0">
                <a:solidFill>
                  <a:srgbClr val="232323"/>
                </a:solidFill>
                <a:latin typeface="Calibri"/>
              </a:defRPr>
            </a:lvl1pPr>
            <a:lvl2pPr marL="715963" indent="-242888">
              <a:spcBef>
                <a:spcPts val="411"/>
              </a:spcBef>
              <a:buClr>
                <a:schemeClr val="accent4"/>
              </a:buClr>
              <a:buSzPct val="100000"/>
              <a:buFont typeface="Wingdings" panose="05000000000000000000" pitchFamily="2" charset="2"/>
              <a:buChar char=""/>
              <a:tabLst/>
            </a:lvl2pPr>
            <a:lvl3pPr marL="989013" marR="0" indent="-203200" defTabSz="725488" fontAlgn="auto">
              <a:lnSpc>
                <a:spcPct val="100000"/>
              </a:lnSpc>
              <a:spcBef>
                <a:spcPts val="411"/>
              </a:spcBef>
              <a:spcAft>
                <a:spcPts val="0"/>
              </a:spcAft>
              <a:buClrTx/>
              <a:buSzTx/>
              <a:buFont typeface="Calibri" panose="020F0502020204030204" pitchFamily="34" charset="0"/>
              <a:buChar char="‐"/>
              <a:tabLst/>
              <a:defRPr sz="1600" i="0" baseline="0"/>
            </a:lvl3pPr>
            <a:lvl4pPr marL="990600" indent="-206375">
              <a:spcBef>
                <a:spcPts val="0"/>
              </a:spcBef>
              <a:buFont typeface="Calibri" panose="020F0502020204030204" pitchFamily="34" charset="0"/>
              <a:buChar char="‐"/>
              <a:tabLst/>
              <a:defRPr sz="1600" i="0"/>
            </a:lvl4pPr>
            <a:lvl5pPr marL="985838" marR="0" indent="-198438" fontAlgn="auto">
              <a:lnSpc>
                <a:spcPct val="100000"/>
              </a:lnSpc>
              <a:spcBef>
                <a:spcPts val="0"/>
              </a:spcBef>
              <a:spcAft>
                <a:spcPts val="0"/>
              </a:spcAft>
              <a:buClrTx/>
              <a:buSzTx/>
              <a:buFont typeface="Calibri" panose="020F0502020204030204" pitchFamily="34" charset="0"/>
              <a:buChar char="‐"/>
              <a:tabLst/>
              <a:defRPr sz="1600" i="0"/>
            </a:lvl5pPr>
            <a:lvl6pPr marL="1079500" indent="-88900">
              <a:spcBef>
                <a:spcPct val="20000"/>
              </a:spcBef>
              <a:buFont typeface="Calibri" panose="020F0502020204030204" pitchFamily="34" charset="0"/>
              <a:buChar char="‐"/>
              <a:defRPr sz="1600"/>
            </a:lvl6pPr>
            <a:lvl7pPr marL="360000" indent="0">
              <a:spcBef>
                <a:spcPct val="20000"/>
              </a:spcBef>
              <a:buFont typeface="Calibri" panose="020F0502020204030204" pitchFamily="34" charset="0"/>
              <a:buChar char="‐"/>
              <a:defRPr sz="1600"/>
            </a:lvl7pPr>
            <a:lvl8pPr marL="3428245" indent="-228550">
              <a:spcBef>
                <a:spcPct val="20000"/>
              </a:spcBef>
              <a:buFont typeface="Arial" pitchFamily="34" charset="0"/>
              <a:buChar char="•"/>
              <a:defRPr sz="2000"/>
            </a:lvl8pPr>
            <a:lvl9pPr marL="3885345" indent="-228550">
              <a:spcBef>
                <a:spcPct val="20000"/>
              </a:spcBef>
              <a:buFont typeface="Arial" pitchFamily="34" charset="0"/>
              <a:buChar char="•"/>
              <a:defRPr sz="2000"/>
            </a:lvl9pPr>
          </a:lstStyle>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kumimoji="0" lang="fr-FR" sz="2400" b="0" i="0" u="none" strike="noStrike" kern="1200" cap="none" spc="0" normalizeH="0" baseline="0" noProof="0" dirty="0">
                <a:ln>
                  <a:noFill/>
                </a:ln>
                <a:solidFill>
                  <a:srgbClr val="232323"/>
                </a:solidFill>
                <a:effectLst/>
                <a:uLnTx/>
                <a:uFillTx/>
                <a:latin typeface="Calibri"/>
                <a:cs typeface="+mn-cs"/>
              </a:rPr>
              <a:t>Dispositif de saisie </a:t>
            </a:r>
            <a:r>
              <a:rPr lang="fr-FR" sz="2400" kern="1200" dirty="0">
                <a:cs typeface="+mn-cs"/>
              </a:rPr>
              <a:t> </a:t>
            </a:r>
            <a:r>
              <a:rPr kumimoji="0" lang="fr-FR" sz="2400" b="0" i="0" u="none" strike="noStrike" kern="1200" cap="none" spc="0" normalizeH="0" baseline="0" noProof="0" dirty="0">
                <a:ln>
                  <a:noFill/>
                </a:ln>
                <a:solidFill>
                  <a:srgbClr val="232323"/>
                </a:solidFill>
                <a:effectLst/>
                <a:uLnTx/>
                <a:uFillTx/>
                <a:latin typeface="Calibri"/>
                <a:cs typeface="+mn-cs"/>
              </a:rPr>
              <a:t>dans un outil dédié des demandes avec contrôle de faisabilité</a:t>
            </a:r>
          </a:p>
          <a:p>
            <a:pPr marL="0" marR="0" lvl="0" indent="0" algn="l" defTabSz="914199" rtl="0" eaLnBrk="1" fontAlgn="auto" latinLnBrk="0" hangingPunct="1">
              <a:lnSpc>
                <a:spcPct val="100000"/>
              </a:lnSpc>
              <a:spcBef>
                <a:spcPts val="600"/>
              </a:spcBef>
              <a:spcAft>
                <a:spcPts val="0"/>
              </a:spcAft>
              <a:buClr>
                <a:srgbClr val="CF022B"/>
              </a:buClr>
              <a:buSzPct val="90000"/>
              <a:buNone/>
              <a:tabLst/>
              <a:defRPr/>
            </a:pPr>
            <a:endParaRPr kumimoji="0" lang="fr-FR" sz="2400" b="0" i="0" u="none" strike="noStrike" kern="1200" cap="none" spc="0" normalizeH="0" baseline="0" noProof="0" dirty="0">
              <a:ln>
                <a:noFill/>
              </a:ln>
              <a:solidFill>
                <a:srgbClr val="232323"/>
              </a:solidFill>
              <a:effectLst/>
              <a:uLnTx/>
              <a:uFillTx/>
              <a:latin typeface="Calibri"/>
              <a:cs typeface="+mn-cs"/>
            </a:endParaRPr>
          </a:p>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lang="fr-FR" sz="2400" kern="1200" dirty="0">
                <a:cs typeface="+mn-cs"/>
              </a:rPr>
              <a:t>Mise en place d’un workflow de validation Manager, Salarié et DRH GAP / suivi de l’état de la demande</a:t>
            </a:r>
          </a:p>
          <a:p>
            <a:pPr marL="0" marR="0" lvl="0" indent="0" algn="l" defTabSz="914199" rtl="0" eaLnBrk="1" fontAlgn="auto" latinLnBrk="0" hangingPunct="1">
              <a:lnSpc>
                <a:spcPct val="100000"/>
              </a:lnSpc>
              <a:spcBef>
                <a:spcPts val="600"/>
              </a:spcBef>
              <a:spcAft>
                <a:spcPts val="0"/>
              </a:spcAft>
              <a:buClr>
                <a:srgbClr val="CF022B"/>
              </a:buClr>
              <a:buSzPct val="90000"/>
              <a:buNone/>
              <a:tabLst/>
              <a:defRPr/>
            </a:pPr>
            <a:endParaRPr lang="fr-FR" sz="2400" kern="1200" dirty="0">
              <a:cs typeface="+mn-cs"/>
            </a:endParaRPr>
          </a:p>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lang="fr-FR" sz="2400" kern="1200" dirty="0">
                <a:cs typeface="+mn-cs"/>
              </a:rPr>
              <a:t>Dispositif de contrôle des demandes et réalisation aligné sur les codes du travail, accords locaux et décision du DRH.</a:t>
            </a:r>
          </a:p>
          <a:p>
            <a:pPr marL="0" marR="0" lvl="0" indent="0" algn="l" defTabSz="914199" rtl="0" eaLnBrk="1" fontAlgn="auto" latinLnBrk="0" hangingPunct="1">
              <a:lnSpc>
                <a:spcPct val="100000"/>
              </a:lnSpc>
              <a:spcBef>
                <a:spcPts val="600"/>
              </a:spcBef>
              <a:spcAft>
                <a:spcPts val="0"/>
              </a:spcAft>
              <a:buClr>
                <a:srgbClr val="CF022B"/>
              </a:buClr>
              <a:buSzPct val="90000"/>
              <a:buNone/>
              <a:tabLst/>
              <a:defRPr/>
            </a:pPr>
            <a:endParaRPr lang="fr-FR" sz="2400" kern="1200" dirty="0">
              <a:cs typeface="+mn-cs"/>
            </a:endParaRPr>
          </a:p>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kumimoji="0" lang="fr-FR" sz="2400" b="0" i="0" u="none" strike="noStrike" kern="1200" cap="none" spc="0" normalizeH="0" baseline="0" noProof="0" dirty="0">
                <a:ln>
                  <a:noFill/>
                </a:ln>
                <a:solidFill>
                  <a:srgbClr val="232323"/>
                </a:solidFill>
                <a:effectLst/>
                <a:uLnTx/>
                <a:uFillTx/>
                <a:latin typeface="Calibri"/>
                <a:cs typeface="+mn-cs"/>
              </a:rPr>
              <a:t>Dispositif de calcul automatique des heures d’intervention réalisées en fonction du profil horaire du salarié.</a:t>
            </a:r>
          </a:p>
          <a:p>
            <a:pPr marL="0" marR="0" lvl="0" indent="0" algn="l" defTabSz="914199" rtl="0" eaLnBrk="1" fontAlgn="auto" latinLnBrk="0" hangingPunct="1">
              <a:lnSpc>
                <a:spcPct val="100000"/>
              </a:lnSpc>
              <a:spcBef>
                <a:spcPts val="600"/>
              </a:spcBef>
              <a:spcAft>
                <a:spcPts val="0"/>
              </a:spcAft>
              <a:buClr>
                <a:srgbClr val="CF022B"/>
              </a:buClr>
              <a:buSzPct val="90000"/>
              <a:buNone/>
              <a:tabLst/>
              <a:defRPr/>
            </a:pPr>
            <a:endParaRPr kumimoji="0" lang="fr-FR" sz="2400" b="0" i="0" u="none" strike="noStrike" kern="1200" cap="none" spc="0" normalizeH="0" baseline="0" noProof="0" dirty="0">
              <a:ln>
                <a:noFill/>
              </a:ln>
              <a:solidFill>
                <a:srgbClr val="232323"/>
              </a:solidFill>
              <a:effectLst/>
              <a:uLnTx/>
              <a:uFillTx/>
              <a:latin typeface="Calibri"/>
              <a:cs typeface="+mn-cs"/>
            </a:endParaRPr>
          </a:p>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lang="fr-FR" sz="2400" kern="1200" dirty="0">
                <a:cs typeface="+mn-cs"/>
              </a:rPr>
              <a:t>Contrôle de la réalisation et vérification en masse par des requêtes et/ou contrôle des cas particulier.</a:t>
            </a:r>
          </a:p>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endParaRPr lang="fr-FR" sz="2400" kern="1200" dirty="0">
              <a:cs typeface="+mn-cs"/>
            </a:endParaRPr>
          </a:p>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lang="fr-FR" sz="2400" kern="1200" dirty="0">
                <a:cs typeface="+mn-cs"/>
              </a:rPr>
              <a:t>Attribution des titres restaurant/indemnité de repas</a:t>
            </a:r>
          </a:p>
          <a:p>
            <a:pPr marL="0" marR="0" lvl="0" indent="0" algn="l" defTabSz="914199" rtl="0" eaLnBrk="1" fontAlgn="auto" latinLnBrk="0" hangingPunct="1">
              <a:lnSpc>
                <a:spcPct val="100000"/>
              </a:lnSpc>
              <a:spcBef>
                <a:spcPts val="600"/>
              </a:spcBef>
              <a:spcAft>
                <a:spcPts val="0"/>
              </a:spcAft>
              <a:buClr>
                <a:srgbClr val="CF022B"/>
              </a:buClr>
              <a:buSzPct val="90000"/>
              <a:buNone/>
              <a:tabLst/>
              <a:defRPr/>
            </a:pPr>
            <a:endParaRPr lang="fr-FR" sz="2400" kern="1200" dirty="0">
              <a:cs typeface="+mn-cs"/>
            </a:endParaRPr>
          </a:p>
          <a:p>
            <a:pPr marL="271463" marR="0" lvl="0" indent="-271463" algn="l" defTabSz="914199" rtl="0" eaLnBrk="1" fontAlgn="auto" latinLnBrk="0" hangingPunct="1">
              <a:lnSpc>
                <a:spcPct val="100000"/>
              </a:lnSpc>
              <a:spcBef>
                <a:spcPts val="600"/>
              </a:spcBef>
              <a:spcAft>
                <a:spcPts val="0"/>
              </a:spcAft>
              <a:buClr>
                <a:srgbClr val="CF022B"/>
              </a:buClr>
              <a:buSzPct val="90000"/>
              <a:buFontTx/>
              <a:buBlip>
                <a:blip r:embed="rId2"/>
              </a:buBlip>
              <a:tabLst/>
              <a:defRPr/>
            </a:pPr>
            <a:r>
              <a:rPr kumimoji="0" lang="fr-FR" sz="2400" b="0" i="0" u="none" strike="noStrike" kern="1200" cap="none" spc="0" normalizeH="0" baseline="0" noProof="0" dirty="0">
                <a:ln>
                  <a:noFill/>
                </a:ln>
                <a:solidFill>
                  <a:srgbClr val="232323"/>
                </a:solidFill>
                <a:effectLst/>
                <a:uLnTx/>
                <a:uFillTx/>
                <a:latin typeface="Calibri"/>
                <a:cs typeface="+mn-cs"/>
              </a:rPr>
              <a:t>Contrôle écart prévisionnel</a:t>
            </a:r>
            <a:r>
              <a:rPr lang="fr-FR" sz="2400" kern="1200" dirty="0">
                <a:cs typeface="+mn-cs"/>
              </a:rPr>
              <a:t> / réalisé</a:t>
            </a:r>
            <a:endParaRPr kumimoji="0" lang="fr-FR" sz="2400" b="0" i="0" u="none" strike="noStrike" kern="1200" cap="none" spc="0" normalizeH="0" baseline="0" noProof="0" dirty="0">
              <a:ln>
                <a:noFill/>
              </a:ln>
              <a:solidFill>
                <a:srgbClr val="232323"/>
              </a:solidFill>
              <a:effectLst/>
              <a:uLnTx/>
              <a:uFillTx/>
              <a:latin typeface="Calibri"/>
              <a:cs typeface="+mn-cs"/>
            </a:endParaRPr>
          </a:p>
        </p:txBody>
      </p:sp>
      <p:sp>
        <p:nvSpPr>
          <p:cNvPr id="26" name="Rectangle 25">
            <a:extLst>
              <a:ext uri="{FF2B5EF4-FFF2-40B4-BE49-F238E27FC236}">
                <a16:creationId xmlns:a16="http://schemas.microsoft.com/office/drawing/2014/main" id="{F91108C8-B37F-534D-7556-23C3ADB92839}"/>
              </a:ext>
            </a:extLst>
          </p:cNvPr>
          <p:cNvSpPr/>
          <p:nvPr/>
        </p:nvSpPr>
        <p:spPr>
          <a:xfrm>
            <a:off x="9888384" y="3185592"/>
            <a:ext cx="6744072" cy="841256"/>
          </a:xfrm>
          <a:prstGeom prst="rect">
            <a:avLst/>
          </a:prstGeom>
          <a:solidFill>
            <a:schemeClr val="bg1">
              <a:lumMod val="60000"/>
              <a:lumOff val="40000"/>
            </a:schemeClr>
          </a:solidFill>
          <a:ln w="25400" cap="flat" cmpd="sng" algn="ctr">
            <a:noFill/>
            <a:prstDash val="solid"/>
          </a:ln>
          <a:effectLst>
            <a:outerShdw blurRad="76200" dir="18900000" sy="23000" kx="-1200000" algn="bl" rotWithShape="0">
              <a:prstClr val="black">
                <a:alpha val="20000"/>
              </a:prstClr>
            </a:outerShdw>
          </a:effectLst>
        </p:spPr>
        <p:txBody>
          <a:bodyPr rtlCol="0" anchor="ctr"/>
          <a:lstStyle/>
          <a:p>
            <a:pPr defTabSz="914400" hangingPunct="1">
              <a:defRPr/>
            </a:pPr>
            <a:r>
              <a:rPr lang="fr-FR" sz="3200" b="1" spc="-119">
                <a:solidFill>
                  <a:srgbClr val="FFFFFF"/>
                </a:solidFill>
                <a:latin typeface="Arial"/>
                <a:cs typeface="Arial"/>
              </a:rPr>
              <a:t>Description de la solution envisagée</a:t>
            </a:r>
          </a:p>
        </p:txBody>
      </p:sp>
    </p:spTree>
    <p:extLst>
      <p:ext uri="{BB962C8B-B14F-4D97-AF65-F5344CB8AC3E}">
        <p14:creationId xmlns:p14="http://schemas.microsoft.com/office/powerpoint/2010/main" val="33676481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7C477-1AED-EA4C-9F99-3557B77E6F8A}"/>
              </a:ext>
            </a:extLst>
          </p:cNvPr>
          <p:cNvSpPr>
            <a:spLocks noGrp="1"/>
          </p:cNvSpPr>
          <p:nvPr>
            <p:ph type="title"/>
          </p:nvPr>
        </p:nvSpPr>
        <p:spPr>
          <a:xfrm>
            <a:off x="382688" y="4533900"/>
            <a:ext cx="18074008" cy="4648200"/>
          </a:xfrm>
        </p:spPr>
        <p:txBody>
          <a:bodyPr>
            <a:normAutofit/>
          </a:bodyPr>
          <a:lstStyle/>
          <a:p>
            <a:pPr hangingPunct="0">
              <a:lnSpc>
                <a:spcPct val="100000"/>
              </a:lnSpc>
            </a:pPr>
            <a:r>
              <a:rPr lang="fr-FR">
                <a:sym typeface="Helvetica Neue"/>
              </a:rPr>
              <a:t>6 – Description du projet : leviers</a:t>
            </a:r>
            <a:r>
              <a:rPr lang="fr-FR"/>
              <a:t>, SWOT, gains et coûts</a:t>
            </a:r>
            <a:endParaRPr lang="fr-FR">
              <a:sym typeface="Helvetica Neue"/>
            </a:endParaRPr>
          </a:p>
        </p:txBody>
      </p:sp>
      <p:sp>
        <p:nvSpPr>
          <p:cNvPr id="35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13</a:t>
            </a:fld>
            <a:endParaRPr/>
          </a:p>
        </p:txBody>
      </p:sp>
    </p:spTree>
    <p:extLst>
      <p:ext uri="{BB962C8B-B14F-4D97-AF65-F5344CB8AC3E}">
        <p14:creationId xmlns:p14="http://schemas.microsoft.com/office/powerpoint/2010/main" val="369812184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B40C4898-FF74-076C-1C23-F451A9801015}"/>
              </a:ext>
            </a:extLst>
          </p:cNvPr>
          <p:cNvSpPr>
            <a:spLocks noGrp="1"/>
          </p:cNvSpPr>
          <p:nvPr>
            <p:ph type="sldNum" sz="quarter" idx="2"/>
          </p:nvPr>
        </p:nvSpPr>
        <p:spPr>
          <a:xfrm>
            <a:off x="25936994" y="12775847"/>
            <a:ext cx="368574" cy="447336"/>
          </a:xfrm>
        </p:spPr>
        <p:txBody>
          <a:bodyPr>
            <a:normAutofit/>
          </a:bodyPr>
          <a:lstStyle/>
          <a:p>
            <a:fld id="{86CB4B4D-7CA3-9044-876B-883B54F8677D}" type="slidenum">
              <a:rPr lang="fr-FR" smtClean="0"/>
              <a:t>14</a:t>
            </a:fld>
            <a:endParaRPr lang="fr-FR"/>
          </a:p>
        </p:txBody>
      </p:sp>
      <p:sp>
        <p:nvSpPr>
          <p:cNvPr id="4" name="Espace réservé du texte 5">
            <a:extLst>
              <a:ext uri="{FF2B5EF4-FFF2-40B4-BE49-F238E27FC236}">
                <a16:creationId xmlns:a16="http://schemas.microsoft.com/office/drawing/2014/main" id="{17FBC5A5-F639-AC6E-542A-53FD4F93F52A}"/>
              </a:ext>
            </a:extLst>
          </p:cNvPr>
          <p:cNvSpPr>
            <a:spLocks noGrp="1"/>
          </p:cNvSpPr>
          <p:nvPr>
            <p:ph type="body" sz="quarter" idx="21"/>
          </p:nvPr>
        </p:nvSpPr>
        <p:spPr>
          <a:xfrm>
            <a:off x="1627112" y="1710191"/>
            <a:ext cx="20388792" cy="841256"/>
          </a:xfrm>
        </p:spPr>
        <p:txBody>
          <a:bodyPr>
            <a:normAutofit fontScale="77500" lnSpcReduction="20000"/>
          </a:bodyPr>
          <a:lstStyle/>
          <a:p>
            <a:r>
              <a:rPr lang="fr-FR" sz="6000" b="1" spc="-119">
                <a:solidFill>
                  <a:srgbClr val="306EC7"/>
                </a:solidFill>
                <a:sym typeface="Helvetica Neue"/>
              </a:rPr>
              <a:t>6 – Description du projet : leviers</a:t>
            </a:r>
            <a:r>
              <a:rPr lang="fr-FR" sz="6000" b="1" spc="-119">
                <a:solidFill>
                  <a:srgbClr val="306EC7"/>
                </a:solidFill>
              </a:rPr>
              <a:t>, SWOT, gains et coûts</a:t>
            </a:r>
            <a:endParaRPr lang="en-GB" sz="6000" b="1" spc="-119">
              <a:solidFill>
                <a:srgbClr val="306EC7"/>
              </a:solidFill>
            </a:endParaRPr>
          </a:p>
        </p:txBody>
      </p:sp>
      <p:sp>
        <p:nvSpPr>
          <p:cNvPr id="5" name="Numéro de diapositive">
            <a:extLst>
              <a:ext uri="{FF2B5EF4-FFF2-40B4-BE49-F238E27FC236}">
                <a16:creationId xmlns:a16="http://schemas.microsoft.com/office/drawing/2014/main" id="{E1D464DC-7777-67C2-52CF-605BA1A908E1}"/>
              </a:ext>
            </a:extLst>
          </p:cNvPr>
          <p:cNvSpPr txBox="1">
            <a:spLocks/>
          </p:cNvSpPr>
          <p:nvPr/>
        </p:nvSpPr>
        <p:spPr>
          <a:xfrm>
            <a:off x="25936994" y="12775847"/>
            <a:ext cx="368574" cy="4473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b">
            <a:norm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ts val="26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Arial"/>
                <a:ea typeface="Arial"/>
                <a:cs typeface="Arial"/>
                <a:sym typeface="Arial"/>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mtClean="0"/>
              <a:pPr/>
              <a:t>14</a:t>
            </a:fld>
            <a:endParaRPr lang="fr-FR"/>
          </a:p>
        </p:txBody>
      </p:sp>
      <p:sp>
        <p:nvSpPr>
          <p:cNvPr id="2" name="Espace réservé du numéro de diapositive 2">
            <a:extLst>
              <a:ext uri="{FF2B5EF4-FFF2-40B4-BE49-F238E27FC236}">
                <a16:creationId xmlns:a16="http://schemas.microsoft.com/office/drawing/2014/main" id="{A0787921-CF50-BDA4-43BE-36CC0D8A8DB8}"/>
              </a:ext>
            </a:extLst>
          </p:cNvPr>
          <p:cNvSpPr txBox="1">
            <a:spLocks/>
          </p:cNvSpPr>
          <p:nvPr/>
        </p:nvSpPr>
        <p:spPr>
          <a:xfrm>
            <a:off x="25936994" y="12775847"/>
            <a:ext cx="368574" cy="447336"/>
          </a:xfrm>
          <a:prstGeom prst="rect">
            <a:avLst/>
          </a:prstGeom>
          <a:ln w="12700">
            <a:miter lim="400000"/>
          </a:ln>
        </p:spPr>
        <p:txBody>
          <a:bodyPr wrap="none" lIns="50800" tIns="50800" rIns="50800" bIns="50800" anchor="b">
            <a:norm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ts val="26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Arial"/>
                <a:ea typeface="Arial"/>
                <a:cs typeface="Arial"/>
                <a:sym typeface="Arial"/>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mtClean="0"/>
              <a:pPr/>
              <a:t>14</a:t>
            </a:fld>
            <a:endParaRPr lang="fr-FR"/>
          </a:p>
        </p:txBody>
      </p:sp>
      <p:sp>
        <p:nvSpPr>
          <p:cNvPr id="37" name="Numéro de diapositive">
            <a:extLst>
              <a:ext uri="{FF2B5EF4-FFF2-40B4-BE49-F238E27FC236}">
                <a16:creationId xmlns:a16="http://schemas.microsoft.com/office/drawing/2014/main" id="{1C259595-EE2C-DB5F-EBD6-2D4D490BD6C3}"/>
              </a:ext>
            </a:extLst>
          </p:cNvPr>
          <p:cNvSpPr txBox="1">
            <a:spLocks/>
          </p:cNvSpPr>
          <p:nvPr/>
        </p:nvSpPr>
        <p:spPr>
          <a:xfrm>
            <a:off x="25936994" y="12775847"/>
            <a:ext cx="368574" cy="4473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b">
            <a:norm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5500" rtl="0" fontAlgn="auto" latinLnBrk="0" hangingPunct="0">
              <a:lnSpc>
                <a:spcPts val="2600"/>
              </a:lnSpc>
              <a:spcBef>
                <a:spcPts val="0"/>
              </a:spcBef>
              <a:spcAft>
                <a:spcPts val="0"/>
              </a:spcAft>
              <a:buClrTx/>
              <a:buSzTx/>
              <a:buFontTx/>
              <a:buNone/>
              <a:tabLst/>
              <a:defRPr kumimoji="0" sz="1800" b="0" i="0" u="none" strike="noStrike" cap="none" spc="0" normalizeH="0" baseline="0">
                <a:ln>
                  <a:noFill/>
                </a:ln>
                <a:solidFill>
                  <a:srgbClr val="FFFFFF"/>
                </a:solidFill>
                <a:effectLst/>
                <a:uFillTx/>
                <a:latin typeface="Arial"/>
                <a:ea typeface="Arial"/>
                <a:cs typeface="Arial"/>
                <a:sym typeface="Arial"/>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mtClean="0"/>
              <a:pPr/>
              <a:t>14</a:t>
            </a:fld>
            <a:endParaRPr lang="fr-FR"/>
          </a:p>
        </p:txBody>
      </p:sp>
      <p:sp>
        <p:nvSpPr>
          <p:cNvPr id="39" name="Rectangle à coins arrondis 64">
            <a:extLst>
              <a:ext uri="{FF2B5EF4-FFF2-40B4-BE49-F238E27FC236}">
                <a16:creationId xmlns:a16="http://schemas.microsoft.com/office/drawing/2014/main" id="{85C20F1A-64A1-BED3-B864-BF380A1D33F5}"/>
              </a:ext>
            </a:extLst>
          </p:cNvPr>
          <p:cNvSpPr/>
          <p:nvPr/>
        </p:nvSpPr>
        <p:spPr bwMode="auto">
          <a:xfrm>
            <a:off x="929427" y="11780117"/>
            <a:ext cx="11240027" cy="1707341"/>
          </a:xfrm>
          <a:prstGeom prst="roundRect">
            <a:avLst/>
          </a:prstGeom>
          <a:solidFill>
            <a:schemeClr val="bg1"/>
          </a:solidFill>
          <a:ln w="12700" cap="flat" cmpd="sng" algn="ctr">
            <a:solidFill>
              <a:srgbClr val="007E5D"/>
            </a:solidFill>
            <a:prstDash val="sysDash"/>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fr-FR" b="1" i="0" u="none" strike="noStrike" kern="1200" cap="none" spc="0" normalizeH="0" baseline="0" noProof="0">
                <a:ln>
                  <a:noFill/>
                </a:ln>
                <a:solidFill>
                  <a:srgbClr val="FFFFFF"/>
                </a:solidFill>
                <a:effectLst/>
                <a:uLnTx/>
                <a:uFillTx/>
                <a:latin typeface="Calibri" panose="020F0502020204030204" pitchFamily="34" charset="0"/>
                <a:ea typeface="Geneva" pitchFamily="121" charset="-128"/>
                <a:cs typeface="+mn-cs"/>
              </a:rPr>
              <a:t>Gain  Voir étude DAPS</a:t>
            </a:r>
          </a:p>
        </p:txBody>
      </p:sp>
      <p:sp>
        <p:nvSpPr>
          <p:cNvPr id="40" name="ZoneTexte 39">
            <a:extLst>
              <a:ext uri="{FF2B5EF4-FFF2-40B4-BE49-F238E27FC236}">
                <a16:creationId xmlns:a16="http://schemas.microsoft.com/office/drawing/2014/main" id="{043B1B9A-00A8-AD28-09BB-48880B4A0786}"/>
              </a:ext>
            </a:extLst>
          </p:cNvPr>
          <p:cNvSpPr txBox="1"/>
          <p:nvPr/>
        </p:nvSpPr>
        <p:spPr>
          <a:xfrm>
            <a:off x="4366119" y="11111429"/>
            <a:ext cx="3755544" cy="583515"/>
          </a:xfrm>
          <a:prstGeom prst="roundRect">
            <a:avLst/>
          </a:prstGeom>
          <a:solidFill>
            <a:srgbClr val="007E5D"/>
          </a:solidFill>
        </p:spPr>
        <p:txBody>
          <a:bodyPr wrap="square" rtlCol="0">
            <a:normAutofit fontScale="85000" lnSpcReduction="20000"/>
          </a:bodyPr>
          <a:lstStyle/>
          <a:p>
            <a:pPr marL="0" marR="0" lvl="0" indent="0" algn="ctr" defTabSz="914199" rtl="0" eaLnBrk="1" fontAlgn="auto" latinLnBrk="0" hangingPunct="1">
              <a:lnSpc>
                <a:spcPct val="100000"/>
              </a:lnSpc>
              <a:spcBef>
                <a:spcPts val="0"/>
              </a:spcBef>
              <a:spcAft>
                <a:spcPts val="0"/>
              </a:spcAft>
              <a:buClrTx/>
              <a:buSzTx/>
              <a:buFontTx/>
              <a:buNone/>
              <a:tabLst/>
              <a:defRPr/>
            </a:pPr>
            <a:r>
              <a:rPr kumimoji="0" lang="fr-FR" sz="4000" b="1" i="0" u="none" strike="noStrike" kern="1200" cap="none" spc="0" normalizeH="0" baseline="0" noProof="0">
                <a:ln>
                  <a:noFill/>
                </a:ln>
                <a:solidFill>
                  <a:srgbClr val="FFFFFF"/>
                </a:solidFill>
                <a:effectLst/>
                <a:uLnTx/>
                <a:uFillTx/>
                <a:latin typeface="Frutiger LT Std 55 Roman"/>
                <a:cs typeface="+mn-cs"/>
              </a:rPr>
              <a:t>Gains</a:t>
            </a:r>
          </a:p>
        </p:txBody>
      </p:sp>
      <p:sp>
        <p:nvSpPr>
          <p:cNvPr id="41" name="Rectangle 40">
            <a:extLst>
              <a:ext uri="{FF2B5EF4-FFF2-40B4-BE49-F238E27FC236}">
                <a16:creationId xmlns:a16="http://schemas.microsoft.com/office/drawing/2014/main" id="{BFD8FB27-66DB-EAAD-1CAE-01224E173D1C}"/>
              </a:ext>
            </a:extLst>
          </p:cNvPr>
          <p:cNvSpPr/>
          <p:nvPr/>
        </p:nvSpPr>
        <p:spPr bwMode="auto">
          <a:xfrm>
            <a:off x="13427894" y="4518106"/>
            <a:ext cx="8804082" cy="7229651"/>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rm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endParaRPr>
          </a:p>
        </p:txBody>
      </p:sp>
      <p:cxnSp>
        <p:nvCxnSpPr>
          <p:cNvPr id="42" name="Connecteur droit avec flèche 41">
            <a:extLst>
              <a:ext uri="{FF2B5EF4-FFF2-40B4-BE49-F238E27FC236}">
                <a16:creationId xmlns:a16="http://schemas.microsoft.com/office/drawing/2014/main" id="{B37B1F02-F963-C065-319A-DE3CDDB72152}"/>
              </a:ext>
            </a:extLst>
          </p:cNvPr>
          <p:cNvCxnSpPr>
            <a:stCxn id="41" idx="0"/>
            <a:endCxn id="41" idx="2"/>
          </p:cNvCxnSpPr>
          <p:nvPr/>
        </p:nvCxnSpPr>
        <p:spPr bwMode="auto">
          <a:xfrm>
            <a:off x="17829935" y="4518106"/>
            <a:ext cx="0" cy="7229651"/>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Connecteur droit avec flèche 42">
            <a:extLst>
              <a:ext uri="{FF2B5EF4-FFF2-40B4-BE49-F238E27FC236}">
                <a16:creationId xmlns:a16="http://schemas.microsoft.com/office/drawing/2014/main" id="{AE0B0AA8-6BA5-F55D-7FCC-05DBE348D694}"/>
              </a:ext>
            </a:extLst>
          </p:cNvPr>
          <p:cNvCxnSpPr>
            <a:cxnSpLocks/>
          </p:cNvCxnSpPr>
          <p:nvPr/>
        </p:nvCxnSpPr>
        <p:spPr bwMode="auto">
          <a:xfrm>
            <a:off x="13226920" y="7843943"/>
            <a:ext cx="8869734" cy="0"/>
          </a:xfrm>
          <a:prstGeom prst="straightConnector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4" name="Rectangle à coins arrondis 40">
            <a:extLst>
              <a:ext uri="{FF2B5EF4-FFF2-40B4-BE49-F238E27FC236}">
                <a16:creationId xmlns:a16="http://schemas.microsoft.com/office/drawing/2014/main" id="{38C3C7A1-CE2D-8DAA-3E7C-1408E2142848}"/>
              </a:ext>
            </a:extLst>
          </p:cNvPr>
          <p:cNvSpPr/>
          <p:nvPr/>
        </p:nvSpPr>
        <p:spPr bwMode="auto">
          <a:xfrm>
            <a:off x="13849093" y="4630254"/>
            <a:ext cx="3139928" cy="475132"/>
          </a:xfrm>
          <a:prstGeom prst="roundRect">
            <a:avLst/>
          </a:prstGeom>
          <a:solidFill>
            <a:srgbClr val="00B050"/>
          </a:solidFill>
          <a:ln w="9525" cap="flat" cmpd="sng" algn="ctr">
            <a:noFill/>
            <a:prstDash val="solid"/>
            <a:round/>
            <a:headEnd type="none" w="med" len="med"/>
            <a:tailEnd type="none" w="med" len="med"/>
          </a:ln>
          <a:effectLst/>
        </p:spPr>
        <p:txBody>
          <a:bodyPr vert="horz" wrap="square" lIns="91440" tIns="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2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Opportunités</a:t>
            </a:r>
          </a:p>
        </p:txBody>
      </p:sp>
      <p:sp>
        <p:nvSpPr>
          <p:cNvPr id="45" name="Rectangle à coins arrondis 41">
            <a:extLst>
              <a:ext uri="{FF2B5EF4-FFF2-40B4-BE49-F238E27FC236}">
                <a16:creationId xmlns:a16="http://schemas.microsoft.com/office/drawing/2014/main" id="{891CBA39-84D7-BD63-9A47-1BD37FFB8548}"/>
              </a:ext>
            </a:extLst>
          </p:cNvPr>
          <p:cNvSpPr/>
          <p:nvPr/>
        </p:nvSpPr>
        <p:spPr bwMode="auto">
          <a:xfrm>
            <a:off x="18525080" y="4571743"/>
            <a:ext cx="3139928" cy="475132"/>
          </a:xfrm>
          <a:prstGeom prst="roundRect">
            <a:avLst/>
          </a:prstGeom>
          <a:solidFill>
            <a:srgbClr val="92D050"/>
          </a:solidFill>
          <a:ln w="9525" cap="flat" cmpd="sng" algn="ctr">
            <a:noFill/>
            <a:prstDash val="solid"/>
            <a:round/>
            <a:headEnd type="none" w="med" len="med"/>
            <a:tailEnd type="none" w="med" len="med"/>
          </a:ln>
          <a:effectLst/>
        </p:spPr>
        <p:txBody>
          <a:bodyPr vert="horz" wrap="square" lIns="91440" tIns="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2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Forces</a:t>
            </a:r>
          </a:p>
        </p:txBody>
      </p:sp>
      <p:sp>
        <p:nvSpPr>
          <p:cNvPr id="46" name="Rectangle à coins arrondis 42">
            <a:extLst>
              <a:ext uri="{FF2B5EF4-FFF2-40B4-BE49-F238E27FC236}">
                <a16:creationId xmlns:a16="http://schemas.microsoft.com/office/drawing/2014/main" id="{B333188B-2AAF-649E-97B7-6D7189F68D88}"/>
              </a:ext>
            </a:extLst>
          </p:cNvPr>
          <p:cNvSpPr/>
          <p:nvPr/>
        </p:nvSpPr>
        <p:spPr bwMode="auto">
          <a:xfrm>
            <a:off x="19092047" y="10130413"/>
            <a:ext cx="3139928" cy="475132"/>
          </a:xfrm>
          <a:prstGeom prst="roundRect">
            <a:avLst/>
          </a:prstGeom>
          <a:solidFill>
            <a:srgbClr val="FFFF00"/>
          </a:solidFill>
          <a:ln w="9525" cap="flat" cmpd="sng" algn="ctr">
            <a:noFill/>
            <a:prstDash val="solid"/>
            <a:round/>
            <a:headEnd type="none" w="med" len="med"/>
            <a:tailEnd type="none" w="med" len="med"/>
          </a:ln>
          <a:effectLst/>
        </p:spPr>
        <p:txBody>
          <a:bodyPr vert="horz" wrap="square" lIns="91440" tIns="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2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Faiblesse</a:t>
            </a:r>
          </a:p>
        </p:txBody>
      </p:sp>
      <p:sp>
        <p:nvSpPr>
          <p:cNvPr id="47" name="Rectangle à coins arrondis 43">
            <a:extLst>
              <a:ext uri="{FF2B5EF4-FFF2-40B4-BE49-F238E27FC236}">
                <a16:creationId xmlns:a16="http://schemas.microsoft.com/office/drawing/2014/main" id="{572FFBCF-2F08-32C9-F0E6-4F739019591C}"/>
              </a:ext>
            </a:extLst>
          </p:cNvPr>
          <p:cNvSpPr/>
          <p:nvPr/>
        </p:nvSpPr>
        <p:spPr bwMode="auto">
          <a:xfrm>
            <a:off x="13704168" y="10135543"/>
            <a:ext cx="3139928" cy="475132"/>
          </a:xfrm>
          <a:prstGeom prst="roundRect">
            <a:avLst/>
          </a:prstGeom>
          <a:solidFill>
            <a:srgbClr val="FFC000"/>
          </a:solidFill>
          <a:ln w="9525" cap="flat" cmpd="sng" algn="ctr">
            <a:noFill/>
            <a:prstDash val="solid"/>
            <a:round/>
            <a:headEnd type="none" w="med" len="med"/>
            <a:tailEnd type="none" w="med" len="med"/>
          </a:ln>
          <a:effectLst/>
        </p:spPr>
        <p:txBody>
          <a:bodyPr vert="horz" wrap="square" lIns="91440" tIns="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2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Menaces</a:t>
            </a:r>
          </a:p>
        </p:txBody>
      </p:sp>
      <p:sp>
        <p:nvSpPr>
          <p:cNvPr id="48" name="Rectangle à coins arrondis 44">
            <a:extLst>
              <a:ext uri="{FF2B5EF4-FFF2-40B4-BE49-F238E27FC236}">
                <a16:creationId xmlns:a16="http://schemas.microsoft.com/office/drawing/2014/main" id="{1866E26B-BD8A-ABD8-E2EC-251FDDC0DD53}"/>
              </a:ext>
            </a:extLst>
          </p:cNvPr>
          <p:cNvSpPr/>
          <p:nvPr/>
        </p:nvSpPr>
        <p:spPr bwMode="auto">
          <a:xfrm>
            <a:off x="12664771" y="11986259"/>
            <a:ext cx="10365201" cy="1501199"/>
          </a:xfrm>
          <a:prstGeom prst="roundRect">
            <a:avLst/>
          </a:prstGeom>
          <a:solidFill>
            <a:schemeClr val="bg1"/>
          </a:solidFill>
          <a:ln w="12700" cap="flat" cmpd="sng" algn="ctr">
            <a:solidFill>
              <a:srgbClr val="007E5D"/>
            </a:solidFill>
            <a:prstDash val="sysDash"/>
            <a:round/>
            <a:headEnd type="none" w="med" len="med"/>
            <a:tailEnd type="none" w="med" len="med"/>
          </a:ln>
          <a:effectLst/>
        </p:spPr>
        <p:txBody>
          <a:bodyPr vert="horz" wrap="square" lIns="91440" tIns="45720" rIns="91440" bIns="45720" numCol="1" rtlCol="0" anchor="ctr" anchorCtr="0" compatLnSpc="1">
            <a:prstTxWarp prst="textNoShape">
              <a:avLst/>
            </a:prstTxWarp>
            <a:normAutofit/>
          </a:bodyPr>
          <a:lstStyle/>
          <a:p>
            <a:pPr algn="l" defTabSz="914400" eaLnBrk="0" fontAlgn="base">
              <a:spcBef>
                <a:spcPct val="0"/>
              </a:spcBef>
              <a:spcAft>
                <a:spcPct val="0"/>
              </a:spcAft>
              <a:defRPr/>
            </a:pPr>
            <a:r>
              <a:rPr lang="fr-FR" b="1" kern="1200">
                <a:solidFill>
                  <a:srgbClr val="FFFFFF"/>
                </a:solidFill>
                <a:latin typeface="Calibri" panose="020F0502020204030204" pitchFamily="34" charset="0"/>
                <a:ea typeface="Geneva" pitchFamily="121" charset="-128"/>
                <a:cs typeface="+mn-cs"/>
              </a:rPr>
              <a:t>Coût </a:t>
            </a:r>
            <a:r>
              <a:rPr lang="fr-FR" kern="1200">
                <a:solidFill>
                  <a:srgbClr val="FFFFFF"/>
                </a:solidFill>
                <a:latin typeface="Calibri" panose="020F0502020204030204" pitchFamily="34" charset="0"/>
                <a:ea typeface="Geneva" pitchFamily="121" charset="-128"/>
                <a:cs typeface="+mn-cs"/>
              </a:rPr>
              <a:t>: Analyse et développement en interne. Coût masse salariale </a:t>
            </a:r>
          </a:p>
        </p:txBody>
      </p:sp>
      <p:sp>
        <p:nvSpPr>
          <p:cNvPr id="49" name="ZoneTexte 48">
            <a:extLst>
              <a:ext uri="{FF2B5EF4-FFF2-40B4-BE49-F238E27FC236}">
                <a16:creationId xmlns:a16="http://schemas.microsoft.com/office/drawing/2014/main" id="{468895E2-A777-D3A5-0D87-5FB61082C5FC}"/>
              </a:ext>
            </a:extLst>
          </p:cNvPr>
          <p:cNvSpPr txBox="1"/>
          <p:nvPr/>
        </p:nvSpPr>
        <p:spPr>
          <a:xfrm>
            <a:off x="16033948" y="11336484"/>
            <a:ext cx="3848709" cy="568103"/>
          </a:xfrm>
          <a:prstGeom prst="roundRect">
            <a:avLst/>
          </a:prstGeom>
          <a:solidFill>
            <a:srgbClr val="007E5D"/>
          </a:solidFill>
        </p:spPr>
        <p:txBody>
          <a:bodyPr wrap="square" rtlCol="0">
            <a:normAutofit fontScale="77500" lnSpcReduction="20000"/>
          </a:bodyPr>
          <a:lstStyle/>
          <a:p>
            <a:pPr marL="0" marR="0" lvl="0" indent="0" algn="ctr" defTabSz="914199" rtl="0" eaLnBrk="1" fontAlgn="auto" latinLnBrk="0" hangingPunct="1">
              <a:lnSpc>
                <a:spcPct val="100000"/>
              </a:lnSpc>
              <a:spcBef>
                <a:spcPts val="0"/>
              </a:spcBef>
              <a:spcAft>
                <a:spcPts val="0"/>
              </a:spcAft>
              <a:buClrTx/>
              <a:buSzTx/>
              <a:buFontTx/>
              <a:buNone/>
              <a:tabLst/>
              <a:defRPr/>
            </a:pPr>
            <a:r>
              <a:rPr kumimoji="0" lang="fr-FR" sz="4000" b="1" i="0" u="none" strike="noStrike" kern="1200" cap="none" spc="0" normalizeH="0" baseline="0" noProof="0">
                <a:ln>
                  <a:noFill/>
                </a:ln>
                <a:solidFill>
                  <a:srgbClr val="FFFFFF"/>
                </a:solidFill>
                <a:effectLst/>
                <a:uLnTx/>
                <a:uFillTx/>
                <a:latin typeface="Frutiger LT Std 55 Roman"/>
                <a:cs typeface="+mn-cs"/>
              </a:rPr>
              <a:t>Coût</a:t>
            </a:r>
          </a:p>
        </p:txBody>
      </p:sp>
      <p:sp>
        <p:nvSpPr>
          <p:cNvPr id="50" name="Rectangle à coins arrondis 46">
            <a:extLst>
              <a:ext uri="{FF2B5EF4-FFF2-40B4-BE49-F238E27FC236}">
                <a16:creationId xmlns:a16="http://schemas.microsoft.com/office/drawing/2014/main" id="{92869417-8113-04C7-D44F-F6A29D916D03}"/>
              </a:ext>
            </a:extLst>
          </p:cNvPr>
          <p:cNvSpPr/>
          <p:nvPr/>
        </p:nvSpPr>
        <p:spPr bwMode="auto">
          <a:xfrm>
            <a:off x="12664772" y="4279604"/>
            <a:ext cx="10365201" cy="6957809"/>
          </a:xfrm>
          <a:prstGeom prst="roundRect">
            <a:avLst/>
          </a:prstGeom>
          <a:noFill/>
          <a:ln w="12700" cap="flat" cmpd="sng" algn="ctr">
            <a:solidFill>
              <a:srgbClr val="007E5D"/>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norm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endParaRPr>
          </a:p>
        </p:txBody>
      </p:sp>
      <p:sp>
        <p:nvSpPr>
          <p:cNvPr id="51" name="ZoneTexte 50">
            <a:extLst>
              <a:ext uri="{FF2B5EF4-FFF2-40B4-BE49-F238E27FC236}">
                <a16:creationId xmlns:a16="http://schemas.microsoft.com/office/drawing/2014/main" id="{1A03E271-BEAB-1AAE-2FE3-047BB77712BF}"/>
              </a:ext>
            </a:extLst>
          </p:cNvPr>
          <p:cNvSpPr txBox="1"/>
          <p:nvPr/>
        </p:nvSpPr>
        <p:spPr>
          <a:xfrm>
            <a:off x="16388260" y="3408651"/>
            <a:ext cx="3494397" cy="898741"/>
          </a:xfrm>
          <a:prstGeom prst="roundRect">
            <a:avLst/>
          </a:prstGeom>
          <a:solidFill>
            <a:schemeClr val="bg1">
              <a:lumMod val="60000"/>
              <a:lumOff val="40000"/>
            </a:schemeClr>
          </a:solidFill>
          <a:ln w="25400" cap="flat" cmpd="sng" algn="ctr">
            <a:noFill/>
            <a:prstDash val="solid"/>
          </a:ln>
          <a:effectLst>
            <a:outerShdw blurRad="76200" dir="18900000" sy="23000" kx="-1200000" algn="bl" rotWithShape="0">
              <a:prstClr val="black">
                <a:alpha val="20000"/>
              </a:prstClr>
            </a:outerShdw>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defTabSz="914400" hangingPunct="1">
              <a:defRPr sz="3200" b="1" spc="-119">
                <a:solidFill>
                  <a:srgbClr val="FFFFFF"/>
                </a:solidFill>
                <a:latin typeface="Arial"/>
                <a:cs typeface="Arial"/>
              </a:defRPr>
            </a:lvl1pPr>
          </a:lstStyle>
          <a:p>
            <a:r>
              <a:rPr lang="fr-FR"/>
              <a:t>Analyse SWOT</a:t>
            </a:r>
          </a:p>
        </p:txBody>
      </p:sp>
      <p:sp>
        <p:nvSpPr>
          <p:cNvPr id="52" name="ZoneTexte 51">
            <a:extLst>
              <a:ext uri="{FF2B5EF4-FFF2-40B4-BE49-F238E27FC236}">
                <a16:creationId xmlns:a16="http://schemas.microsoft.com/office/drawing/2014/main" id="{B7B2FFAD-1425-DFC5-2C6E-34BAE4532DCB}"/>
              </a:ext>
            </a:extLst>
          </p:cNvPr>
          <p:cNvSpPr txBox="1"/>
          <p:nvPr/>
        </p:nvSpPr>
        <p:spPr>
          <a:xfrm>
            <a:off x="18077594" y="5270244"/>
            <a:ext cx="4582412" cy="2303334"/>
          </a:xfrm>
          <a:prstGeom prst="rect">
            <a:avLst/>
          </a:prstGeom>
          <a:noFill/>
        </p:spPr>
        <p:txBody>
          <a:bodyPr wrap="square" rtlCol="0">
            <a:normAutofit fontScale="92500" lnSpcReduction="20000"/>
          </a:bodyPr>
          <a:lstStyle/>
          <a:p>
            <a:pPr marL="343000" marR="0" lvl="1" indent="-342900" algn="l" defTabSz="914199" rtl="0" eaLnBrk="1" fontAlgn="auto" latinLnBrk="0" hangingPunct="1">
              <a:lnSpc>
                <a:spcPct val="100000"/>
              </a:lnSpc>
              <a:spcBef>
                <a:spcPts val="0"/>
              </a:spcBef>
              <a:spcAft>
                <a:spcPts val="0"/>
              </a:spcAft>
              <a:buClrTx/>
              <a:buSzTx/>
              <a:buFontTx/>
              <a:buChar char="-"/>
              <a:tabLst/>
              <a:defRPr/>
            </a:pPr>
            <a:r>
              <a:rPr lang="fr-FR" sz="2000" kern="1200">
                <a:solidFill>
                  <a:srgbClr val="000000"/>
                </a:solidFill>
                <a:latin typeface="Calibri" panose="020F0502020204030204" pitchFamily="34" charset="0"/>
                <a:ea typeface="Geneva" pitchFamily="121" charset="-128"/>
                <a:cs typeface="+mn-cs"/>
              </a:rPr>
              <a:t>Fiabilisation des calculs et par conséquent de la paie</a:t>
            </a:r>
          </a:p>
          <a:p>
            <a:pPr marL="343000" marR="0" lvl="1" indent="-342900" algn="l" defTabSz="914199" rtl="0" eaLnBrk="1" fontAlgn="auto" latinLnBrk="0" hangingPunct="1">
              <a:lnSpc>
                <a:spcPct val="100000"/>
              </a:lnSpc>
              <a:spcBef>
                <a:spcPts val="0"/>
              </a:spcBef>
              <a:spcAft>
                <a:spcPts val="0"/>
              </a:spcAft>
              <a:buClrTx/>
              <a:buSzTx/>
              <a:buFontTx/>
              <a:buChar char="-"/>
              <a:tabLst/>
              <a:defRPr/>
            </a:pPr>
            <a:r>
              <a:rPr lang="fr-FR" sz="2000" kern="1200">
                <a:solidFill>
                  <a:srgbClr val="000000"/>
                </a:solidFill>
                <a:latin typeface="Calibri" panose="020F0502020204030204" pitchFamily="34" charset="0"/>
                <a:ea typeface="Geneva" pitchFamily="121" charset="-128"/>
                <a:cs typeface="+mn-cs"/>
              </a:rPr>
              <a:t>Edition des états statistiques à la demande</a:t>
            </a:r>
          </a:p>
          <a:p>
            <a:pPr marL="343000" marR="0" lvl="1" indent="-342900" algn="l" defTabSz="914199" rtl="0" eaLnBrk="1" fontAlgn="auto" latinLnBrk="0" hangingPunct="1">
              <a:lnSpc>
                <a:spcPct val="100000"/>
              </a:lnSpc>
              <a:spcBef>
                <a:spcPts val="0"/>
              </a:spcBef>
              <a:spcAft>
                <a:spcPts val="0"/>
              </a:spcAft>
              <a:buClrTx/>
              <a:buSzTx/>
              <a:buFontTx/>
              <a:buChar char="-"/>
              <a:tabLst/>
              <a:defRPr/>
            </a:pPr>
            <a:r>
              <a:rPr kumimoji="0" lang="fr-FR" sz="20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Améliorer la conformité réglementaire</a:t>
            </a:r>
          </a:p>
          <a:p>
            <a:pPr marL="343000" lvl="1" indent="-342900" algn="l" defTabSz="914199" hangingPunct="1">
              <a:buFontTx/>
              <a:buChar char="-"/>
              <a:defRPr/>
            </a:pPr>
            <a:r>
              <a:rPr lang="fr-FR" sz="2000" kern="1200">
                <a:solidFill>
                  <a:srgbClr val="000000"/>
                </a:solidFill>
                <a:latin typeface="Calibri" panose="020F0502020204030204" pitchFamily="34" charset="0"/>
                <a:ea typeface="Geneva" pitchFamily="121" charset="-128"/>
                <a:cs typeface="+mn-cs"/>
              </a:rPr>
              <a:t>Respect des accords en vigueur et des décisions de la DRH</a:t>
            </a:r>
          </a:p>
          <a:p>
            <a:pPr marL="343000" lvl="1" indent="-342900" algn="l" defTabSz="914199" hangingPunct="1">
              <a:buFontTx/>
              <a:buChar char="-"/>
              <a:defRPr/>
            </a:pPr>
            <a:r>
              <a:rPr lang="fr-FR" sz="2000" kern="1200">
                <a:solidFill>
                  <a:srgbClr val="000000"/>
                </a:solidFill>
                <a:latin typeface="Calibri" panose="020F0502020204030204" pitchFamily="34" charset="0"/>
                <a:ea typeface="Geneva" pitchFamily="121" charset="-128"/>
                <a:cs typeface="+mn-cs"/>
              </a:rPr>
              <a:t>Gain de productivité pour tous les acteurs</a:t>
            </a:r>
          </a:p>
          <a:p>
            <a:pPr marL="343000" marR="0" lvl="1" indent="-342900" algn="l" defTabSz="914199" rtl="0" eaLnBrk="1" fontAlgn="auto" latinLnBrk="0" hangingPunct="1">
              <a:lnSpc>
                <a:spcPct val="100000"/>
              </a:lnSpc>
              <a:spcBef>
                <a:spcPts val="0"/>
              </a:spcBef>
              <a:spcAft>
                <a:spcPts val="0"/>
              </a:spcAft>
              <a:buClrTx/>
              <a:buSzTx/>
              <a:buFontTx/>
              <a:buChar char="-"/>
              <a:tabLst/>
              <a:defRPr/>
            </a:pPr>
            <a:endParaRPr lang="fr-FR" sz="2000" kern="1200">
              <a:solidFill>
                <a:srgbClr val="000000"/>
              </a:solidFill>
              <a:latin typeface="Calibri" panose="020F0502020204030204" pitchFamily="34" charset="0"/>
              <a:ea typeface="Geneva" pitchFamily="121" charset="-128"/>
              <a:cs typeface="+mn-cs"/>
            </a:endParaRPr>
          </a:p>
          <a:p>
            <a:pPr marL="343000" marR="0" lvl="1" indent="-342900" algn="l" defTabSz="914199" rtl="0" eaLnBrk="1" fontAlgn="auto" latinLnBrk="0" hangingPunct="1">
              <a:lnSpc>
                <a:spcPct val="100000"/>
              </a:lnSpc>
              <a:spcBef>
                <a:spcPts val="0"/>
              </a:spcBef>
              <a:spcAft>
                <a:spcPts val="0"/>
              </a:spcAft>
              <a:buClrTx/>
              <a:buSzTx/>
              <a:buFontTx/>
              <a:buChar char="-"/>
              <a:tabLst/>
              <a:defRPr/>
            </a:pPr>
            <a:endParaRPr lang="fr-FR" sz="2000" kern="1200">
              <a:solidFill>
                <a:srgbClr val="000000"/>
              </a:solidFill>
              <a:latin typeface="Calibri" panose="020F0502020204030204" pitchFamily="34" charset="0"/>
              <a:ea typeface="Geneva" pitchFamily="121" charset="-128"/>
              <a:cs typeface="+mn-cs"/>
            </a:endParaRPr>
          </a:p>
          <a:p>
            <a:pPr marL="100" marR="0" lvl="1" indent="0" algn="l" defTabSz="914199" rtl="0" eaLnBrk="1" fontAlgn="auto" latinLnBrk="0" hangingPunct="1">
              <a:lnSpc>
                <a:spcPct val="100000"/>
              </a:lnSpc>
              <a:spcBef>
                <a:spcPts val="0"/>
              </a:spcBef>
              <a:spcAft>
                <a:spcPts val="0"/>
              </a:spcAft>
              <a:buClrTx/>
              <a:buSzTx/>
              <a:buFontTx/>
              <a:buNone/>
              <a:tabLst/>
              <a:defRPr/>
            </a:pPr>
            <a:endParaRPr lang="fr-FR" sz="2000" kern="1200">
              <a:solidFill>
                <a:srgbClr val="000000"/>
              </a:solidFill>
              <a:latin typeface="Calibri" panose="020F0502020204030204" pitchFamily="34" charset="0"/>
              <a:ea typeface="Geneva" pitchFamily="121" charset="-128"/>
              <a:cs typeface="+mn-cs"/>
            </a:endParaRPr>
          </a:p>
        </p:txBody>
      </p:sp>
      <p:sp>
        <p:nvSpPr>
          <p:cNvPr id="53" name="ZoneTexte 52">
            <a:extLst>
              <a:ext uri="{FF2B5EF4-FFF2-40B4-BE49-F238E27FC236}">
                <a16:creationId xmlns:a16="http://schemas.microsoft.com/office/drawing/2014/main" id="{CFC55A7A-3055-223B-82BD-74309289C1FB}"/>
              </a:ext>
            </a:extLst>
          </p:cNvPr>
          <p:cNvSpPr txBox="1"/>
          <p:nvPr/>
        </p:nvSpPr>
        <p:spPr>
          <a:xfrm>
            <a:off x="12838037" y="8200743"/>
            <a:ext cx="4787252" cy="1696296"/>
          </a:xfrm>
          <a:prstGeom prst="rect">
            <a:avLst/>
          </a:prstGeom>
          <a:noFill/>
        </p:spPr>
        <p:txBody>
          <a:bodyPr wrap="square" rtlCol="0">
            <a:normAutofit fontScale="85000" lnSpcReduction="10000"/>
          </a:bodyPr>
          <a:lstStyle/>
          <a:p>
            <a:pPr marL="343000" marR="0" lvl="1" indent="-342900" algn="l" defTabSz="914400" rtl="0" eaLnBrk="1" fontAlgn="auto" latinLnBrk="0" hangingPunct="1">
              <a:lnSpc>
                <a:spcPct val="100000"/>
              </a:lnSpc>
              <a:spcBef>
                <a:spcPts val="0"/>
              </a:spcBef>
              <a:spcAft>
                <a:spcPts val="0"/>
              </a:spcAft>
              <a:buClrTx/>
              <a:buSzTx/>
              <a:buFontTx/>
              <a:buChar char="-"/>
              <a:tabLst/>
              <a:defRPr/>
            </a:pPr>
            <a:r>
              <a:rPr kumimoji="0" lang="fr-FR" sz="20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Résistance au changement liée à des habitudes </a:t>
            </a:r>
            <a:r>
              <a:rPr lang="fr-FR" sz="2000" kern="1200">
                <a:solidFill>
                  <a:srgbClr val="000000"/>
                </a:solidFill>
                <a:latin typeface="Calibri" panose="020F0502020204030204" pitchFamily="34" charset="0"/>
                <a:ea typeface="Geneva" pitchFamily="121" charset="-128"/>
                <a:cs typeface="+mn-cs"/>
              </a:rPr>
              <a:t>ancrées (managers, salariés et RH)</a:t>
            </a:r>
          </a:p>
          <a:p>
            <a:pPr marL="343000" marR="0" lvl="1" indent="-342900" algn="l" defTabSz="914400" rtl="0" eaLnBrk="1" fontAlgn="auto" latinLnBrk="0" hangingPunct="1">
              <a:lnSpc>
                <a:spcPct val="100000"/>
              </a:lnSpc>
              <a:spcBef>
                <a:spcPts val="0"/>
              </a:spcBef>
              <a:spcAft>
                <a:spcPts val="0"/>
              </a:spcAft>
              <a:buClrTx/>
              <a:buSzTx/>
              <a:buFontTx/>
              <a:buChar char="-"/>
              <a:tabLst/>
              <a:defRPr/>
            </a:pPr>
            <a:r>
              <a:rPr lang="fr-FR" sz="2000" kern="1200">
                <a:solidFill>
                  <a:srgbClr val="000000"/>
                </a:solidFill>
                <a:latin typeface="Calibri" panose="020F0502020204030204" pitchFamily="34" charset="0"/>
                <a:ea typeface="Geneva" pitchFamily="121" charset="-128"/>
                <a:cs typeface="+mn-cs"/>
              </a:rPr>
              <a:t>Visibilité des inégalités potentielles de traitement qui feront peut-être ressortir des revendications des salariés (Usages, …)</a:t>
            </a:r>
          </a:p>
          <a:p>
            <a:pPr marL="343000" lvl="1" indent="-342900" algn="l" defTabSz="914400" hangingPunct="1">
              <a:buFontTx/>
              <a:buChar char="-"/>
              <a:defRPr/>
            </a:pPr>
            <a:r>
              <a:rPr lang="fr-FR" sz="2000" kern="1200">
                <a:solidFill>
                  <a:srgbClr val="000000"/>
                </a:solidFill>
                <a:latin typeface="Calibri" panose="020F0502020204030204" pitchFamily="34" charset="0"/>
                <a:ea typeface="Geneva" pitchFamily="121" charset="-128"/>
                <a:cs typeface="+mn-cs"/>
              </a:rPr>
              <a:t>Gestion des accès et habilitations à surveiller </a:t>
            </a:r>
          </a:p>
          <a:p>
            <a:pPr marL="343000" marR="0" lvl="1" indent="-342900" algn="l" defTabSz="914400" rtl="0" eaLnBrk="1" fontAlgn="auto" latinLnBrk="0" hangingPunct="1">
              <a:lnSpc>
                <a:spcPct val="100000"/>
              </a:lnSpc>
              <a:spcBef>
                <a:spcPts val="0"/>
              </a:spcBef>
              <a:spcAft>
                <a:spcPts val="0"/>
              </a:spcAft>
              <a:buClrTx/>
              <a:buSzTx/>
              <a:buFontTx/>
              <a:buChar char="-"/>
              <a:tabLst/>
              <a:defRPr/>
            </a:pPr>
            <a:endParaRPr lang="fr-FR" sz="2000" kern="1200">
              <a:solidFill>
                <a:srgbClr val="000000"/>
              </a:solidFill>
              <a:latin typeface="Calibri" panose="020F0502020204030204" pitchFamily="34" charset="0"/>
              <a:ea typeface="Geneva" pitchFamily="121" charset="-128"/>
              <a:cs typeface="+mn-cs"/>
            </a:endParaRPr>
          </a:p>
          <a:p>
            <a:pPr marL="343000" marR="0" lvl="1" indent="-342900" algn="l" defTabSz="914400" rtl="0" eaLnBrk="1" fontAlgn="auto" latinLnBrk="0" hangingPunct="1">
              <a:lnSpc>
                <a:spcPct val="100000"/>
              </a:lnSpc>
              <a:spcBef>
                <a:spcPts val="0"/>
              </a:spcBef>
              <a:spcAft>
                <a:spcPts val="0"/>
              </a:spcAft>
              <a:buClrTx/>
              <a:buSzTx/>
              <a:buFontTx/>
              <a:buChar char="-"/>
              <a:tabLst/>
              <a:defRPr/>
            </a:pPr>
            <a:endParaRPr lang="fr-FR" sz="2000" kern="1200">
              <a:solidFill>
                <a:srgbClr val="000000"/>
              </a:solidFill>
              <a:latin typeface="Calibri" panose="020F0502020204030204" pitchFamily="34" charset="0"/>
              <a:ea typeface="Geneva" pitchFamily="121" charset="-128"/>
              <a:cs typeface="+mn-cs"/>
            </a:endParaRPr>
          </a:p>
          <a:p>
            <a:pPr marL="100" marR="0" lvl="1" indent="0" algn="l" defTabSz="914400" rtl="0" eaLnBrk="1" fontAlgn="auto" latinLnBrk="0" hangingPunct="1">
              <a:lnSpc>
                <a:spcPct val="100000"/>
              </a:lnSpc>
              <a:spcBef>
                <a:spcPts val="0"/>
              </a:spcBef>
              <a:spcAft>
                <a:spcPts val="0"/>
              </a:spcAft>
              <a:buClrTx/>
              <a:buSzTx/>
              <a:buFontTx/>
              <a:buNone/>
              <a:tabLst/>
              <a:defRPr/>
            </a:pPr>
            <a:endParaRPr kumimoji="0" lang="fr-FR" sz="1400" b="0" i="1" u="none" kern="1200" cap="none" spc="0" normalizeH="0" baseline="0" noProof="0">
              <a:ln>
                <a:noFill/>
              </a:ln>
              <a:solidFill>
                <a:srgbClr val="FF0000"/>
              </a:solidFill>
              <a:effectLst/>
              <a:uLnTx/>
              <a:uFillTx/>
              <a:latin typeface="Calibri" panose="020F0502020204030204" pitchFamily="34" charset="0"/>
              <a:ea typeface="Geneva" pitchFamily="121" charset="-128"/>
              <a:cs typeface="+mn-cs"/>
            </a:endParaRPr>
          </a:p>
        </p:txBody>
      </p:sp>
      <p:sp>
        <p:nvSpPr>
          <p:cNvPr id="54" name="ZoneTexte 53">
            <a:extLst>
              <a:ext uri="{FF2B5EF4-FFF2-40B4-BE49-F238E27FC236}">
                <a16:creationId xmlns:a16="http://schemas.microsoft.com/office/drawing/2014/main" id="{E67C673B-E4B2-5208-A755-B5EA6576A8DB}"/>
              </a:ext>
            </a:extLst>
          </p:cNvPr>
          <p:cNvSpPr txBox="1"/>
          <p:nvPr/>
        </p:nvSpPr>
        <p:spPr>
          <a:xfrm>
            <a:off x="17965006" y="8156470"/>
            <a:ext cx="4807587" cy="1270519"/>
          </a:xfrm>
          <a:prstGeom prst="rect">
            <a:avLst/>
          </a:prstGeom>
          <a:noFill/>
        </p:spPr>
        <p:txBody>
          <a:bodyPr wrap="square" rtlCol="0">
            <a:normAutofit lnSpcReduction="10000"/>
          </a:bodyPr>
          <a:lstStyle/>
          <a:p>
            <a:pPr marL="100" marR="0" lvl="1" indent="0" algn="l" defTabSz="914199" rtl="0" eaLnBrk="1" fontAlgn="auto" latinLnBrk="0" hangingPunct="1">
              <a:lnSpc>
                <a:spcPct val="100000"/>
              </a:lnSpc>
              <a:spcBef>
                <a:spcPts val="0"/>
              </a:spcBef>
              <a:spcAft>
                <a:spcPts val="0"/>
              </a:spcAft>
              <a:buClrTx/>
              <a:buSzTx/>
              <a:buFontTx/>
              <a:buNone/>
              <a:tabLst/>
              <a:defRPr/>
            </a:pPr>
            <a:r>
              <a:rPr lang="fr-FR" sz="2000" kern="1200">
                <a:solidFill>
                  <a:srgbClr val="000000"/>
                </a:solidFill>
                <a:latin typeface="Calibri" panose="020F0502020204030204" pitchFamily="34" charset="0"/>
                <a:ea typeface="Geneva" pitchFamily="121" charset="-128"/>
                <a:cs typeface="+mn-cs"/>
              </a:rPr>
              <a:t>- Certaines managers pourraient se sentir contraint par l’imposition d’un cadre juridique d’une méthodologie et d’un outil SIRH</a:t>
            </a:r>
          </a:p>
          <a:p>
            <a:pPr marL="100" marR="0" lvl="0" indent="0" algn="l"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endParaRPr>
          </a:p>
        </p:txBody>
      </p:sp>
      <p:sp>
        <p:nvSpPr>
          <p:cNvPr id="55" name="Rectangle 54">
            <a:extLst>
              <a:ext uri="{FF2B5EF4-FFF2-40B4-BE49-F238E27FC236}">
                <a16:creationId xmlns:a16="http://schemas.microsoft.com/office/drawing/2014/main" id="{16CB13C2-9820-D803-F612-311C744C6820}"/>
              </a:ext>
            </a:extLst>
          </p:cNvPr>
          <p:cNvSpPr/>
          <p:nvPr/>
        </p:nvSpPr>
        <p:spPr>
          <a:xfrm>
            <a:off x="13022596" y="5641565"/>
            <a:ext cx="4602693" cy="2045548"/>
          </a:xfrm>
          <a:prstGeom prst="rect">
            <a:avLst/>
          </a:prstGeom>
        </p:spPr>
        <p:txBody>
          <a:bodyPr wrap="square">
            <a:normAutofit/>
          </a:bodyPr>
          <a:lstStyle/>
          <a:p>
            <a:pPr marL="343000" lvl="1" indent="-342900" algn="l" defTabSz="914199" hangingPunct="1">
              <a:buFontTx/>
              <a:buChar char="-"/>
              <a:defRPr/>
            </a:pPr>
            <a:endParaRPr kumimoji="0" lang="fr-FR" sz="20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endParaRPr>
          </a:p>
        </p:txBody>
      </p:sp>
      <p:sp>
        <p:nvSpPr>
          <p:cNvPr id="56" name="Rectangle à coins arrondis 60">
            <a:extLst>
              <a:ext uri="{FF2B5EF4-FFF2-40B4-BE49-F238E27FC236}">
                <a16:creationId xmlns:a16="http://schemas.microsoft.com/office/drawing/2014/main" id="{EC59E727-8481-B3F3-A8BF-7F5B55558ED0}"/>
              </a:ext>
            </a:extLst>
          </p:cNvPr>
          <p:cNvSpPr/>
          <p:nvPr/>
        </p:nvSpPr>
        <p:spPr bwMode="auto">
          <a:xfrm>
            <a:off x="2496709" y="5409619"/>
            <a:ext cx="7872565" cy="4673076"/>
          </a:xfrm>
          <a:prstGeom prst="round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rm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endParaRPr>
          </a:p>
        </p:txBody>
      </p:sp>
      <p:cxnSp>
        <p:nvCxnSpPr>
          <p:cNvPr id="57" name="Connecteur droit avec flèche 56">
            <a:extLst>
              <a:ext uri="{FF2B5EF4-FFF2-40B4-BE49-F238E27FC236}">
                <a16:creationId xmlns:a16="http://schemas.microsoft.com/office/drawing/2014/main" id="{61F5E1CA-68D4-D27A-2CE6-FDDDA6246330}"/>
              </a:ext>
            </a:extLst>
          </p:cNvPr>
          <p:cNvCxnSpPr>
            <a:cxnSpLocks/>
            <a:stCxn id="56" idx="0"/>
            <a:endCxn id="56" idx="2"/>
          </p:cNvCxnSpPr>
          <p:nvPr/>
        </p:nvCxnSpPr>
        <p:spPr bwMode="auto">
          <a:xfrm>
            <a:off x="6432992" y="5409619"/>
            <a:ext cx="0" cy="4673076"/>
          </a:xfrm>
          <a:prstGeom prst="straightConnector1">
            <a:avLst/>
          </a:prstGeom>
          <a:solidFill>
            <a:schemeClr val="accent1"/>
          </a:solidFill>
          <a:ln w="9525" cap="flat" cmpd="sng" algn="ctr">
            <a:solidFill>
              <a:schemeClr val="bg1">
                <a:lumMod val="7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Connecteur droit avec flèche 57">
            <a:extLst>
              <a:ext uri="{FF2B5EF4-FFF2-40B4-BE49-F238E27FC236}">
                <a16:creationId xmlns:a16="http://schemas.microsoft.com/office/drawing/2014/main" id="{8BFCD4F1-18BC-5374-7592-83C6503498CF}"/>
              </a:ext>
            </a:extLst>
          </p:cNvPr>
          <p:cNvCxnSpPr>
            <a:cxnSpLocks/>
          </p:cNvCxnSpPr>
          <p:nvPr/>
        </p:nvCxnSpPr>
        <p:spPr bwMode="auto">
          <a:xfrm>
            <a:off x="2374137" y="7912084"/>
            <a:ext cx="7872565" cy="0"/>
          </a:xfrm>
          <a:prstGeom prst="straightConnector1">
            <a:avLst/>
          </a:prstGeom>
          <a:solidFill>
            <a:schemeClr val="accent1"/>
          </a:solidFill>
          <a:ln w="9525" cap="flat" cmpd="sng" algn="ctr">
            <a:solidFill>
              <a:schemeClr val="bg1">
                <a:lumMod val="75000"/>
              </a:schemeClr>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 name="Rectangle à coins arrondis 68">
            <a:extLst>
              <a:ext uri="{FF2B5EF4-FFF2-40B4-BE49-F238E27FC236}">
                <a16:creationId xmlns:a16="http://schemas.microsoft.com/office/drawing/2014/main" id="{03C165D6-E4E2-FD15-2020-722B66EC82C7}"/>
              </a:ext>
            </a:extLst>
          </p:cNvPr>
          <p:cNvSpPr/>
          <p:nvPr/>
        </p:nvSpPr>
        <p:spPr bwMode="auto">
          <a:xfrm>
            <a:off x="1716005" y="4854549"/>
            <a:ext cx="3063947" cy="507931"/>
          </a:xfrm>
          <a:prstGeom prst="roundRect">
            <a:avLst/>
          </a:prstGeom>
          <a:solidFill>
            <a:srgbClr val="00B0F0"/>
          </a:solidFill>
          <a:ln w="9525" cap="flat" cmpd="sng" algn="ctr">
            <a:noFill/>
            <a:prstDash val="solid"/>
            <a:round/>
            <a:headEnd type="none" w="med" len="med"/>
            <a:tailEnd type="none" w="med" len="med"/>
          </a:ln>
          <a:effectLst/>
        </p:spPr>
        <p:txBody>
          <a:bodyPr vert="horz" wrap="square" lIns="91440" tIns="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2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Organisation</a:t>
            </a:r>
          </a:p>
        </p:txBody>
      </p:sp>
      <p:sp>
        <p:nvSpPr>
          <p:cNvPr id="60" name="Rectangle à coins arrondis 69">
            <a:extLst>
              <a:ext uri="{FF2B5EF4-FFF2-40B4-BE49-F238E27FC236}">
                <a16:creationId xmlns:a16="http://schemas.microsoft.com/office/drawing/2014/main" id="{96138C87-A815-C2F3-04EA-C5AE4C4621D9}"/>
              </a:ext>
            </a:extLst>
          </p:cNvPr>
          <p:cNvSpPr/>
          <p:nvPr/>
        </p:nvSpPr>
        <p:spPr bwMode="auto">
          <a:xfrm>
            <a:off x="7710831" y="4762313"/>
            <a:ext cx="3063947" cy="507931"/>
          </a:xfrm>
          <a:prstGeom prst="roundRect">
            <a:avLst/>
          </a:prstGeom>
          <a:solidFill>
            <a:srgbClr val="00B0F0"/>
          </a:solidFill>
          <a:ln w="9525" cap="flat" cmpd="sng" algn="ctr">
            <a:noFill/>
            <a:prstDash val="solid"/>
            <a:round/>
            <a:headEnd type="none" w="med" len="med"/>
            <a:tailEnd type="none" w="med" len="med"/>
          </a:ln>
          <a:effectLst/>
        </p:spPr>
        <p:txBody>
          <a:bodyPr vert="horz" wrap="square" lIns="91440" tIns="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2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Processus</a:t>
            </a:r>
          </a:p>
        </p:txBody>
      </p:sp>
      <p:sp>
        <p:nvSpPr>
          <p:cNvPr id="61" name="Rectangle à coins arrondis 70">
            <a:extLst>
              <a:ext uri="{FF2B5EF4-FFF2-40B4-BE49-F238E27FC236}">
                <a16:creationId xmlns:a16="http://schemas.microsoft.com/office/drawing/2014/main" id="{103DE916-50B4-711B-9D57-65E1A8D89497}"/>
              </a:ext>
            </a:extLst>
          </p:cNvPr>
          <p:cNvSpPr/>
          <p:nvPr/>
        </p:nvSpPr>
        <p:spPr bwMode="auto">
          <a:xfrm>
            <a:off x="8200918" y="10099938"/>
            <a:ext cx="3063947" cy="507931"/>
          </a:xfrm>
          <a:prstGeom prst="roundRect">
            <a:avLst/>
          </a:prstGeom>
          <a:solidFill>
            <a:srgbClr val="00B0F0"/>
          </a:solidFill>
          <a:ln w="9525" cap="flat" cmpd="sng" algn="ctr">
            <a:noFill/>
            <a:prstDash val="solid"/>
            <a:round/>
            <a:headEnd type="none" w="med" len="med"/>
            <a:tailEnd type="none" w="med" len="med"/>
          </a:ln>
          <a:effectLst/>
        </p:spPr>
        <p:txBody>
          <a:bodyPr vert="horz" wrap="square" lIns="91440" tIns="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2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Compétences</a:t>
            </a:r>
          </a:p>
        </p:txBody>
      </p:sp>
      <p:sp>
        <p:nvSpPr>
          <p:cNvPr id="62" name="Rectangle à coins arrondis 71">
            <a:extLst>
              <a:ext uri="{FF2B5EF4-FFF2-40B4-BE49-F238E27FC236}">
                <a16:creationId xmlns:a16="http://schemas.microsoft.com/office/drawing/2014/main" id="{FE3A3966-37E9-8BA9-060E-A8AD484D8446}"/>
              </a:ext>
            </a:extLst>
          </p:cNvPr>
          <p:cNvSpPr/>
          <p:nvPr/>
        </p:nvSpPr>
        <p:spPr bwMode="auto">
          <a:xfrm>
            <a:off x="1716004" y="10197039"/>
            <a:ext cx="3063947" cy="507931"/>
          </a:xfrm>
          <a:prstGeom prst="roundRect">
            <a:avLst/>
          </a:prstGeom>
          <a:solidFill>
            <a:srgbClr val="00B0F0"/>
          </a:solidFill>
          <a:ln w="9525" cap="flat" cmpd="sng" algn="ctr">
            <a:noFill/>
            <a:prstDash val="solid"/>
            <a:round/>
            <a:headEnd type="none" w="med" len="med"/>
            <a:tailEnd type="none" w="med" len="med"/>
          </a:ln>
          <a:effectLst/>
        </p:spPr>
        <p:txBody>
          <a:bodyPr vert="horz" wrap="square" lIns="91440" tIns="0" rIns="91440" bIns="45720" numCol="1" rtlCol="0" anchor="t"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fr-FR" sz="2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rPr>
              <a:t>SI</a:t>
            </a:r>
          </a:p>
        </p:txBody>
      </p:sp>
      <p:sp>
        <p:nvSpPr>
          <p:cNvPr id="63" name="Rectangle à coins arrondis 72">
            <a:extLst>
              <a:ext uri="{FF2B5EF4-FFF2-40B4-BE49-F238E27FC236}">
                <a16:creationId xmlns:a16="http://schemas.microsoft.com/office/drawing/2014/main" id="{29321ABE-D19A-63EE-E572-FF6A871AC50B}"/>
              </a:ext>
            </a:extLst>
          </p:cNvPr>
          <p:cNvSpPr/>
          <p:nvPr/>
        </p:nvSpPr>
        <p:spPr bwMode="auto">
          <a:xfrm>
            <a:off x="929427" y="4279605"/>
            <a:ext cx="11240028" cy="6763870"/>
          </a:xfrm>
          <a:prstGeom prst="roundRect">
            <a:avLst/>
          </a:prstGeom>
          <a:noFill/>
          <a:ln w="12700" cap="flat" cmpd="sng" algn="ctr">
            <a:solidFill>
              <a:srgbClr val="007E5D"/>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norm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fr-FR" sz="1800" b="0" i="0" u="none" strike="noStrike" kern="1200" cap="none" spc="0" normalizeH="0" baseline="0" noProof="0">
              <a:ln>
                <a:noFill/>
              </a:ln>
              <a:solidFill>
                <a:srgbClr val="000000"/>
              </a:solidFill>
              <a:effectLst/>
              <a:uLnTx/>
              <a:uFillTx/>
              <a:latin typeface="Calibri" panose="020F0502020204030204" pitchFamily="34" charset="0"/>
              <a:ea typeface="Geneva" pitchFamily="121" charset="-128"/>
              <a:cs typeface="+mn-cs"/>
            </a:endParaRPr>
          </a:p>
        </p:txBody>
      </p:sp>
      <p:sp>
        <p:nvSpPr>
          <p:cNvPr id="64" name="ZoneTexte 63">
            <a:extLst>
              <a:ext uri="{FF2B5EF4-FFF2-40B4-BE49-F238E27FC236}">
                <a16:creationId xmlns:a16="http://schemas.microsoft.com/office/drawing/2014/main" id="{E419C344-B3C4-8455-9F6B-A9DA667E4E1C}"/>
              </a:ext>
            </a:extLst>
          </p:cNvPr>
          <p:cNvSpPr txBox="1"/>
          <p:nvPr/>
        </p:nvSpPr>
        <p:spPr>
          <a:xfrm>
            <a:off x="4243891" y="3304930"/>
            <a:ext cx="4611099" cy="960782"/>
          </a:xfrm>
          <a:prstGeom prst="roundRect">
            <a:avLst/>
          </a:prstGeom>
          <a:solidFill>
            <a:schemeClr val="bg1">
              <a:lumMod val="60000"/>
              <a:lumOff val="40000"/>
            </a:schemeClr>
          </a:solidFill>
          <a:ln w="25400" cap="flat" cmpd="sng" algn="ctr">
            <a:noFill/>
            <a:prstDash val="solid"/>
          </a:ln>
          <a:effectLst>
            <a:outerShdw blurRad="76200" dir="18900000" sy="23000" kx="-1200000" algn="bl" rotWithShape="0">
              <a:prstClr val="black">
                <a:alpha val="20000"/>
              </a:prstClr>
            </a:outerShdw>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defTabSz="914400" hangingPunct="1">
              <a:defRPr sz="3200" b="1" spc="-119">
                <a:solidFill>
                  <a:srgbClr val="FFFFFF"/>
                </a:solidFill>
                <a:latin typeface="Arial"/>
                <a:cs typeface="Arial"/>
              </a:defRPr>
            </a:lvl1pPr>
          </a:lstStyle>
          <a:p>
            <a:r>
              <a:rPr lang="fr-FR"/>
              <a:t>Leviers d’activation</a:t>
            </a:r>
          </a:p>
        </p:txBody>
      </p:sp>
      <p:sp>
        <p:nvSpPr>
          <p:cNvPr id="65" name="ZoneTexte 64">
            <a:extLst>
              <a:ext uri="{FF2B5EF4-FFF2-40B4-BE49-F238E27FC236}">
                <a16:creationId xmlns:a16="http://schemas.microsoft.com/office/drawing/2014/main" id="{D9EF013E-325B-EE26-FBD1-D36403505B98}"/>
              </a:ext>
            </a:extLst>
          </p:cNvPr>
          <p:cNvSpPr txBox="1"/>
          <p:nvPr/>
        </p:nvSpPr>
        <p:spPr>
          <a:xfrm>
            <a:off x="1186778" y="5528730"/>
            <a:ext cx="5061837" cy="2044848"/>
          </a:xfrm>
          <a:prstGeom prst="rect">
            <a:avLst/>
          </a:prstGeom>
          <a:noFill/>
        </p:spPr>
        <p:txBody>
          <a:bodyPr wrap="square" rtlCol="0">
            <a:noAutofit/>
          </a:bodyPr>
          <a:lstStyle/>
          <a:p>
            <a:pPr marL="0" marR="0" lvl="0" indent="0" algn="l" defTabSz="914199"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a:ln>
                  <a:noFill/>
                </a:ln>
                <a:solidFill>
                  <a:srgbClr val="000000"/>
                </a:solidFill>
                <a:effectLst/>
                <a:uLnTx/>
                <a:uFillTx/>
                <a:latin typeface="Frutiger LT Std 55 Roman"/>
                <a:cs typeface="+mn-cs"/>
              </a:rPr>
              <a:t>- Harmoniser les méthodes et outils de contrôle</a:t>
            </a:r>
          </a:p>
          <a:p>
            <a:pPr marL="342900" marR="0" lvl="0" indent="-342900" algn="l" defTabSz="91419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a:ln>
                  <a:noFill/>
                </a:ln>
                <a:solidFill>
                  <a:srgbClr val="000000"/>
                </a:solidFill>
                <a:effectLst/>
                <a:uLnTx/>
                <a:uFillTx/>
                <a:latin typeface="Frutiger LT Std 55 Roman"/>
                <a:cs typeface="+mn-cs"/>
              </a:rPr>
              <a:t>Mettre en place un workflow de validation</a:t>
            </a:r>
          </a:p>
          <a:p>
            <a:pPr marL="342900" marR="0" lvl="0" indent="-342900" algn="l" defTabSz="91419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2000" b="0" i="0" u="none" strike="noStrike" kern="1200" cap="none" spc="0" normalizeH="0" baseline="0" noProof="0">
                <a:ln>
                  <a:noFill/>
                </a:ln>
                <a:solidFill>
                  <a:srgbClr val="000000"/>
                </a:solidFill>
                <a:effectLst/>
                <a:uLnTx/>
                <a:uFillTx/>
                <a:latin typeface="Frutiger LT Std 55 Roman"/>
                <a:cs typeface="+mn-cs"/>
              </a:rPr>
              <a:t>Avoir des </a:t>
            </a:r>
            <a:r>
              <a:rPr lang="fr-FR" sz="2000" kern="1200">
                <a:solidFill>
                  <a:srgbClr val="000000"/>
                </a:solidFill>
                <a:latin typeface="Frutiger LT Std 55 Roman"/>
                <a:cs typeface="+mn-cs"/>
              </a:rPr>
              <a:t>requêtes sous Excell, pour analyse</a:t>
            </a:r>
          </a:p>
          <a:p>
            <a:pPr marL="342900" marR="0" lvl="0" indent="-342900" algn="l" defTabSz="914199"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2000" kern="1200">
                <a:solidFill>
                  <a:srgbClr val="000000"/>
                </a:solidFill>
                <a:latin typeface="Frutiger LT Std 55 Roman"/>
                <a:cs typeface="+mn-cs"/>
              </a:rPr>
              <a:t>Suppression des aller/retour et ressaisie de documents papier</a:t>
            </a:r>
            <a:endParaRPr kumimoji="0" lang="fr-FR" sz="2000" b="0" i="0" u="none" strike="noStrike" kern="1200" cap="none" spc="0" normalizeH="0" baseline="0" noProof="0">
              <a:ln>
                <a:noFill/>
              </a:ln>
              <a:solidFill>
                <a:srgbClr val="000000"/>
              </a:solidFill>
              <a:effectLst/>
              <a:uLnTx/>
              <a:uFillTx/>
              <a:latin typeface="Frutiger LT Std 55 Roman"/>
              <a:cs typeface="+mn-cs"/>
            </a:endParaRPr>
          </a:p>
        </p:txBody>
      </p:sp>
      <p:sp>
        <p:nvSpPr>
          <p:cNvPr id="66" name="ZoneTexte 65">
            <a:extLst>
              <a:ext uri="{FF2B5EF4-FFF2-40B4-BE49-F238E27FC236}">
                <a16:creationId xmlns:a16="http://schemas.microsoft.com/office/drawing/2014/main" id="{D5298760-761E-D68C-01DE-06AEE87704E3}"/>
              </a:ext>
            </a:extLst>
          </p:cNvPr>
          <p:cNvSpPr txBox="1"/>
          <p:nvPr/>
        </p:nvSpPr>
        <p:spPr>
          <a:xfrm>
            <a:off x="6823461" y="5337458"/>
            <a:ext cx="4734695" cy="1975434"/>
          </a:xfrm>
          <a:prstGeom prst="rect">
            <a:avLst/>
          </a:prstGeom>
          <a:noFill/>
        </p:spPr>
        <p:txBody>
          <a:bodyPr wrap="square" rtlCol="0">
            <a:noAutofit/>
          </a:bodyPr>
          <a:lstStyle/>
          <a:p>
            <a:pPr marL="285750" indent="-285750" algn="l" defTabSz="914199" hangingPunct="1">
              <a:buFont typeface="Arial" panose="020B0604020202020204" pitchFamily="34" charset="0"/>
              <a:buChar char="•"/>
              <a:defRPr/>
            </a:pPr>
            <a:r>
              <a:rPr lang="fr-FR" sz="2000" kern="1200">
                <a:solidFill>
                  <a:srgbClr val="000000"/>
                </a:solidFill>
                <a:latin typeface="Frutiger LT Std 55 Roman"/>
                <a:cs typeface="+mn-cs"/>
              </a:rPr>
              <a:t>Redistribuer les étapes et activités de contrôle</a:t>
            </a:r>
          </a:p>
          <a:p>
            <a:pPr marL="285750" indent="-285750" algn="l" defTabSz="914199" hangingPunct="1">
              <a:buFont typeface="Arial" panose="020B0604020202020204" pitchFamily="34" charset="0"/>
              <a:buChar char="•"/>
              <a:defRPr/>
            </a:pPr>
            <a:r>
              <a:rPr lang="fr-FR" sz="2000" kern="1200">
                <a:solidFill>
                  <a:srgbClr val="000000"/>
                </a:solidFill>
                <a:latin typeface="Frutiger LT Std 55 Roman"/>
                <a:cs typeface="+mn-cs"/>
              </a:rPr>
              <a:t>Moins de temps dédié pour la saisie des gestionnaires RH </a:t>
            </a:r>
          </a:p>
          <a:p>
            <a:pPr marL="285750" indent="-285750" algn="l" defTabSz="914199" hangingPunct="1">
              <a:buFont typeface="Arial" panose="020B0604020202020204" pitchFamily="34" charset="0"/>
              <a:buChar char="•"/>
              <a:defRPr/>
            </a:pPr>
            <a:r>
              <a:rPr lang="fr-FR" sz="2000" kern="1200">
                <a:solidFill>
                  <a:srgbClr val="000000"/>
                </a:solidFill>
                <a:latin typeface="Calibri" panose="020F0502020204030204" pitchFamily="34" charset="0"/>
                <a:ea typeface="Geneva" pitchFamily="121" charset="-128"/>
                <a:cs typeface="+mn-cs"/>
              </a:rPr>
              <a:t>Fiabilisation des données</a:t>
            </a:r>
            <a:endParaRPr lang="fr-FR" sz="2000" kern="1200">
              <a:solidFill>
                <a:srgbClr val="000000"/>
              </a:solidFill>
              <a:latin typeface="Frutiger LT Std 55 Roman"/>
              <a:cs typeface="+mn-cs"/>
            </a:endParaRPr>
          </a:p>
          <a:p>
            <a:pPr marL="285750" indent="-285750" algn="l" defTabSz="914199" hangingPunct="1">
              <a:buFont typeface="Arial" panose="020B0604020202020204" pitchFamily="34" charset="0"/>
              <a:buChar char="•"/>
              <a:defRPr/>
            </a:pPr>
            <a:r>
              <a:rPr lang="fr-FR" sz="2000" kern="1200">
                <a:solidFill>
                  <a:srgbClr val="000000"/>
                </a:solidFill>
                <a:latin typeface="Calibri" panose="020F0502020204030204" pitchFamily="34" charset="0"/>
                <a:ea typeface="Geneva" pitchFamily="121" charset="-128"/>
                <a:cs typeface="+mn-cs"/>
              </a:rPr>
              <a:t>Harmonisation des pratiques</a:t>
            </a:r>
          </a:p>
          <a:p>
            <a:pPr marL="285750" indent="-285750" algn="l" defTabSz="914199" hangingPunct="1">
              <a:buFont typeface="Arial" panose="020B0604020202020204" pitchFamily="34" charset="0"/>
              <a:buChar char="•"/>
              <a:defRPr/>
            </a:pPr>
            <a:endParaRPr lang="fr-FR" sz="2000" kern="1200">
              <a:solidFill>
                <a:srgbClr val="000000"/>
              </a:solidFill>
              <a:latin typeface="Frutiger LT Std 55 Roman"/>
              <a:cs typeface="+mn-cs"/>
            </a:endParaRPr>
          </a:p>
          <a:p>
            <a:pPr marL="285750" indent="-285750" algn="l" defTabSz="914199" hangingPunct="1">
              <a:buFont typeface="Arial" panose="020B0604020202020204" pitchFamily="34" charset="0"/>
              <a:buChar char="•"/>
              <a:defRPr/>
            </a:pPr>
            <a:endParaRPr lang="fr-FR" sz="2000" kern="1200">
              <a:solidFill>
                <a:srgbClr val="000000"/>
              </a:solidFill>
              <a:latin typeface="Frutiger LT Std 55 Roman"/>
              <a:cs typeface="+mn-cs"/>
            </a:endParaRPr>
          </a:p>
          <a:p>
            <a:pPr marL="285750" indent="-285750" algn="l" defTabSz="914199" hangingPunct="1">
              <a:buFont typeface="Arial" panose="020B0604020202020204" pitchFamily="34" charset="0"/>
              <a:buChar char="•"/>
              <a:defRPr/>
            </a:pPr>
            <a:endParaRPr lang="fr-FR" sz="2000" kern="1200">
              <a:solidFill>
                <a:srgbClr val="000000"/>
              </a:solidFill>
              <a:latin typeface="Frutiger LT Std 55 Roman"/>
              <a:cs typeface="+mn-cs"/>
            </a:endParaRPr>
          </a:p>
        </p:txBody>
      </p:sp>
      <p:sp>
        <p:nvSpPr>
          <p:cNvPr id="67" name="ZoneTexte 66">
            <a:extLst>
              <a:ext uri="{FF2B5EF4-FFF2-40B4-BE49-F238E27FC236}">
                <a16:creationId xmlns:a16="http://schemas.microsoft.com/office/drawing/2014/main" id="{02016352-672B-4B2A-A0DE-8C18B502E279}"/>
              </a:ext>
            </a:extLst>
          </p:cNvPr>
          <p:cNvSpPr txBox="1"/>
          <p:nvPr/>
        </p:nvSpPr>
        <p:spPr>
          <a:xfrm>
            <a:off x="1439641" y="8200743"/>
            <a:ext cx="4123664" cy="621960"/>
          </a:xfrm>
          <a:prstGeom prst="rect">
            <a:avLst/>
          </a:prstGeom>
          <a:noFill/>
        </p:spPr>
        <p:txBody>
          <a:bodyPr wrap="square" rtlCol="0">
            <a:normAutofit/>
          </a:bodyPr>
          <a:lstStyle/>
          <a:p>
            <a:pPr marL="0" marR="0" lvl="0" indent="0" algn="l" defTabSz="914199"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a:ln>
                  <a:noFill/>
                </a:ln>
                <a:solidFill>
                  <a:srgbClr val="000000"/>
                </a:solidFill>
                <a:effectLst/>
                <a:uLnTx/>
                <a:uFillTx/>
                <a:latin typeface="Frutiger LT Std 55 Roman"/>
                <a:cs typeface="+mn-cs"/>
              </a:rPr>
              <a:t>Se doter des outils adaptés</a:t>
            </a:r>
          </a:p>
        </p:txBody>
      </p:sp>
      <p:sp>
        <p:nvSpPr>
          <p:cNvPr id="68" name="ZoneTexte 67">
            <a:extLst>
              <a:ext uri="{FF2B5EF4-FFF2-40B4-BE49-F238E27FC236}">
                <a16:creationId xmlns:a16="http://schemas.microsoft.com/office/drawing/2014/main" id="{8B51E10A-A5EA-6195-5ED4-9FCFC9D709AD}"/>
              </a:ext>
            </a:extLst>
          </p:cNvPr>
          <p:cNvSpPr txBox="1"/>
          <p:nvPr/>
        </p:nvSpPr>
        <p:spPr>
          <a:xfrm>
            <a:off x="6816230" y="8012540"/>
            <a:ext cx="4393957" cy="1483680"/>
          </a:xfrm>
          <a:prstGeom prst="rect">
            <a:avLst/>
          </a:prstGeom>
          <a:noFill/>
        </p:spPr>
        <p:txBody>
          <a:bodyPr wrap="square" rtlCol="0">
            <a:normAutofit fontScale="32500" lnSpcReduction="20000"/>
          </a:bodyPr>
          <a:lstStyle/>
          <a:p>
            <a:pPr marL="285750" lvl="0" indent="-285750" algn="l" defTabSz="914199" eaLnBrk="1" hangingPunct="1">
              <a:lnSpc>
                <a:spcPct val="120000"/>
              </a:lnSpc>
              <a:buFont typeface="Arial" panose="020B0604020202020204" pitchFamily="34" charset="0"/>
              <a:buChar char="•"/>
              <a:defRPr/>
            </a:pPr>
            <a:r>
              <a:rPr lang="fr-FR" sz="5000" kern="1200">
                <a:solidFill>
                  <a:srgbClr val="000000"/>
                </a:solidFill>
                <a:latin typeface="Frutiger LT Std 55 Roman"/>
                <a:cs typeface="+mn-cs"/>
              </a:rPr>
              <a:t>Visibilité de l’état de la demande, et de la prise en charge de la demande,( Pour les managers, les salariés et le métier)</a:t>
            </a:r>
          </a:p>
          <a:p>
            <a:pPr marL="285750" lvl="0" indent="-285750" algn="l" defTabSz="914199" eaLnBrk="1" hangingPunct="1">
              <a:lnSpc>
                <a:spcPct val="120000"/>
              </a:lnSpc>
              <a:buFont typeface="Arial" panose="020B0604020202020204" pitchFamily="34" charset="0"/>
              <a:buChar char="•"/>
              <a:defRPr/>
            </a:pPr>
            <a:r>
              <a:rPr lang="fr-FR" sz="5000" kern="1200">
                <a:solidFill>
                  <a:srgbClr val="000000"/>
                </a:solidFill>
                <a:latin typeface="Frutiger LT Std 55 Roman"/>
                <a:cs typeface="+mn-cs"/>
              </a:rPr>
              <a:t>Pilotage en masse de tableaux de suivi d’indicateurs.</a:t>
            </a:r>
          </a:p>
          <a:p>
            <a:pPr marL="285750" lvl="0" indent="-285750" algn="l" defTabSz="914199" eaLnBrk="1" hangingPunct="1">
              <a:lnSpc>
                <a:spcPct val="120000"/>
              </a:lnSpc>
              <a:buFont typeface="Arial" panose="020B0604020202020204" pitchFamily="34" charset="0"/>
              <a:buChar char="•"/>
              <a:defRPr/>
            </a:pPr>
            <a:endParaRPr lang="fr-FR" sz="5000" kern="1200">
              <a:solidFill>
                <a:srgbClr val="000000"/>
              </a:solidFill>
              <a:latin typeface="Frutiger LT Std 55 Roman"/>
              <a:cs typeface="+mn-cs"/>
            </a:endParaRPr>
          </a:p>
          <a:p>
            <a:pPr marL="0" marR="0" lvl="0" indent="0" algn="l" defTabSz="914199" rtl="0" eaLnBrk="1" fontAlgn="auto" latinLnBrk="0" hangingPunct="1">
              <a:lnSpc>
                <a:spcPct val="100000"/>
              </a:lnSpc>
              <a:spcBef>
                <a:spcPts val="0"/>
              </a:spcBef>
              <a:spcAft>
                <a:spcPts val="0"/>
              </a:spcAft>
              <a:buClrTx/>
              <a:buSzTx/>
              <a:buFontTx/>
              <a:buNone/>
              <a:tabLst/>
              <a:defRPr/>
            </a:pPr>
            <a:endParaRPr kumimoji="0" lang="fr-FR" sz="2000" b="0" i="0" u="none" strike="noStrike" kern="1200" cap="none" spc="0" normalizeH="0" baseline="0" noProof="0">
              <a:ln>
                <a:noFill/>
              </a:ln>
              <a:solidFill>
                <a:srgbClr val="FF0000"/>
              </a:solidFill>
              <a:effectLst/>
              <a:uLnTx/>
              <a:uFillTx/>
              <a:latin typeface="Frutiger LT Std 55 Roman"/>
              <a:cs typeface="+mn-cs"/>
            </a:endParaRPr>
          </a:p>
        </p:txBody>
      </p:sp>
      <p:sp>
        <p:nvSpPr>
          <p:cNvPr id="6" name="ZoneTexte 5">
            <a:extLst>
              <a:ext uri="{FF2B5EF4-FFF2-40B4-BE49-F238E27FC236}">
                <a16:creationId xmlns:a16="http://schemas.microsoft.com/office/drawing/2014/main" id="{FB079483-2176-66A9-67C6-B5165F55FBFE}"/>
              </a:ext>
            </a:extLst>
          </p:cNvPr>
          <p:cNvSpPr txBox="1"/>
          <p:nvPr/>
        </p:nvSpPr>
        <p:spPr>
          <a:xfrm>
            <a:off x="1627112" y="2682531"/>
            <a:ext cx="23114568"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just" defTabSz="2438337" rtl="0" fontAlgn="auto" latinLnBrk="0" hangingPunct="0">
              <a:lnSpc>
                <a:spcPct val="100000"/>
              </a:lnSpc>
              <a:spcBef>
                <a:spcPts val="0"/>
              </a:spcBef>
              <a:spcAft>
                <a:spcPts val="0"/>
              </a:spcAft>
              <a:buClrTx/>
              <a:buSzTx/>
              <a:buFontTx/>
              <a:buNone/>
              <a:tabLst/>
            </a:pPr>
            <a:r>
              <a:rPr kumimoji="0" lang="fr-FR" sz="1600" b="0" i="0" u="none" strike="noStrike" cap="none" spc="0" normalizeH="0" baseline="0">
                <a:ln>
                  <a:noFill/>
                </a:ln>
                <a:solidFill>
                  <a:srgbClr val="000000"/>
                </a:solidFill>
                <a:effectLst/>
                <a:uFillTx/>
                <a:latin typeface="+mj-lt"/>
                <a:ea typeface="+mj-ea"/>
                <a:cs typeface="+mj-cs"/>
                <a:sym typeface="Helvetica Neue"/>
              </a:rPr>
              <a:t>SWOT : Strengths Weaknesses Opportunities Threats [FFOM: Forces Faiblesse Opportunités Menaces]</a:t>
            </a:r>
          </a:p>
          <a:p>
            <a:pPr marL="0" marR="0" indent="0" algn="just" defTabSz="2438337" rtl="0" fontAlgn="auto" latinLnBrk="0" hangingPunct="0">
              <a:lnSpc>
                <a:spcPct val="100000"/>
              </a:lnSpc>
              <a:spcBef>
                <a:spcPts val="0"/>
              </a:spcBef>
              <a:spcAft>
                <a:spcPts val="0"/>
              </a:spcAft>
              <a:buClrTx/>
              <a:buSzTx/>
              <a:buFontTx/>
              <a:buNone/>
              <a:tabLst/>
            </a:pPr>
            <a:r>
              <a:rPr lang="fr-FR" sz="1600">
                <a:solidFill>
                  <a:srgbClr val="000000"/>
                </a:solidFill>
              </a:rPr>
              <a:t>Cette méthode d’analyse permet d’évaluer la capacité de la GAP à répondre aux évolutions de son environnement. Ceci permettra de cerner les problèmes et mettre en évidence les priorités</a:t>
            </a:r>
            <a:endParaRPr kumimoji="0" lang="fr-FR" sz="1600" b="0" i="0" u="none" strike="noStrike" cap="none" spc="0" normalizeH="0" baseline="0">
              <a:ln>
                <a:noFill/>
              </a:ln>
              <a:solidFill>
                <a:srgbClr val="000000"/>
              </a:solidFill>
              <a:effectLst/>
              <a:uFillTx/>
              <a:latin typeface="+mj-lt"/>
              <a:ea typeface="+mj-ea"/>
              <a:cs typeface="+mj-cs"/>
              <a:sym typeface="Helvetica Neue"/>
            </a:endParaRPr>
          </a:p>
        </p:txBody>
      </p:sp>
      <p:sp>
        <p:nvSpPr>
          <p:cNvPr id="10" name="ZoneTexte 9">
            <a:extLst>
              <a:ext uri="{FF2B5EF4-FFF2-40B4-BE49-F238E27FC236}">
                <a16:creationId xmlns:a16="http://schemas.microsoft.com/office/drawing/2014/main" id="{F14F8B54-4164-CD6A-577D-87E7D4B58EE2}"/>
              </a:ext>
            </a:extLst>
          </p:cNvPr>
          <p:cNvSpPr txBox="1"/>
          <p:nvPr/>
        </p:nvSpPr>
        <p:spPr>
          <a:xfrm>
            <a:off x="23676675" y="12834664"/>
            <a:ext cx="707325"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fld id="{86CB4B4D-7CA3-9044-876B-883B54F8677D}" type="slidenum">
              <a:rPr lang="fr-FR" sz="1800">
                <a:solidFill>
                  <a:srgbClr val="FFFFFF"/>
                </a:solidFill>
                <a:latin typeface="Arial"/>
                <a:cs typeface="Arial"/>
                <a:sym typeface="Arial"/>
              </a:rPr>
              <a:pPr/>
              <a:t>14</a:t>
            </a:fld>
            <a:endParaRPr lang="fr-FR" sz="1800">
              <a:solidFill>
                <a:srgbClr val="FFFFFF"/>
              </a:solidFill>
              <a:latin typeface="Arial"/>
              <a:cs typeface="Arial"/>
              <a:sym typeface="Arial"/>
            </a:endParaRPr>
          </a:p>
        </p:txBody>
      </p:sp>
      <p:sp>
        <p:nvSpPr>
          <p:cNvPr id="14" name="ZoneTexte 13">
            <a:extLst>
              <a:ext uri="{FF2B5EF4-FFF2-40B4-BE49-F238E27FC236}">
                <a16:creationId xmlns:a16="http://schemas.microsoft.com/office/drawing/2014/main" id="{07CEFFEE-D08A-1704-E3E7-7E9361720140}"/>
              </a:ext>
            </a:extLst>
          </p:cNvPr>
          <p:cNvSpPr txBox="1"/>
          <p:nvPr/>
        </p:nvSpPr>
        <p:spPr>
          <a:xfrm>
            <a:off x="1182261" y="7450923"/>
            <a:ext cx="4860262"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R="0" lvl="0" defTabSz="914199" rtl="0" eaLnBrk="1" fontAlgn="auto" latinLnBrk="0" hangingPunct="1">
              <a:lnSpc>
                <a:spcPct val="100000"/>
              </a:lnSpc>
              <a:spcBef>
                <a:spcPts val="0"/>
              </a:spcBef>
              <a:spcAft>
                <a:spcPts val="0"/>
              </a:spcAft>
              <a:buClrTx/>
              <a:buSzTx/>
              <a:tabLst/>
              <a:defRPr/>
            </a:pPr>
            <a:r>
              <a:rPr kumimoji="0" lang="fr-FR" sz="2400" b="0" i="0" u="none" strike="noStrike" kern="1200" cap="none" spc="0" normalizeH="0" baseline="0" noProof="0">
                <a:ln>
                  <a:noFill/>
                </a:ln>
                <a:solidFill>
                  <a:srgbClr val="000000"/>
                </a:solidFill>
                <a:effectLst/>
                <a:uLnTx/>
                <a:uFillTx/>
                <a:latin typeface="Frutiger LT Std 55 Roman"/>
                <a:cs typeface="+mn-cs"/>
              </a:rPr>
              <a:t>Gain élevé  / Complexité moyenne</a:t>
            </a:r>
          </a:p>
        </p:txBody>
      </p:sp>
      <p:sp>
        <p:nvSpPr>
          <p:cNvPr id="17" name="ZoneTexte 16">
            <a:extLst>
              <a:ext uri="{FF2B5EF4-FFF2-40B4-BE49-F238E27FC236}">
                <a16:creationId xmlns:a16="http://schemas.microsoft.com/office/drawing/2014/main" id="{437962A3-9F53-6AEF-99FA-4CC6B7002756}"/>
              </a:ext>
            </a:extLst>
          </p:cNvPr>
          <p:cNvSpPr txBox="1"/>
          <p:nvPr/>
        </p:nvSpPr>
        <p:spPr>
          <a:xfrm>
            <a:off x="1246784" y="9276655"/>
            <a:ext cx="4860262"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R="0" lvl="0" defTabSz="914199" rtl="0" eaLnBrk="1" fontAlgn="auto" latinLnBrk="0" hangingPunct="1">
              <a:lnSpc>
                <a:spcPct val="100000"/>
              </a:lnSpc>
              <a:spcBef>
                <a:spcPts val="0"/>
              </a:spcBef>
              <a:spcAft>
                <a:spcPts val="0"/>
              </a:spcAft>
              <a:buClrTx/>
              <a:buSzTx/>
              <a:tabLst/>
              <a:defRPr/>
            </a:pPr>
            <a:r>
              <a:rPr kumimoji="0" lang="fr-FR" sz="2400" b="0" i="0" u="none" strike="noStrike" kern="1200" cap="none" spc="0" normalizeH="0" baseline="0" noProof="0">
                <a:ln>
                  <a:noFill/>
                </a:ln>
                <a:solidFill>
                  <a:srgbClr val="000000"/>
                </a:solidFill>
                <a:effectLst/>
                <a:uLnTx/>
                <a:uFillTx/>
                <a:latin typeface="Frutiger LT Std 55 Roman"/>
                <a:cs typeface="+mn-cs"/>
              </a:rPr>
              <a:t>Gain élevé  / Complexité élevée</a:t>
            </a:r>
          </a:p>
        </p:txBody>
      </p:sp>
      <p:sp>
        <p:nvSpPr>
          <p:cNvPr id="18" name="ZoneTexte 17">
            <a:extLst>
              <a:ext uri="{FF2B5EF4-FFF2-40B4-BE49-F238E27FC236}">
                <a16:creationId xmlns:a16="http://schemas.microsoft.com/office/drawing/2014/main" id="{5E053EBC-EDD9-D6DF-0176-B610FB1532D0}"/>
              </a:ext>
            </a:extLst>
          </p:cNvPr>
          <p:cNvSpPr txBox="1"/>
          <p:nvPr/>
        </p:nvSpPr>
        <p:spPr>
          <a:xfrm>
            <a:off x="6703659" y="7330135"/>
            <a:ext cx="4860262"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R="0" lvl="0" defTabSz="914199" rtl="0" eaLnBrk="1" fontAlgn="auto" latinLnBrk="0" hangingPunct="1">
              <a:lnSpc>
                <a:spcPct val="100000"/>
              </a:lnSpc>
              <a:spcBef>
                <a:spcPts val="0"/>
              </a:spcBef>
              <a:spcAft>
                <a:spcPts val="0"/>
              </a:spcAft>
              <a:buClrTx/>
              <a:buSzTx/>
              <a:tabLst/>
              <a:defRPr/>
            </a:pPr>
            <a:r>
              <a:rPr kumimoji="0" lang="fr-FR" sz="2400" b="0" i="0" u="none" strike="noStrike" kern="1200" cap="none" spc="0" normalizeH="0" baseline="0" noProof="0">
                <a:ln>
                  <a:noFill/>
                </a:ln>
                <a:solidFill>
                  <a:srgbClr val="000000"/>
                </a:solidFill>
                <a:effectLst/>
                <a:uLnTx/>
                <a:uFillTx/>
                <a:latin typeface="Frutiger LT Std 55 Roman"/>
                <a:cs typeface="+mn-cs"/>
              </a:rPr>
              <a:t>Gain élevé  / Complexité moyenne</a:t>
            </a:r>
          </a:p>
        </p:txBody>
      </p:sp>
      <p:sp>
        <p:nvSpPr>
          <p:cNvPr id="20" name="ZoneTexte 19">
            <a:extLst>
              <a:ext uri="{FF2B5EF4-FFF2-40B4-BE49-F238E27FC236}">
                <a16:creationId xmlns:a16="http://schemas.microsoft.com/office/drawing/2014/main" id="{93DD6260-1172-8F1A-D68B-1CCFAE356212}"/>
              </a:ext>
            </a:extLst>
          </p:cNvPr>
          <p:cNvSpPr txBox="1"/>
          <p:nvPr/>
        </p:nvSpPr>
        <p:spPr>
          <a:xfrm>
            <a:off x="7421874" y="9636695"/>
            <a:ext cx="3148374"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R="0" lvl="0" defTabSz="914199" rtl="0" eaLnBrk="1" fontAlgn="auto" latinLnBrk="0" hangingPunct="1">
              <a:lnSpc>
                <a:spcPct val="100000"/>
              </a:lnSpc>
              <a:spcBef>
                <a:spcPts val="0"/>
              </a:spcBef>
              <a:spcAft>
                <a:spcPts val="0"/>
              </a:spcAft>
              <a:buClrTx/>
              <a:buSzTx/>
              <a:tabLst/>
              <a:defRPr/>
            </a:pPr>
            <a:r>
              <a:rPr kumimoji="0" lang="fr-FR" sz="2400" b="0" i="0" u="none" strike="noStrike" kern="1200" cap="none" spc="0" normalizeH="0" baseline="0" noProof="0">
                <a:ln>
                  <a:noFill/>
                </a:ln>
                <a:solidFill>
                  <a:srgbClr val="000000"/>
                </a:solidFill>
                <a:effectLst/>
                <a:uLnTx/>
                <a:uFillTx/>
                <a:latin typeface="Frutiger LT Std 55 Roman"/>
                <a:cs typeface="+mn-cs"/>
              </a:rPr>
              <a:t>Complexité moyenne</a:t>
            </a:r>
          </a:p>
        </p:txBody>
      </p:sp>
      <p:sp>
        <p:nvSpPr>
          <p:cNvPr id="21" name="ZoneTexte 20">
            <a:extLst>
              <a:ext uri="{FF2B5EF4-FFF2-40B4-BE49-F238E27FC236}">
                <a16:creationId xmlns:a16="http://schemas.microsoft.com/office/drawing/2014/main" id="{774F6756-7DB8-652F-0BA0-DF2653C90E14}"/>
              </a:ext>
            </a:extLst>
          </p:cNvPr>
          <p:cNvSpPr txBox="1"/>
          <p:nvPr/>
        </p:nvSpPr>
        <p:spPr>
          <a:xfrm>
            <a:off x="13144587" y="5201816"/>
            <a:ext cx="4392390" cy="2543056"/>
          </a:xfrm>
          <a:prstGeom prst="rect">
            <a:avLst/>
          </a:prstGeom>
          <a:noFill/>
        </p:spPr>
        <p:txBody>
          <a:bodyPr wrap="square" rtlCol="0">
            <a:noAutofit/>
          </a:bodyPr>
          <a:lstStyle/>
          <a:p>
            <a:pPr marL="342900" marR="0" lvl="0" indent="-342900" algn="l" defTabSz="914199" rtl="0" eaLnBrk="1" fontAlgn="auto" latinLnBrk="0" hangingPunct="1">
              <a:lnSpc>
                <a:spcPct val="100000"/>
              </a:lnSpc>
              <a:spcBef>
                <a:spcPts val="0"/>
              </a:spcBef>
              <a:spcAft>
                <a:spcPts val="0"/>
              </a:spcAft>
              <a:buClrTx/>
              <a:buSzTx/>
              <a:buFontTx/>
              <a:buChar char="-"/>
              <a:tabLst/>
              <a:defRPr/>
            </a:pPr>
            <a:r>
              <a:rPr kumimoji="0" lang="fr-FR" sz="1800" b="1" i="0" u="none" strike="noStrike" kern="1200" cap="none" spc="0" normalizeH="0" baseline="0" noProof="0">
                <a:ln>
                  <a:noFill/>
                </a:ln>
                <a:solidFill>
                  <a:srgbClr val="000000"/>
                </a:solidFill>
                <a:effectLst/>
                <a:uLnTx/>
                <a:uFillTx/>
                <a:latin typeface="Frutiger LT Std 55 Roman"/>
                <a:cs typeface="+mn-cs"/>
              </a:rPr>
              <a:t>Respect de l’environnement par la suppression des </a:t>
            </a:r>
            <a:r>
              <a:rPr lang="fr-FR" sz="1800" b="1" kern="1200">
                <a:solidFill>
                  <a:srgbClr val="000000"/>
                </a:solidFill>
                <a:latin typeface="Frutiger LT Std 55 Roman"/>
                <a:cs typeface="+mn-cs"/>
              </a:rPr>
              <a:t>documents papier</a:t>
            </a:r>
          </a:p>
          <a:p>
            <a:pPr marL="342900" marR="0" lvl="0" indent="-342900" algn="l" defTabSz="914199" rtl="0" eaLnBrk="1" fontAlgn="auto" latinLnBrk="0" hangingPunct="1">
              <a:lnSpc>
                <a:spcPct val="100000"/>
              </a:lnSpc>
              <a:spcBef>
                <a:spcPts val="0"/>
              </a:spcBef>
              <a:spcAft>
                <a:spcPts val="0"/>
              </a:spcAft>
              <a:buClrTx/>
              <a:buSzTx/>
              <a:buFontTx/>
              <a:buChar char="-"/>
              <a:tabLst/>
              <a:defRPr/>
            </a:pPr>
            <a:r>
              <a:rPr kumimoji="0" lang="fr-FR" sz="1800" b="1" i="0" u="none" strike="noStrike" kern="1200" cap="none" spc="0" normalizeH="0" baseline="0" noProof="0">
                <a:ln>
                  <a:noFill/>
                </a:ln>
                <a:solidFill>
                  <a:srgbClr val="000000"/>
                </a:solidFill>
                <a:effectLst/>
                <a:uLnTx/>
                <a:uFillTx/>
                <a:latin typeface="Frutiger LT Std 55 Roman"/>
                <a:cs typeface="+mn-cs"/>
              </a:rPr>
              <a:t>Fiabilisation des données personnelles (</a:t>
            </a:r>
            <a:r>
              <a:rPr lang="fr-FR" sz="1800" b="1" kern="1200">
                <a:solidFill>
                  <a:srgbClr val="000000"/>
                </a:solidFill>
                <a:latin typeface="Frutiger LT Std 55 Roman"/>
                <a:cs typeface="+mn-cs"/>
              </a:rPr>
              <a:t>Respect du RGPD) -Suppression des transmissions par mails.</a:t>
            </a:r>
          </a:p>
          <a:p>
            <a:pPr marL="342900" indent="-342900" algn="l" defTabSz="914199" hangingPunct="1">
              <a:buFontTx/>
              <a:buChar char="-"/>
              <a:defRPr/>
            </a:pPr>
            <a:r>
              <a:rPr lang="fr-FR" sz="1800" b="1" kern="1200">
                <a:solidFill>
                  <a:srgbClr val="000000"/>
                </a:solidFill>
                <a:latin typeface="Calibri" panose="020F0502020204030204" pitchFamily="34" charset="0"/>
                <a:ea typeface="Geneva" pitchFamily="121" charset="-128"/>
                <a:cs typeface="+mn-cs"/>
              </a:rPr>
              <a:t>Historisation / Archivages des données</a:t>
            </a:r>
          </a:p>
          <a:p>
            <a:pPr marL="342900" indent="-342900" algn="l" defTabSz="914199" hangingPunct="1">
              <a:buFontTx/>
              <a:buChar char="-"/>
              <a:defRPr/>
            </a:pPr>
            <a:r>
              <a:rPr lang="fr-FR" sz="1800" b="1" kern="1200">
                <a:solidFill>
                  <a:srgbClr val="000000"/>
                </a:solidFill>
                <a:latin typeface="Calibri" panose="020F0502020204030204" pitchFamily="34" charset="0"/>
                <a:ea typeface="Geneva" pitchFamily="121" charset="-128"/>
                <a:cs typeface="+mn-cs"/>
              </a:rPr>
              <a:t>Levier de progrès pour tous les utilisateurs ( gain de temps, et visibilité</a:t>
            </a:r>
          </a:p>
          <a:p>
            <a:pPr marL="342900" indent="-342900" algn="l" defTabSz="914199" hangingPunct="1">
              <a:buFontTx/>
              <a:buChar char="-"/>
              <a:defRPr/>
            </a:pPr>
            <a:endParaRPr lang="fr-FR" sz="2000" kern="1200">
              <a:solidFill>
                <a:srgbClr val="000000"/>
              </a:solidFill>
              <a:latin typeface="Calibri" panose="020F0502020204030204" pitchFamily="34" charset="0"/>
              <a:ea typeface="Geneva" pitchFamily="121" charset="-128"/>
              <a:cs typeface="+mn-cs"/>
            </a:endParaRPr>
          </a:p>
          <a:p>
            <a:pPr marL="342900" marR="0" lvl="0" indent="-342900" algn="l" defTabSz="914199" rtl="0" eaLnBrk="1" fontAlgn="auto" latinLnBrk="0" hangingPunct="1">
              <a:lnSpc>
                <a:spcPct val="100000"/>
              </a:lnSpc>
              <a:spcBef>
                <a:spcPts val="0"/>
              </a:spcBef>
              <a:spcAft>
                <a:spcPts val="0"/>
              </a:spcAft>
              <a:buClrTx/>
              <a:buSzTx/>
              <a:buFontTx/>
              <a:buChar char="-"/>
              <a:tabLst/>
              <a:defRPr/>
            </a:pPr>
            <a:endParaRPr kumimoji="0" lang="fr-FR" sz="2000" b="0" i="0" u="none" strike="noStrike" kern="1200" cap="none" spc="0" normalizeH="0" baseline="0" noProof="0">
              <a:ln>
                <a:noFill/>
              </a:ln>
              <a:solidFill>
                <a:srgbClr val="000000"/>
              </a:solidFill>
              <a:effectLst/>
              <a:uLnTx/>
              <a:uFillTx/>
              <a:latin typeface="Frutiger LT Std 55 Roman"/>
              <a:cs typeface="+mn-cs"/>
            </a:endParaRPr>
          </a:p>
        </p:txBody>
      </p:sp>
    </p:spTree>
    <p:extLst>
      <p:ext uri="{BB962C8B-B14F-4D97-AF65-F5344CB8AC3E}">
        <p14:creationId xmlns:p14="http://schemas.microsoft.com/office/powerpoint/2010/main" val="3358223835"/>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7C477-1AED-EA4C-9F99-3557B77E6F8A}"/>
              </a:ext>
            </a:extLst>
          </p:cNvPr>
          <p:cNvSpPr>
            <a:spLocks noGrp="1"/>
          </p:cNvSpPr>
          <p:nvPr>
            <p:ph type="title"/>
          </p:nvPr>
        </p:nvSpPr>
        <p:spPr>
          <a:xfrm>
            <a:off x="382688" y="4533900"/>
            <a:ext cx="18074008" cy="4648200"/>
          </a:xfrm>
        </p:spPr>
        <p:txBody>
          <a:bodyPr>
            <a:normAutofit/>
          </a:bodyPr>
          <a:lstStyle/>
          <a:p>
            <a:pPr marL="0" marR="0" indent="0" algn="just" defTabSz="2438337" rtl="0" fontAlgn="auto" latinLnBrk="0" hangingPunct="0">
              <a:lnSpc>
                <a:spcPct val="100000"/>
              </a:lnSpc>
              <a:spcBef>
                <a:spcPts val="0"/>
              </a:spcBef>
              <a:spcAft>
                <a:spcPts val="0"/>
              </a:spcAft>
              <a:buClrTx/>
              <a:buSzTx/>
              <a:buFontTx/>
              <a:buNone/>
              <a:tabLst/>
            </a:pPr>
            <a:r>
              <a:rPr lang="fr-FR"/>
              <a:t>7 – Feuille de route du projet</a:t>
            </a:r>
          </a:p>
        </p:txBody>
      </p:sp>
      <p:sp>
        <p:nvSpPr>
          <p:cNvPr id="35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15</a:t>
            </a:fld>
            <a:endParaRPr/>
          </a:p>
        </p:txBody>
      </p:sp>
    </p:spTree>
    <p:extLst>
      <p:ext uri="{BB962C8B-B14F-4D97-AF65-F5344CB8AC3E}">
        <p14:creationId xmlns:p14="http://schemas.microsoft.com/office/powerpoint/2010/main" val="329123761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FCE76C9D-AA69-3F4C-BE51-498E4A78A323}"/>
              </a:ext>
            </a:extLst>
          </p:cNvPr>
          <p:cNvSpPr>
            <a:spLocks noGrp="1"/>
          </p:cNvSpPr>
          <p:nvPr>
            <p:ph type="body" sz="quarter" idx="21"/>
          </p:nvPr>
        </p:nvSpPr>
        <p:spPr>
          <a:xfrm>
            <a:off x="886882" y="2272328"/>
            <a:ext cx="20388792" cy="841256"/>
          </a:xfrm>
        </p:spPr>
        <p:txBody>
          <a:bodyPr/>
          <a:lstStyle/>
          <a:p>
            <a:r>
              <a:rPr lang="fr-FR"/>
              <a:t>7 – Feuille de route du projet</a:t>
            </a:r>
            <a:endParaRPr lang="en-GB"/>
          </a:p>
        </p:txBody>
      </p:sp>
      <p:sp>
        <p:nvSpPr>
          <p:cNvPr id="2" name="ZoneTexte 1">
            <a:extLst>
              <a:ext uri="{FF2B5EF4-FFF2-40B4-BE49-F238E27FC236}">
                <a16:creationId xmlns:a16="http://schemas.microsoft.com/office/drawing/2014/main" id="{AA4F0931-3166-00E2-CF37-51B96F9AE618}"/>
              </a:ext>
            </a:extLst>
          </p:cNvPr>
          <p:cNvSpPr txBox="1"/>
          <p:nvPr/>
        </p:nvSpPr>
        <p:spPr>
          <a:xfrm>
            <a:off x="506487" y="3401614"/>
            <a:ext cx="16870089" cy="9292352"/>
          </a:xfrm>
          <a:prstGeom prst="rect">
            <a:avLst/>
          </a:prstGeom>
          <a:noFill/>
        </p:spPr>
        <p:txBody>
          <a:bodyPr wrap="square" rtlCol="0">
            <a:spAutoFit/>
          </a:bodyPr>
          <a:lstStyle/>
          <a:p>
            <a:pPr lvl="0" algn="just">
              <a:lnSpc>
                <a:spcPct val="107000"/>
              </a:lnSpc>
            </a:pPr>
            <a:r>
              <a:rPr lang="fr-FR" sz="2800" b="1" kern="1200">
                <a:solidFill>
                  <a:srgbClr val="232323"/>
                </a:solidFill>
                <a:latin typeface="Calibri"/>
                <a:ea typeface="+mn-ea"/>
                <a:cs typeface="+mn-cs"/>
              </a:rPr>
              <a:t>L’objectif est de mettre en place un outil de gestion des astreintes et HS/HC afin de :</a:t>
            </a:r>
          </a:p>
          <a:p>
            <a:pPr marL="342900" lvl="0" indent="-342900" algn="just">
              <a:lnSpc>
                <a:spcPct val="107000"/>
              </a:lnSpc>
              <a:buFont typeface="Wingdings" panose="05000000000000000000" pitchFamily="2" charset="2"/>
              <a:buChar char=""/>
            </a:pPr>
            <a:endParaRPr lang="fr-FR" sz="2800" kern="1200">
              <a:solidFill>
                <a:srgbClr val="232323"/>
              </a:solidFill>
              <a:latin typeface="Calibri"/>
              <a:ea typeface="+mn-ea"/>
              <a:cs typeface="+mn-cs"/>
            </a:endParaRPr>
          </a:p>
          <a:p>
            <a:pPr marL="342900" lvl="0" indent="-342900" algn="just">
              <a:lnSpc>
                <a:spcPct val="107000"/>
              </a:lnSpc>
              <a:buFont typeface="Wingdings" panose="05000000000000000000" pitchFamily="2" charset="2"/>
              <a:buChar char=""/>
            </a:pPr>
            <a:r>
              <a:rPr lang="fr-FR" sz="2800" kern="1200">
                <a:solidFill>
                  <a:srgbClr val="232323"/>
                </a:solidFill>
                <a:latin typeface="Calibri"/>
                <a:ea typeface="+mn-ea"/>
                <a:cs typeface="+mn-cs"/>
              </a:rPr>
              <a:t>Respect de la législation et accord URSSAF CN</a:t>
            </a:r>
          </a:p>
          <a:p>
            <a:pPr lvl="0" algn="just">
              <a:lnSpc>
                <a:spcPct val="107000"/>
              </a:lnSpc>
            </a:pPr>
            <a:endParaRPr lang="fr-FR" sz="2800" kern="1200">
              <a:solidFill>
                <a:srgbClr val="232323"/>
              </a:solidFill>
              <a:latin typeface="Calibri"/>
              <a:ea typeface="+mn-ea"/>
              <a:cs typeface="+mn-cs"/>
            </a:endParaRPr>
          </a:p>
          <a:p>
            <a:pPr marL="342900" lvl="0" indent="-342900" algn="just">
              <a:lnSpc>
                <a:spcPct val="107000"/>
              </a:lnSpc>
              <a:buFont typeface="Wingdings" panose="05000000000000000000" pitchFamily="2" charset="2"/>
              <a:buChar char=""/>
            </a:pPr>
            <a:r>
              <a:rPr lang="fr-FR" sz="2800" kern="1200">
                <a:solidFill>
                  <a:srgbClr val="232323"/>
                </a:solidFill>
                <a:latin typeface="Calibri"/>
                <a:ea typeface="+mn-ea"/>
                <a:cs typeface="+mn-cs"/>
              </a:rPr>
              <a:t>Sécuriser les circuits de validation Directeurs/sous-directeurs, managers, salariés et DRH via un workflow de validation</a:t>
            </a:r>
          </a:p>
          <a:p>
            <a:pPr lvl="0" algn="just">
              <a:lnSpc>
                <a:spcPct val="107000"/>
              </a:lnSpc>
            </a:pPr>
            <a:endParaRPr lang="fr-FR" sz="2800" kern="1200">
              <a:solidFill>
                <a:srgbClr val="232323"/>
              </a:solidFill>
              <a:latin typeface="Calibri"/>
              <a:ea typeface="+mn-ea"/>
              <a:cs typeface="+mn-cs"/>
            </a:endParaRPr>
          </a:p>
          <a:p>
            <a:pPr marL="342900" lvl="0" indent="-342900" algn="just">
              <a:lnSpc>
                <a:spcPct val="107000"/>
              </a:lnSpc>
              <a:buFont typeface="Wingdings" panose="05000000000000000000" pitchFamily="2" charset="2"/>
              <a:buChar char=""/>
            </a:pPr>
            <a:r>
              <a:rPr lang="fr-FR" sz="2800" kern="1200">
                <a:solidFill>
                  <a:srgbClr val="232323"/>
                </a:solidFill>
                <a:latin typeface="Calibri"/>
                <a:ea typeface="+mn-ea"/>
                <a:cs typeface="+mn-cs"/>
              </a:rPr>
              <a:t>Indicateurs d’alerte sur le non-respect de la législation ou Accords (à l’attention de la DRH/GAP) au moment de la validation de la demande par le manager ou le directeur/sous-directeur.</a:t>
            </a:r>
          </a:p>
          <a:p>
            <a:pPr lvl="0" algn="just">
              <a:lnSpc>
                <a:spcPct val="107000"/>
              </a:lnSpc>
            </a:pPr>
            <a:endParaRPr lang="fr-FR" sz="2800" kern="1200">
              <a:solidFill>
                <a:srgbClr val="232323"/>
              </a:solidFill>
              <a:latin typeface="Calibri"/>
              <a:ea typeface="+mn-ea"/>
              <a:cs typeface="+mn-cs"/>
            </a:endParaRPr>
          </a:p>
          <a:p>
            <a:pPr marL="342900" lvl="0" indent="-342900" algn="just">
              <a:lnSpc>
                <a:spcPct val="107000"/>
              </a:lnSpc>
              <a:buFont typeface="Wingdings" panose="05000000000000000000" pitchFamily="2" charset="2"/>
              <a:buChar char=""/>
            </a:pPr>
            <a:r>
              <a:rPr lang="fr-FR" sz="2800" kern="1200">
                <a:solidFill>
                  <a:srgbClr val="232323"/>
                </a:solidFill>
                <a:latin typeface="Calibri"/>
                <a:ea typeface="+mn-ea"/>
                <a:cs typeface="+mn-cs"/>
              </a:rPr>
              <a:t>Edition d’un état à l’attention du CNPR pour le paiement mensuel des astreintes et Heures S/C. </a:t>
            </a:r>
          </a:p>
          <a:p>
            <a:pPr lvl="0" algn="just">
              <a:lnSpc>
                <a:spcPct val="107000"/>
              </a:lnSpc>
            </a:pPr>
            <a:endParaRPr lang="fr-FR" sz="2800" kern="1200">
              <a:solidFill>
                <a:srgbClr val="232323"/>
              </a:solidFill>
              <a:latin typeface="Calibri"/>
              <a:ea typeface="+mn-ea"/>
              <a:cs typeface="+mn-cs"/>
            </a:endParaRPr>
          </a:p>
          <a:p>
            <a:pPr marL="342900" lvl="0" indent="-342900" algn="just">
              <a:lnSpc>
                <a:spcPct val="107000"/>
              </a:lnSpc>
              <a:buFont typeface="Wingdings" panose="05000000000000000000" pitchFamily="2" charset="2"/>
              <a:buChar char=""/>
            </a:pPr>
            <a:r>
              <a:rPr lang="fr-FR" sz="2800" kern="1200">
                <a:solidFill>
                  <a:srgbClr val="232323"/>
                </a:solidFill>
                <a:latin typeface="Calibri"/>
                <a:ea typeface="+mn-ea"/>
                <a:cs typeface="+mn-cs"/>
              </a:rPr>
              <a:t>Edition des statistiques à l’attention des IRP, DRH à la demande.</a:t>
            </a:r>
          </a:p>
          <a:p>
            <a:pPr marL="342900" lvl="0" indent="-342900" algn="just">
              <a:lnSpc>
                <a:spcPct val="107000"/>
              </a:lnSpc>
              <a:buFont typeface="Wingdings" panose="05000000000000000000" pitchFamily="2" charset="2"/>
              <a:buChar char=""/>
            </a:pPr>
            <a:endParaRPr lang="fr-FR" sz="2800" kern="1200">
              <a:solidFill>
                <a:srgbClr val="232323"/>
              </a:solidFill>
              <a:latin typeface="Calibri"/>
              <a:ea typeface="+mn-ea"/>
              <a:cs typeface="+mn-cs"/>
            </a:endParaRPr>
          </a:p>
          <a:p>
            <a:pPr marL="342900" lvl="0" indent="-342900" algn="just">
              <a:lnSpc>
                <a:spcPct val="107000"/>
              </a:lnSpc>
              <a:buFont typeface="Wingdings" panose="05000000000000000000" pitchFamily="2" charset="2"/>
              <a:buChar char=""/>
            </a:pPr>
            <a:r>
              <a:rPr lang="fr-FR" sz="2800" kern="1200">
                <a:solidFill>
                  <a:srgbClr val="232323"/>
                </a:solidFill>
                <a:latin typeface="Calibri"/>
                <a:ea typeface="+mn-ea"/>
                <a:cs typeface="+mn-cs"/>
              </a:rPr>
              <a:t>Edition d’un état pour l’attribution des TR</a:t>
            </a:r>
          </a:p>
          <a:p>
            <a:pPr lvl="0" algn="just">
              <a:lnSpc>
                <a:spcPct val="107000"/>
              </a:lnSpc>
            </a:pPr>
            <a:endParaRPr lang="fr-FR" sz="2800" kern="1200">
              <a:solidFill>
                <a:srgbClr val="232323"/>
              </a:solidFill>
              <a:latin typeface="Calibri"/>
              <a:ea typeface="+mn-ea"/>
              <a:cs typeface="+mn-cs"/>
            </a:endParaRPr>
          </a:p>
          <a:p>
            <a:pPr marL="342900" lvl="0" indent="-342900" algn="just">
              <a:lnSpc>
                <a:spcPct val="107000"/>
              </a:lnSpc>
              <a:buFont typeface="Wingdings" panose="05000000000000000000" pitchFamily="2" charset="2"/>
              <a:buChar char=""/>
            </a:pPr>
            <a:r>
              <a:rPr lang="fr-FR" sz="2800" kern="1200">
                <a:solidFill>
                  <a:srgbClr val="232323"/>
                </a:solidFill>
                <a:latin typeface="Calibri"/>
                <a:ea typeface="+mn-ea"/>
                <a:cs typeface="+mn-cs"/>
              </a:rPr>
              <a:t>Réduire le temps passé par les gestionnaires GAP</a:t>
            </a:r>
          </a:p>
          <a:p>
            <a:pPr lvl="0" algn="just">
              <a:lnSpc>
                <a:spcPct val="107000"/>
              </a:lnSpc>
            </a:pPr>
            <a:endParaRPr lang="fr-FR" sz="2800" kern="1200">
              <a:solidFill>
                <a:srgbClr val="232323"/>
              </a:solidFill>
              <a:latin typeface="Calibri"/>
              <a:ea typeface="+mn-ea"/>
              <a:cs typeface="+mn-cs"/>
            </a:endParaRPr>
          </a:p>
          <a:p>
            <a:pPr marL="342900" lvl="0" indent="-342900" algn="just">
              <a:lnSpc>
                <a:spcPct val="107000"/>
              </a:lnSpc>
              <a:buFont typeface="Wingdings" panose="05000000000000000000" pitchFamily="2" charset="2"/>
              <a:buChar char=""/>
            </a:pPr>
            <a:r>
              <a:rPr lang="fr-FR" sz="2800" kern="1200">
                <a:solidFill>
                  <a:srgbClr val="232323"/>
                </a:solidFill>
                <a:latin typeface="Calibri"/>
                <a:ea typeface="+mn-ea"/>
                <a:cs typeface="+mn-cs"/>
              </a:rPr>
              <a:t>Méthodologie faire participer 3 managers et 3 agents pour réfléchir et tester coté utilisateur</a:t>
            </a:r>
          </a:p>
          <a:p>
            <a:pPr lvl="0" algn="just">
              <a:lnSpc>
                <a:spcPct val="107000"/>
              </a:lnSpc>
            </a:pPr>
            <a:endParaRPr lang="fr-FR" sz="2800" kern="1200">
              <a:solidFill>
                <a:srgbClr val="232323"/>
              </a:solidFill>
              <a:latin typeface="Calibri"/>
              <a:ea typeface="+mn-ea"/>
              <a:cs typeface="+mn-cs"/>
            </a:endParaRPr>
          </a:p>
        </p:txBody>
      </p:sp>
      <p:sp>
        <p:nvSpPr>
          <p:cNvPr id="3" name="Numéro de diapositive">
            <a:extLst>
              <a:ext uri="{FF2B5EF4-FFF2-40B4-BE49-F238E27FC236}">
                <a16:creationId xmlns:a16="http://schemas.microsoft.com/office/drawing/2014/main" id="{D4FF7F03-CFAC-3BC1-02D6-6200AF11E2E2}"/>
              </a:ext>
            </a:extLst>
          </p:cNvPr>
          <p:cNvSpPr txBox="1">
            <a:spLocks noGrp="1"/>
          </p:cNvSpPr>
          <p:nvPr>
            <p:ph type="sldNum" sz="quarter" idx="2"/>
          </p:nvPr>
        </p:nvSpPr>
        <p:spPr>
          <a:xfrm>
            <a:off x="23708647" y="12775849"/>
            <a:ext cx="368574" cy="414205"/>
          </a:xfr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lang="fr-FR" smtClean="0"/>
              <a:pPr/>
              <a:t>16</a:t>
            </a:fld>
            <a:endParaRPr lang="fr-FR"/>
          </a:p>
        </p:txBody>
      </p:sp>
    </p:spTree>
    <p:extLst>
      <p:ext uri="{BB962C8B-B14F-4D97-AF65-F5344CB8AC3E}">
        <p14:creationId xmlns:p14="http://schemas.microsoft.com/office/powerpoint/2010/main" val="411805960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7C477-1AED-EA4C-9F99-3557B77E6F8A}"/>
              </a:ext>
            </a:extLst>
          </p:cNvPr>
          <p:cNvSpPr>
            <a:spLocks noGrp="1"/>
          </p:cNvSpPr>
          <p:nvPr>
            <p:ph type="title"/>
          </p:nvPr>
        </p:nvSpPr>
        <p:spPr>
          <a:xfrm>
            <a:off x="382688" y="4533900"/>
            <a:ext cx="17137904" cy="4648200"/>
          </a:xfrm>
        </p:spPr>
        <p:txBody>
          <a:bodyPr>
            <a:normAutofit/>
          </a:bodyPr>
          <a:lstStyle/>
          <a:p>
            <a:pPr marL="0" marR="0" indent="0" defTabSz="2438337" rtl="0" fontAlgn="auto" latinLnBrk="0" hangingPunct="0">
              <a:lnSpc>
                <a:spcPct val="100000"/>
              </a:lnSpc>
              <a:spcBef>
                <a:spcPts val="0"/>
              </a:spcBef>
              <a:spcAft>
                <a:spcPts val="0"/>
              </a:spcAft>
              <a:buClrTx/>
              <a:buSzTx/>
              <a:buFontTx/>
              <a:buNone/>
              <a:tabLst/>
            </a:pPr>
            <a:r>
              <a:rPr lang="fr-FR">
                <a:sym typeface="Helvetica Neue"/>
              </a:rPr>
              <a:t>8 – Expression de besoin</a:t>
            </a:r>
          </a:p>
        </p:txBody>
      </p:sp>
      <p:sp>
        <p:nvSpPr>
          <p:cNvPr id="35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17</a:t>
            </a:fld>
            <a:endParaRPr/>
          </a:p>
        </p:txBody>
      </p:sp>
    </p:spTree>
    <p:extLst>
      <p:ext uri="{BB962C8B-B14F-4D97-AF65-F5344CB8AC3E}">
        <p14:creationId xmlns:p14="http://schemas.microsoft.com/office/powerpoint/2010/main" val="2418564477"/>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5">
            <a:extLst>
              <a:ext uri="{FF2B5EF4-FFF2-40B4-BE49-F238E27FC236}">
                <a16:creationId xmlns:a16="http://schemas.microsoft.com/office/drawing/2014/main" id="{2A4824D4-86DE-E148-A14E-FE0C1E429B2A}"/>
              </a:ext>
            </a:extLst>
          </p:cNvPr>
          <p:cNvSpPr txBox="1">
            <a:spLocks/>
          </p:cNvSpPr>
          <p:nvPr/>
        </p:nvSpPr>
        <p:spPr>
          <a:xfrm>
            <a:off x="742728" y="1817440"/>
            <a:ext cx="18074008" cy="8412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b">
            <a:spAutoFit/>
          </a:bodyPr>
          <a:lstStyle>
            <a:lvl1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1pPr>
            <a:lvl2pPr marL="12192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2pPr>
            <a:lvl3pPr marL="18288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3pPr>
            <a:lvl4pPr marL="24384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4pPr>
            <a:lvl5pPr marL="30480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5pPr>
            <a:lvl6pPr marL="34290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6pPr>
            <a:lvl7pPr marL="40386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7pPr>
            <a:lvl8pPr marL="46482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8pPr>
            <a:lvl9pPr marL="52578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9pPr>
          </a:lstStyle>
          <a:p>
            <a:pPr hangingPunct="1"/>
            <a:r>
              <a:rPr lang="fr-FR" dirty="0"/>
              <a:t>8 – Expression de besoin – Cahier des charges</a:t>
            </a:r>
            <a:endParaRPr lang="en-GB" dirty="0"/>
          </a:p>
        </p:txBody>
      </p:sp>
      <p:sp>
        <p:nvSpPr>
          <p:cNvPr id="3" name="Numéro de diapositive">
            <a:extLst>
              <a:ext uri="{FF2B5EF4-FFF2-40B4-BE49-F238E27FC236}">
                <a16:creationId xmlns:a16="http://schemas.microsoft.com/office/drawing/2014/main" id="{EB1A4D34-92E9-5819-5E39-02C20FDB134C}"/>
              </a:ext>
            </a:extLst>
          </p:cNvPr>
          <p:cNvSpPr txBox="1">
            <a:spLocks noGrp="1"/>
          </p:cNvSpPr>
          <p:nvPr>
            <p:ph type="sldNum" sz="quarter" idx="2"/>
          </p:nvPr>
        </p:nvSpPr>
        <p:spPr>
          <a:xfrm>
            <a:off x="23708647" y="12775849"/>
            <a:ext cx="368574" cy="414205"/>
          </a:xfr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lang="fr-FR" smtClean="0"/>
              <a:pPr/>
              <a:t>18</a:t>
            </a:fld>
            <a:endParaRPr lang="fr-FR"/>
          </a:p>
        </p:txBody>
      </p:sp>
      <p:sp>
        <p:nvSpPr>
          <p:cNvPr id="5" name="ZoneTexte 4">
            <a:extLst>
              <a:ext uri="{FF2B5EF4-FFF2-40B4-BE49-F238E27FC236}">
                <a16:creationId xmlns:a16="http://schemas.microsoft.com/office/drawing/2014/main" id="{AB095C08-F1A6-6E4B-C6DA-E9B0916587F0}"/>
              </a:ext>
            </a:extLst>
          </p:cNvPr>
          <p:cNvSpPr txBox="1"/>
          <p:nvPr/>
        </p:nvSpPr>
        <p:spPr>
          <a:xfrm>
            <a:off x="4194313" y="4306558"/>
            <a:ext cx="9422296" cy="10874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3200" b="1" dirty="0">
                <a:solidFill>
                  <a:srgbClr val="FF0000"/>
                </a:solidFill>
              </a:rPr>
              <a:t>Note à l’attention des managers en cours de validation chez Nelly</a:t>
            </a:r>
            <a:endParaRPr kumimoji="0" lang="fr-FR" sz="3200" b="1" i="0" u="none" strike="noStrike" cap="none" spc="0" normalizeH="0" baseline="0" dirty="0">
              <a:ln>
                <a:noFill/>
              </a:ln>
              <a:solidFill>
                <a:srgbClr val="FF0000"/>
              </a:solidFill>
              <a:effectLst/>
              <a:uFillTx/>
              <a:latin typeface="+mj-lt"/>
              <a:ea typeface="+mj-ea"/>
              <a:cs typeface="+mj-cs"/>
              <a:sym typeface="Helvetica Neue"/>
            </a:endParaRPr>
          </a:p>
        </p:txBody>
      </p:sp>
    </p:spTree>
    <p:extLst>
      <p:ext uri="{BB962C8B-B14F-4D97-AF65-F5344CB8AC3E}">
        <p14:creationId xmlns:p14="http://schemas.microsoft.com/office/powerpoint/2010/main" val="3927983480"/>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bg>
      <p:bgPr>
        <a:pattFill prst="wdUpDiag">
          <a:fgClr>
            <a:schemeClr val="tx2">
              <a:lumMod val="20000"/>
              <a:lumOff val="80000"/>
            </a:schemeClr>
          </a:fgClr>
          <a:bgClr>
            <a:schemeClr val="tx2">
              <a:lumMod val="60000"/>
              <a:lumOff val="40000"/>
            </a:schemeClr>
          </a:bgClr>
        </a:pattFill>
        <a:effectLst/>
      </p:bgPr>
    </p:bg>
    <p:spTree>
      <p:nvGrpSpPr>
        <p:cNvPr id="1" name=""/>
        <p:cNvGrpSpPr/>
        <p:nvPr/>
      </p:nvGrpSpPr>
      <p:grpSpPr>
        <a:xfrm>
          <a:off x="0" y="0"/>
          <a:ext cx="0" cy="0"/>
          <a:chOff x="0" y="0"/>
          <a:chExt cx="0" cy="0"/>
        </a:xfrm>
      </p:grpSpPr>
      <p:graphicFrame>
        <p:nvGraphicFramePr>
          <p:cNvPr id="71" name="Tableau 2">
            <a:extLst>
              <a:ext uri="{FF2B5EF4-FFF2-40B4-BE49-F238E27FC236}">
                <a16:creationId xmlns:a16="http://schemas.microsoft.com/office/drawing/2014/main" id="{8D3996C1-7D97-408A-94AE-1A97C27AEFAC}"/>
              </a:ext>
            </a:extLst>
          </p:cNvPr>
          <p:cNvGraphicFramePr>
            <a:graphicFrameLocks noGrp="1"/>
          </p:cNvGraphicFramePr>
          <p:nvPr>
            <p:extLst>
              <p:ext uri="{D42A27DB-BD31-4B8C-83A1-F6EECF244321}">
                <p14:modId xmlns:p14="http://schemas.microsoft.com/office/powerpoint/2010/main" val="1390632280"/>
              </p:ext>
            </p:extLst>
          </p:nvPr>
        </p:nvGraphicFramePr>
        <p:xfrm>
          <a:off x="340933" y="1366838"/>
          <a:ext cx="23151213" cy="12798666"/>
        </p:xfrm>
        <a:graphic>
          <a:graphicData uri="http://schemas.openxmlformats.org/drawingml/2006/table">
            <a:tbl>
              <a:tblPr firstRow="1" bandRow="1">
                <a:tableStyleId>{5940675A-B579-460E-94D1-54222C63F5DA}</a:tableStyleId>
              </a:tblPr>
              <a:tblGrid>
                <a:gridCol w="1678138">
                  <a:extLst>
                    <a:ext uri="{9D8B030D-6E8A-4147-A177-3AD203B41FA5}">
                      <a16:colId xmlns:a16="http://schemas.microsoft.com/office/drawing/2014/main" val="3175292577"/>
                    </a:ext>
                  </a:extLst>
                </a:gridCol>
                <a:gridCol w="5707273">
                  <a:extLst>
                    <a:ext uri="{9D8B030D-6E8A-4147-A177-3AD203B41FA5}">
                      <a16:colId xmlns:a16="http://schemas.microsoft.com/office/drawing/2014/main" val="2290661369"/>
                    </a:ext>
                  </a:extLst>
                </a:gridCol>
                <a:gridCol w="10647963">
                  <a:extLst>
                    <a:ext uri="{9D8B030D-6E8A-4147-A177-3AD203B41FA5}">
                      <a16:colId xmlns:a16="http://schemas.microsoft.com/office/drawing/2014/main" val="2445149046"/>
                    </a:ext>
                  </a:extLst>
                </a:gridCol>
                <a:gridCol w="5117839">
                  <a:extLst>
                    <a:ext uri="{9D8B030D-6E8A-4147-A177-3AD203B41FA5}">
                      <a16:colId xmlns:a16="http://schemas.microsoft.com/office/drawing/2014/main" val="3394108044"/>
                    </a:ext>
                  </a:extLst>
                </a:gridCol>
              </a:tblGrid>
              <a:tr h="755868">
                <a:tc>
                  <a:txBody>
                    <a:bodyPr/>
                    <a:lstStyle/>
                    <a:p>
                      <a:pPr marL="0" algn="ctr" defTabSz="914400" rtl="0" eaLnBrk="1" latinLnBrk="0" hangingPunct="1"/>
                      <a:r>
                        <a:rPr lang="fr-FR" sz="2400" b="1" kern="1200">
                          <a:solidFill>
                            <a:schemeClr val="bg1"/>
                          </a:solidFill>
                          <a:latin typeface="+mn-lt"/>
                          <a:ea typeface="+mn-ea"/>
                          <a:cs typeface="+mn-cs"/>
                        </a:rPr>
                        <a:t>Acteurs</a:t>
                      </a: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Création de la demande</a:t>
                      </a: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 date fin + 5 du dernier vendredi - calendaire   </a:t>
                      </a:r>
                    </a:p>
                  </a:txBody>
                  <a:tcPr marL="182880" marR="182880" marT="91440" marB="91440"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Avant la clôture de la paie</a:t>
                      </a:r>
                    </a:p>
                  </a:txBody>
                  <a:tcPr marL="182880" marR="182880" marT="91440" marB="91440"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9127642"/>
                  </a:ext>
                </a:extLst>
              </a:tr>
              <a:tr h="2919638">
                <a:tc>
                  <a:txBody>
                    <a:bodyPr/>
                    <a:lstStyle/>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0922311"/>
                  </a:ext>
                </a:extLst>
              </a:tr>
              <a:tr h="2984716">
                <a:tc>
                  <a:txBody>
                    <a:bodyPr/>
                    <a:lstStyle/>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8384408"/>
                  </a:ext>
                </a:extLst>
              </a:tr>
              <a:tr h="3799492">
                <a:tc>
                  <a:txBody>
                    <a:bodyPr/>
                    <a:lstStyle/>
                    <a:p>
                      <a:pPr algn="ctr"/>
                      <a:endParaRPr lang="fr-FR" sz="2200" b="1" spc="0"/>
                    </a:p>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2266090"/>
                  </a:ext>
                </a:extLst>
              </a:tr>
              <a:tr h="2338952">
                <a:tc>
                  <a:txBody>
                    <a:bodyPr/>
                    <a:lstStyle/>
                    <a:p>
                      <a:pPr algn="ctr"/>
                      <a:endParaRPr lang="fr-FR" sz="2200" b="1" spc="0"/>
                    </a:p>
                    <a:p>
                      <a:pPr algn="ctr"/>
                      <a:endParaRPr lang="fr-FR" sz="18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6335305"/>
                  </a:ext>
                </a:extLst>
              </a:tr>
            </a:tbl>
          </a:graphicData>
        </a:graphic>
      </p:graphicFrame>
      <p:grpSp>
        <p:nvGrpSpPr>
          <p:cNvPr id="139" name="Groupe 138">
            <a:extLst>
              <a:ext uri="{FF2B5EF4-FFF2-40B4-BE49-F238E27FC236}">
                <a16:creationId xmlns:a16="http://schemas.microsoft.com/office/drawing/2014/main" id="{DBB38C55-E0CE-4406-8EA4-EF7BEA5A1994}"/>
              </a:ext>
            </a:extLst>
          </p:cNvPr>
          <p:cNvGrpSpPr/>
          <p:nvPr/>
        </p:nvGrpSpPr>
        <p:grpSpPr>
          <a:xfrm>
            <a:off x="239717" y="8995888"/>
            <a:ext cx="1424542" cy="969332"/>
            <a:chOff x="-4599" y="2709954"/>
            <a:chExt cx="712271" cy="484666"/>
          </a:xfrm>
        </p:grpSpPr>
        <p:grpSp>
          <p:nvGrpSpPr>
            <p:cNvPr id="140" name="Groupe 139">
              <a:extLst>
                <a:ext uri="{FF2B5EF4-FFF2-40B4-BE49-F238E27FC236}">
                  <a16:creationId xmlns:a16="http://schemas.microsoft.com/office/drawing/2014/main" id="{AA4CC702-C9A3-46BA-A2CD-41C61D50BC17}"/>
                </a:ext>
              </a:extLst>
            </p:cNvPr>
            <p:cNvGrpSpPr/>
            <p:nvPr/>
          </p:nvGrpSpPr>
          <p:grpSpPr>
            <a:xfrm>
              <a:off x="225456" y="2709954"/>
              <a:ext cx="272783" cy="285000"/>
              <a:chOff x="234981" y="3192758"/>
              <a:chExt cx="272783" cy="285000"/>
            </a:xfrm>
          </p:grpSpPr>
          <p:sp>
            <p:nvSpPr>
              <p:cNvPr id="143" name="Forme libre : forme 142">
                <a:extLst>
                  <a:ext uri="{FF2B5EF4-FFF2-40B4-BE49-F238E27FC236}">
                    <a16:creationId xmlns:a16="http://schemas.microsoft.com/office/drawing/2014/main" id="{A1768CA8-CC28-48F2-A23C-8E3A787EB412}"/>
                  </a:ext>
                </a:extLst>
              </p:cNvPr>
              <p:cNvSpPr/>
              <p:nvPr/>
            </p:nvSpPr>
            <p:spPr>
              <a:xfrm>
                <a:off x="234981" y="3357758"/>
                <a:ext cx="272783" cy="120000"/>
              </a:xfrm>
              <a:custGeom>
                <a:avLst/>
                <a:gdLst>
                  <a:gd name="connsiteX0" fmla="*/ 259144 w 272783"/>
                  <a:gd name="connsiteY0" fmla="*/ 36000 h 120000"/>
                  <a:gd name="connsiteX1" fmla="*/ 192653 w 272783"/>
                  <a:gd name="connsiteY1" fmla="*/ 7500 h 120000"/>
                  <a:gd name="connsiteX2" fmla="*/ 136392 w 272783"/>
                  <a:gd name="connsiteY2" fmla="*/ 0 h 120000"/>
                  <a:gd name="connsiteX3" fmla="*/ 80130 w 272783"/>
                  <a:gd name="connsiteY3" fmla="*/ 7500 h 120000"/>
                  <a:gd name="connsiteX4" fmla="*/ 13639 w 272783"/>
                  <a:gd name="connsiteY4" fmla="*/ 36000 h 120000"/>
                  <a:gd name="connsiteX5" fmla="*/ 0 w 272783"/>
                  <a:gd name="connsiteY5" fmla="*/ 60000 h 120000"/>
                  <a:gd name="connsiteX6" fmla="*/ 0 w 272783"/>
                  <a:gd name="connsiteY6" fmla="*/ 120000 h 120000"/>
                  <a:gd name="connsiteX7" fmla="*/ 272783 w 272783"/>
                  <a:gd name="connsiteY7" fmla="*/ 120000 h 120000"/>
                  <a:gd name="connsiteX8" fmla="*/ 272783 w 272783"/>
                  <a:gd name="connsiteY8" fmla="*/ 60000 h 120000"/>
                  <a:gd name="connsiteX9" fmla="*/ 259144 w 272783"/>
                  <a:gd name="connsiteY9" fmla="*/ 36000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2783" h="120000">
                    <a:moveTo>
                      <a:pt x="259144" y="36000"/>
                    </a:moveTo>
                    <a:cubicBezTo>
                      <a:pt x="240390" y="22500"/>
                      <a:pt x="216522" y="13500"/>
                      <a:pt x="192653" y="7500"/>
                    </a:cubicBezTo>
                    <a:cubicBezTo>
                      <a:pt x="175604" y="3000"/>
                      <a:pt x="156850" y="0"/>
                      <a:pt x="136392" y="0"/>
                    </a:cubicBezTo>
                    <a:cubicBezTo>
                      <a:pt x="117638" y="0"/>
                      <a:pt x="98884" y="3000"/>
                      <a:pt x="80130" y="7500"/>
                    </a:cubicBezTo>
                    <a:cubicBezTo>
                      <a:pt x="56262" y="13500"/>
                      <a:pt x="32393" y="24000"/>
                      <a:pt x="13639" y="36000"/>
                    </a:cubicBezTo>
                    <a:cubicBezTo>
                      <a:pt x="5115" y="42000"/>
                      <a:pt x="0" y="51000"/>
                      <a:pt x="0" y="60000"/>
                    </a:cubicBezTo>
                    <a:lnTo>
                      <a:pt x="0" y="120000"/>
                    </a:lnTo>
                    <a:lnTo>
                      <a:pt x="272783" y="120000"/>
                    </a:lnTo>
                    <a:lnTo>
                      <a:pt x="272783" y="60000"/>
                    </a:lnTo>
                    <a:cubicBezTo>
                      <a:pt x="272783" y="51000"/>
                      <a:pt x="267669" y="42000"/>
                      <a:pt x="259144" y="36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4" name="Forme libre : forme 143">
                <a:extLst>
                  <a:ext uri="{FF2B5EF4-FFF2-40B4-BE49-F238E27FC236}">
                    <a16:creationId xmlns:a16="http://schemas.microsoft.com/office/drawing/2014/main" id="{685A5E2F-CA46-4EA7-94F2-A65339BCF83B}"/>
                  </a:ext>
                </a:extLst>
              </p:cNvPr>
              <p:cNvSpPr/>
              <p:nvPr/>
            </p:nvSpPr>
            <p:spPr>
              <a:xfrm>
                <a:off x="296358" y="3192758"/>
                <a:ext cx="190522" cy="142500"/>
              </a:xfrm>
              <a:custGeom>
                <a:avLst/>
                <a:gdLst>
                  <a:gd name="connsiteX0" fmla="*/ 8524 w 190522"/>
                  <a:gd name="connsiteY0" fmla="*/ 39000 h 142500"/>
                  <a:gd name="connsiteX1" fmla="*/ 14492 w 190522"/>
                  <a:gd name="connsiteY1" fmla="*/ 36750 h 142500"/>
                  <a:gd name="connsiteX2" fmla="*/ 14492 w 190522"/>
                  <a:gd name="connsiteY2" fmla="*/ 36750 h 142500"/>
                  <a:gd name="connsiteX3" fmla="*/ 75015 w 190522"/>
                  <a:gd name="connsiteY3" fmla="*/ 15000 h 142500"/>
                  <a:gd name="connsiteX4" fmla="*/ 160260 w 190522"/>
                  <a:gd name="connsiteY4" fmla="*/ 90000 h 142500"/>
                  <a:gd name="connsiteX5" fmla="*/ 160260 w 190522"/>
                  <a:gd name="connsiteY5" fmla="*/ 107250 h 142500"/>
                  <a:gd name="connsiteX6" fmla="*/ 111244 w 190522"/>
                  <a:gd name="connsiteY6" fmla="*/ 121500 h 142500"/>
                  <a:gd name="connsiteX7" fmla="*/ 104851 w 190522"/>
                  <a:gd name="connsiteY7" fmla="*/ 120000 h 142500"/>
                  <a:gd name="connsiteX8" fmla="*/ 92064 w 190522"/>
                  <a:gd name="connsiteY8" fmla="*/ 131250 h 142500"/>
                  <a:gd name="connsiteX9" fmla="*/ 104851 w 190522"/>
                  <a:gd name="connsiteY9" fmla="*/ 142500 h 142500"/>
                  <a:gd name="connsiteX10" fmla="*/ 116785 w 190522"/>
                  <a:gd name="connsiteY10" fmla="*/ 135750 h 142500"/>
                  <a:gd name="connsiteX11" fmla="*/ 184555 w 190522"/>
                  <a:gd name="connsiteY11" fmla="*/ 115875 h 142500"/>
                  <a:gd name="connsiteX12" fmla="*/ 190522 w 190522"/>
                  <a:gd name="connsiteY12" fmla="*/ 108750 h 142500"/>
                  <a:gd name="connsiteX13" fmla="*/ 190522 w 190522"/>
                  <a:gd name="connsiteY13" fmla="*/ 75000 h 142500"/>
                  <a:gd name="connsiteX14" fmla="*/ 181998 w 190522"/>
                  <a:gd name="connsiteY14" fmla="*/ 67500 h 142500"/>
                  <a:gd name="connsiteX15" fmla="*/ 174326 w 190522"/>
                  <a:gd name="connsiteY15" fmla="*/ 67500 h 142500"/>
                  <a:gd name="connsiteX16" fmla="*/ 75015 w 190522"/>
                  <a:gd name="connsiteY16" fmla="*/ 0 h 142500"/>
                  <a:gd name="connsiteX17" fmla="*/ 3410 w 190522"/>
                  <a:gd name="connsiteY17" fmla="*/ 25500 h 142500"/>
                  <a:gd name="connsiteX18" fmla="*/ 0 w 190522"/>
                  <a:gd name="connsiteY18" fmla="*/ 31500 h 142500"/>
                  <a:gd name="connsiteX19" fmla="*/ 8524 w 190522"/>
                  <a:gd name="connsiteY19" fmla="*/ 39000 h 14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0522" h="142500">
                    <a:moveTo>
                      <a:pt x="8524" y="39000"/>
                    </a:moveTo>
                    <a:cubicBezTo>
                      <a:pt x="11082" y="39000"/>
                      <a:pt x="13213" y="38250"/>
                      <a:pt x="14492" y="36750"/>
                    </a:cubicBezTo>
                    <a:lnTo>
                      <a:pt x="14492" y="36750"/>
                    </a:lnTo>
                    <a:cubicBezTo>
                      <a:pt x="30262" y="23250"/>
                      <a:pt x="51573" y="15000"/>
                      <a:pt x="75015" y="15000"/>
                    </a:cubicBezTo>
                    <a:cubicBezTo>
                      <a:pt x="121900" y="15000"/>
                      <a:pt x="160260" y="48750"/>
                      <a:pt x="160260" y="90000"/>
                    </a:cubicBezTo>
                    <a:lnTo>
                      <a:pt x="160260" y="107250"/>
                    </a:lnTo>
                    <a:lnTo>
                      <a:pt x="111244" y="121500"/>
                    </a:lnTo>
                    <a:cubicBezTo>
                      <a:pt x="109113" y="120750"/>
                      <a:pt x="106982" y="120000"/>
                      <a:pt x="104851" y="120000"/>
                    </a:cubicBezTo>
                    <a:cubicBezTo>
                      <a:pt x="97605" y="120000"/>
                      <a:pt x="92064" y="124875"/>
                      <a:pt x="92064" y="131250"/>
                    </a:cubicBezTo>
                    <a:cubicBezTo>
                      <a:pt x="92064" y="137625"/>
                      <a:pt x="97605" y="142500"/>
                      <a:pt x="104851" y="142500"/>
                    </a:cubicBezTo>
                    <a:cubicBezTo>
                      <a:pt x="109966" y="142500"/>
                      <a:pt x="114654" y="139875"/>
                      <a:pt x="116785" y="135750"/>
                    </a:cubicBezTo>
                    <a:lnTo>
                      <a:pt x="184555" y="115875"/>
                    </a:lnTo>
                    <a:cubicBezTo>
                      <a:pt x="187965" y="114750"/>
                      <a:pt x="190522" y="112125"/>
                      <a:pt x="190522" y="108750"/>
                    </a:cubicBezTo>
                    <a:lnTo>
                      <a:pt x="190522" y="75000"/>
                    </a:lnTo>
                    <a:cubicBezTo>
                      <a:pt x="190522" y="70875"/>
                      <a:pt x="186686" y="67500"/>
                      <a:pt x="181998" y="67500"/>
                    </a:cubicBezTo>
                    <a:lnTo>
                      <a:pt x="174326" y="67500"/>
                    </a:lnTo>
                    <a:cubicBezTo>
                      <a:pt x="162818" y="28875"/>
                      <a:pt x="122753" y="0"/>
                      <a:pt x="75015" y="0"/>
                    </a:cubicBezTo>
                    <a:cubicBezTo>
                      <a:pt x="47311" y="0"/>
                      <a:pt x="22164" y="9750"/>
                      <a:pt x="3410" y="25500"/>
                    </a:cubicBezTo>
                    <a:cubicBezTo>
                      <a:pt x="1279" y="27000"/>
                      <a:pt x="0" y="28875"/>
                      <a:pt x="0" y="31500"/>
                    </a:cubicBezTo>
                    <a:cubicBezTo>
                      <a:pt x="0" y="35625"/>
                      <a:pt x="3836" y="39000"/>
                      <a:pt x="8524" y="39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5" name="Forme libre : forme 144">
                <a:extLst>
                  <a:ext uri="{FF2B5EF4-FFF2-40B4-BE49-F238E27FC236}">
                    <a16:creationId xmlns:a16="http://schemas.microsoft.com/office/drawing/2014/main" id="{2E7419C2-A5DB-4E74-9D1C-E4FBD84E5649}"/>
                  </a:ext>
                </a:extLst>
              </p:cNvPr>
              <p:cNvSpPr/>
              <p:nvPr/>
            </p:nvSpPr>
            <p:spPr>
              <a:xfrm>
                <a:off x="303177" y="3222758"/>
                <a:ext cx="136391" cy="120000"/>
              </a:xfrm>
              <a:custGeom>
                <a:avLst/>
                <a:gdLst>
                  <a:gd name="connsiteX0" fmla="*/ 135965 w 136391"/>
                  <a:gd name="connsiteY0" fmla="*/ 66375 h 120000"/>
                  <a:gd name="connsiteX1" fmla="*/ 136392 w 136391"/>
                  <a:gd name="connsiteY1" fmla="*/ 60000 h 120000"/>
                  <a:gd name="connsiteX2" fmla="*/ 68196 w 136391"/>
                  <a:gd name="connsiteY2" fmla="*/ 0 h 120000"/>
                  <a:gd name="connsiteX3" fmla="*/ 0 w 136391"/>
                  <a:gd name="connsiteY3" fmla="*/ 60000 h 120000"/>
                  <a:gd name="connsiteX4" fmla="*/ 68196 w 136391"/>
                  <a:gd name="connsiteY4" fmla="*/ 120000 h 120000"/>
                  <a:gd name="connsiteX5" fmla="*/ 72458 w 136391"/>
                  <a:gd name="connsiteY5" fmla="*/ 119625 h 120000"/>
                  <a:gd name="connsiteX6" fmla="*/ 72458 w 136391"/>
                  <a:gd name="connsiteY6" fmla="*/ 101250 h 120000"/>
                  <a:gd name="connsiteX7" fmla="*/ 72458 w 136391"/>
                  <a:gd name="connsiteY7" fmla="*/ 101250 h 120000"/>
                  <a:gd name="connsiteX8" fmla="*/ 75015 w 136391"/>
                  <a:gd name="connsiteY8" fmla="*/ 91125 h 120000"/>
                  <a:gd name="connsiteX9" fmla="*/ 89933 w 136391"/>
                  <a:gd name="connsiteY9" fmla="*/ 79875 h 120000"/>
                  <a:gd name="connsiteX10" fmla="*/ 135965 w 136391"/>
                  <a:gd name="connsiteY10" fmla="*/ 66375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91" h="120000">
                    <a:moveTo>
                      <a:pt x="135965" y="66375"/>
                    </a:moveTo>
                    <a:cubicBezTo>
                      <a:pt x="136392" y="64125"/>
                      <a:pt x="136392" y="62250"/>
                      <a:pt x="136392" y="60000"/>
                    </a:cubicBezTo>
                    <a:cubicBezTo>
                      <a:pt x="136392" y="27000"/>
                      <a:pt x="105704" y="0"/>
                      <a:pt x="68196" y="0"/>
                    </a:cubicBezTo>
                    <a:cubicBezTo>
                      <a:pt x="30688" y="0"/>
                      <a:pt x="0" y="27000"/>
                      <a:pt x="0" y="60000"/>
                    </a:cubicBezTo>
                    <a:cubicBezTo>
                      <a:pt x="0" y="93000"/>
                      <a:pt x="30688" y="120000"/>
                      <a:pt x="68196" y="120000"/>
                    </a:cubicBezTo>
                    <a:cubicBezTo>
                      <a:pt x="69475" y="120000"/>
                      <a:pt x="71179" y="120000"/>
                      <a:pt x="72458" y="119625"/>
                    </a:cubicBezTo>
                    <a:lnTo>
                      <a:pt x="72458" y="101250"/>
                    </a:lnTo>
                    <a:lnTo>
                      <a:pt x="72458" y="101250"/>
                    </a:lnTo>
                    <a:cubicBezTo>
                      <a:pt x="72458" y="97875"/>
                      <a:pt x="73311" y="94500"/>
                      <a:pt x="75015" y="91125"/>
                    </a:cubicBezTo>
                    <a:cubicBezTo>
                      <a:pt x="77999" y="85875"/>
                      <a:pt x="83114" y="81750"/>
                      <a:pt x="89933" y="79875"/>
                    </a:cubicBezTo>
                    <a:lnTo>
                      <a:pt x="135965" y="66375"/>
                    </a:ln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42" name="ZoneTexte 141">
              <a:extLst>
                <a:ext uri="{FF2B5EF4-FFF2-40B4-BE49-F238E27FC236}">
                  <a16:creationId xmlns:a16="http://schemas.microsoft.com/office/drawing/2014/main" id="{AE5DA05F-0BCD-4625-8E75-D2A14BC4A8ED}"/>
                </a:ext>
              </a:extLst>
            </p:cNvPr>
            <p:cNvSpPr txBox="1"/>
            <p:nvPr/>
          </p:nvSpPr>
          <p:spPr>
            <a:xfrm>
              <a:off x="-4599" y="3009954"/>
              <a:ext cx="712271"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GAP</a:t>
              </a:r>
            </a:p>
          </p:txBody>
        </p:sp>
      </p:grpSp>
      <p:grpSp>
        <p:nvGrpSpPr>
          <p:cNvPr id="146" name="Groupe 145">
            <a:extLst>
              <a:ext uri="{FF2B5EF4-FFF2-40B4-BE49-F238E27FC236}">
                <a16:creationId xmlns:a16="http://schemas.microsoft.com/office/drawing/2014/main" id="{2FE058AB-1C19-4175-B1B8-4584C789CA4B}"/>
              </a:ext>
            </a:extLst>
          </p:cNvPr>
          <p:cNvGrpSpPr/>
          <p:nvPr/>
        </p:nvGrpSpPr>
        <p:grpSpPr>
          <a:xfrm>
            <a:off x="242625" y="5386099"/>
            <a:ext cx="1424542" cy="1035344"/>
            <a:chOff x="-109803" y="4909344"/>
            <a:chExt cx="712271" cy="517672"/>
          </a:xfrm>
        </p:grpSpPr>
        <p:grpSp>
          <p:nvGrpSpPr>
            <p:cNvPr id="148" name="Groupe 147">
              <a:extLst>
                <a:ext uri="{FF2B5EF4-FFF2-40B4-BE49-F238E27FC236}">
                  <a16:creationId xmlns:a16="http://schemas.microsoft.com/office/drawing/2014/main" id="{058B5A78-6928-419F-B8A5-A01BBA3128CC}"/>
                </a:ext>
              </a:extLst>
            </p:cNvPr>
            <p:cNvGrpSpPr/>
            <p:nvPr/>
          </p:nvGrpSpPr>
          <p:grpSpPr>
            <a:xfrm>
              <a:off x="137259" y="4909344"/>
              <a:ext cx="416112" cy="370002"/>
              <a:chOff x="137259" y="4401111"/>
              <a:chExt cx="416112" cy="370002"/>
            </a:xfrm>
          </p:grpSpPr>
          <p:sp>
            <p:nvSpPr>
              <p:cNvPr id="164" name="Forme libre : forme 163">
                <a:extLst>
                  <a:ext uri="{FF2B5EF4-FFF2-40B4-BE49-F238E27FC236}">
                    <a16:creationId xmlns:a16="http://schemas.microsoft.com/office/drawing/2014/main" id="{7F8D83DD-139D-4C2F-9583-E8D181F5C48F}"/>
                  </a:ext>
                </a:extLst>
              </p:cNvPr>
              <p:cNvSpPr/>
              <p:nvPr/>
            </p:nvSpPr>
            <p:spPr>
              <a:xfrm>
                <a:off x="137259" y="4690134"/>
                <a:ext cx="215559" cy="80979"/>
              </a:xfrm>
              <a:custGeom>
                <a:avLst/>
                <a:gdLst>
                  <a:gd name="connsiteX0" fmla="*/ 215551 w 215559"/>
                  <a:gd name="connsiteY0" fmla="*/ 80979 h 80979"/>
                  <a:gd name="connsiteX1" fmla="*/ 215551 w 215559"/>
                  <a:gd name="connsiteY1" fmla="*/ 40373 h 80979"/>
                  <a:gd name="connsiteX2" fmla="*/ 204727 w 215559"/>
                  <a:gd name="connsiteY2" fmla="*/ 24121 h 80979"/>
                  <a:gd name="connsiteX3" fmla="*/ 151974 w 215559"/>
                  <a:gd name="connsiteY3" fmla="*/ 5386 h 80979"/>
                  <a:gd name="connsiteX4" fmla="*/ 107620 w 215559"/>
                  <a:gd name="connsiteY4" fmla="*/ 0 h 80979"/>
                  <a:gd name="connsiteX5" fmla="*/ 63514 w 215559"/>
                  <a:gd name="connsiteY5" fmla="*/ 5152 h 80979"/>
                  <a:gd name="connsiteX6" fmla="*/ 10762 w 215559"/>
                  <a:gd name="connsiteY6" fmla="*/ 23887 h 80979"/>
                  <a:gd name="connsiteX7" fmla="*/ 0 w 215559"/>
                  <a:gd name="connsiteY7" fmla="*/ 40139 h 80979"/>
                  <a:gd name="connsiteX8" fmla="*/ 0 w 215559"/>
                  <a:gd name="connsiteY8" fmla="*/ 80979 h 80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559" h="80979">
                    <a:moveTo>
                      <a:pt x="215551" y="80979"/>
                    </a:moveTo>
                    <a:lnTo>
                      <a:pt x="215551" y="40373"/>
                    </a:lnTo>
                    <a:cubicBezTo>
                      <a:pt x="215771" y="33935"/>
                      <a:pt x="211711" y="27839"/>
                      <a:pt x="204727" y="24121"/>
                    </a:cubicBezTo>
                    <a:cubicBezTo>
                      <a:pt x="189183" y="15036"/>
                      <a:pt x="171172" y="8639"/>
                      <a:pt x="151974" y="5386"/>
                    </a:cubicBezTo>
                    <a:cubicBezTo>
                      <a:pt x="137568" y="2130"/>
                      <a:pt x="122655" y="319"/>
                      <a:pt x="107620" y="0"/>
                    </a:cubicBezTo>
                    <a:cubicBezTo>
                      <a:pt x="92651" y="-25"/>
                      <a:pt x="77769" y="1713"/>
                      <a:pt x="63514" y="5152"/>
                    </a:cubicBezTo>
                    <a:cubicBezTo>
                      <a:pt x="44589" y="8984"/>
                      <a:pt x="26725" y="15328"/>
                      <a:pt x="10762" y="23887"/>
                    </a:cubicBezTo>
                    <a:cubicBezTo>
                      <a:pt x="4019" y="27753"/>
                      <a:pt x="43" y="33757"/>
                      <a:pt x="0" y="40139"/>
                    </a:cubicBezTo>
                    <a:lnTo>
                      <a:pt x="0" y="80979"/>
                    </a:lnTo>
                    <a:close/>
                  </a:path>
                </a:pathLst>
              </a:custGeom>
              <a:solidFill>
                <a:srgbClr val="000000"/>
              </a:solidFill>
              <a:ln w="6152"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66" name="Forme libre : forme 165">
                <a:extLst>
                  <a:ext uri="{FF2B5EF4-FFF2-40B4-BE49-F238E27FC236}">
                    <a16:creationId xmlns:a16="http://schemas.microsoft.com/office/drawing/2014/main" id="{1945E102-1DF0-48B0-BE37-85B8023F05B6}"/>
                  </a:ext>
                </a:extLst>
              </p:cNvPr>
              <p:cNvSpPr/>
              <p:nvPr/>
            </p:nvSpPr>
            <p:spPr>
              <a:xfrm>
                <a:off x="190945" y="4597821"/>
                <a:ext cx="107868" cy="81213"/>
              </a:xfrm>
              <a:custGeom>
                <a:avLst/>
                <a:gdLst>
                  <a:gd name="connsiteX0" fmla="*/ 107869 w 107868"/>
                  <a:gd name="connsiteY0" fmla="*/ 40607 h 81213"/>
                  <a:gd name="connsiteX1" fmla="*/ 53934 w 107868"/>
                  <a:gd name="connsiteY1" fmla="*/ 81213 h 81213"/>
                  <a:gd name="connsiteX2" fmla="*/ 0 w 107868"/>
                  <a:gd name="connsiteY2" fmla="*/ 40607 h 81213"/>
                  <a:gd name="connsiteX3" fmla="*/ 53934 w 107868"/>
                  <a:gd name="connsiteY3" fmla="*/ 0 h 81213"/>
                  <a:gd name="connsiteX4" fmla="*/ 107869 w 107868"/>
                  <a:gd name="connsiteY4" fmla="*/ 40607 h 8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868" h="81213">
                    <a:moveTo>
                      <a:pt x="107869" y="40607"/>
                    </a:moveTo>
                    <a:cubicBezTo>
                      <a:pt x="107869" y="63033"/>
                      <a:pt x="83721" y="81213"/>
                      <a:pt x="53934" y="81213"/>
                    </a:cubicBezTo>
                    <a:cubicBezTo>
                      <a:pt x="24147" y="81213"/>
                      <a:pt x="0" y="63033"/>
                      <a:pt x="0" y="40607"/>
                    </a:cubicBezTo>
                    <a:cubicBezTo>
                      <a:pt x="0" y="18180"/>
                      <a:pt x="24147" y="0"/>
                      <a:pt x="53934" y="0"/>
                    </a:cubicBezTo>
                    <a:cubicBezTo>
                      <a:pt x="83721" y="0"/>
                      <a:pt x="107869" y="18180"/>
                      <a:pt x="107869" y="40607"/>
                    </a:cubicBezTo>
                    <a:close/>
                  </a:path>
                </a:pathLst>
              </a:custGeom>
              <a:solidFill>
                <a:srgbClr val="000000"/>
              </a:solidFill>
              <a:ln w="6152"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67" name="Forme libre : forme 166">
                <a:extLst>
                  <a:ext uri="{FF2B5EF4-FFF2-40B4-BE49-F238E27FC236}">
                    <a16:creationId xmlns:a16="http://schemas.microsoft.com/office/drawing/2014/main" id="{3BC0E878-75E7-4B53-AE8D-66F3EC849C05}"/>
                  </a:ext>
                </a:extLst>
              </p:cNvPr>
              <p:cNvSpPr/>
              <p:nvPr/>
            </p:nvSpPr>
            <p:spPr>
              <a:xfrm>
                <a:off x="267708" y="4401111"/>
                <a:ext cx="285663" cy="220549"/>
              </a:xfrm>
              <a:custGeom>
                <a:avLst/>
                <a:gdLst>
                  <a:gd name="connsiteX0" fmla="*/ 270668 w 285663"/>
                  <a:gd name="connsiteY0" fmla="*/ 0 h 220549"/>
                  <a:gd name="connsiteX1" fmla="*/ 14993 w 285663"/>
                  <a:gd name="connsiteY1" fmla="*/ 0 h 220549"/>
                  <a:gd name="connsiteX2" fmla="*/ 1 w 285663"/>
                  <a:gd name="connsiteY2" fmla="*/ 11428 h 220549"/>
                  <a:gd name="connsiteX3" fmla="*/ 1 w 285663"/>
                  <a:gd name="connsiteY3" fmla="*/ 161865 h 220549"/>
                  <a:gd name="connsiteX4" fmla="*/ 14805 w 285663"/>
                  <a:gd name="connsiteY4" fmla="*/ 173292 h 220549"/>
                  <a:gd name="connsiteX5" fmla="*/ 14869 w 285663"/>
                  <a:gd name="connsiteY5" fmla="*/ 173293 h 220549"/>
                  <a:gd name="connsiteX6" fmla="*/ 62147 w 285663"/>
                  <a:gd name="connsiteY6" fmla="*/ 173293 h 220549"/>
                  <a:gd name="connsiteX7" fmla="*/ 62147 w 285663"/>
                  <a:gd name="connsiteY7" fmla="*/ 220550 h 220549"/>
                  <a:gd name="connsiteX8" fmla="*/ 119192 w 285663"/>
                  <a:gd name="connsiteY8" fmla="*/ 173293 h 220549"/>
                  <a:gd name="connsiteX9" fmla="*/ 270357 w 285663"/>
                  <a:gd name="connsiteY9" fmla="*/ 173293 h 220549"/>
                  <a:gd name="connsiteX10" fmla="*/ 285350 w 285663"/>
                  <a:gd name="connsiteY10" fmla="*/ 161912 h 220549"/>
                  <a:gd name="connsiteX11" fmla="*/ 285349 w 285663"/>
                  <a:gd name="connsiteY11" fmla="*/ 161865 h 220549"/>
                  <a:gd name="connsiteX12" fmla="*/ 285660 w 285663"/>
                  <a:gd name="connsiteY12" fmla="*/ 11568 h 220549"/>
                  <a:gd name="connsiteX13" fmla="*/ 270920 w 285663"/>
                  <a:gd name="connsiteY13" fmla="*/ 2 h 220549"/>
                  <a:gd name="connsiteX14" fmla="*/ 270668 w 285663"/>
                  <a:gd name="connsiteY14" fmla="*/ 0 h 220549"/>
                  <a:gd name="connsiteX15" fmla="*/ 183577 w 285663"/>
                  <a:gd name="connsiteY15" fmla="*/ 43979 h 220549"/>
                  <a:gd name="connsiteX16" fmla="*/ 193219 w 285663"/>
                  <a:gd name="connsiteY16" fmla="*/ 36719 h 220549"/>
                  <a:gd name="connsiteX17" fmla="*/ 198728 w 285663"/>
                  <a:gd name="connsiteY17" fmla="*/ 37177 h 220549"/>
                  <a:gd name="connsiteX18" fmla="*/ 198756 w 285663"/>
                  <a:gd name="connsiteY18" fmla="*/ 40841 h 220549"/>
                  <a:gd name="connsiteX19" fmla="*/ 189114 w 285663"/>
                  <a:gd name="connsiteY19" fmla="*/ 48100 h 220549"/>
                  <a:gd name="connsiteX20" fmla="*/ 186376 w 285663"/>
                  <a:gd name="connsiteY20" fmla="*/ 48943 h 220549"/>
                  <a:gd name="connsiteX21" fmla="*/ 183577 w 285663"/>
                  <a:gd name="connsiteY21" fmla="*/ 48100 h 220549"/>
                  <a:gd name="connsiteX22" fmla="*/ 183764 w 285663"/>
                  <a:gd name="connsiteY22" fmla="*/ 44166 h 220549"/>
                  <a:gd name="connsiteX23" fmla="*/ 138974 w 285663"/>
                  <a:gd name="connsiteY23" fmla="*/ 21498 h 220549"/>
                  <a:gd name="connsiteX24" fmla="*/ 142369 w 285663"/>
                  <a:gd name="connsiteY24" fmla="*/ 18199 h 220549"/>
                  <a:gd name="connsiteX25" fmla="*/ 146750 w 285663"/>
                  <a:gd name="connsiteY25" fmla="*/ 20756 h 220549"/>
                  <a:gd name="connsiteX26" fmla="*/ 146750 w 285663"/>
                  <a:gd name="connsiteY26" fmla="*/ 21498 h 220549"/>
                  <a:gd name="connsiteX27" fmla="*/ 146750 w 285663"/>
                  <a:gd name="connsiteY27" fmla="*/ 31708 h 220549"/>
                  <a:gd name="connsiteX28" fmla="*/ 143355 w 285663"/>
                  <a:gd name="connsiteY28" fmla="*/ 35006 h 220549"/>
                  <a:gd name="connsiteX29" fmla="*/ 138974 w 285663"/>
                  <a:gd name="connsiteY29" fmla="*/ 32450 h 220549"/>
                  <a:gd name="connsiteX30" fmla="*/ 138974 w 285663"/>
                  <a:gd name="connsiteY30" fmla="*/ 31708 h 220549"/>
                  <a:gd name="connsiteX31" fmla="*/ 87092 w 285663"/>
                  <a:gd name="connsiteY31" fmla="*/ 36157 h 220549"/>
                  <a:gd name="connsiteX32" fmla="*/ 92458 w 285663"/>
                  <a:gd name="connsiteY32" fmla="*/ 36075 h 220549"/>
                  <a:gd name="connsiteX33" fmla="*/ 92567 w 285663"/>
                  <a:gd name="connsiteY33" fmla="*/ 36157 h 220549"/>
                  <a:gd name="connsiteX34" fmla="*/ 102209 w 285663"/>
                  <a:gd name="connsiteY34" fmla="*/ 43417 h 220549"/>
                  <a:gd name="connsiteX35" fmla="*/ 102209 w 285663"/>
                  <a:gd name="connsiteY35" fmla="*/ 47538 h 220549"/>
                  <a:gd name="connsiteX36" fmla="*/ 99472 w 285663"/>
                  <a:gd name="connsiteY36" fmla="*/ 48381 h 220549"/>
                  <a:gd name="connsiteX37" fmla="*/ 96672 w 285663"/>
                  <a:gd name="connsiteY37" fmla="*/ 47538 h 220549"/>
                  <a:gd name="connsiteX38" fmla="*/ 87092 w 285663"/>
                  <a:gd name="connsiteY38" fmla="*/ 40279 h 220549"/>
                  <a:gd name="connsiteX39" fmla="*/ 87279 w 285663"/>
                  <a:gd name="connsiteY39" fmla="*/ 36345 h 220549"/>
                  <a:gd name="connsiteX40" fmla="*/ 82365 w 285663"/>
                  <a:gd name="connsiteY40" fmla="*/ 79621 h 220549"/>
                  <a:gd name="connsiteX41" fmla="*/ 68990 w 285663"/>
                  <a:gd name="connsiteY41" fmla="*/ 79621 h 220549"/>
                  <a:gd name="connsiteX42" fmla="*/ 65595 w 285663"/>
                  <a:gd name="connsiteY42" fmla="*/ 76323 h 220549"/>
                  <a:gd name="connsiteX43" fmla="*/ 68990 w 285663"/>
                  <a:gd name="connsiteY43" fmla="*/ 73766 h 220549"/>
                  <a:gd name="connsiteX44" fmla="*/ 82365 w 285663"/>
                  <a:gd name="connsiteY44" fmla="*/ 73766 h 220549"/>
                  <a:gd name="connsiteX45" fmla="*/ 86745 w 285663"/>
                  <a:gd name="connsiteY45" fmla="*/ 76323 h 220549"/>
                  <a:gd name="connsiteX46" fmla="*/ 83350 w 285663"/>
                  <a:gd name="connsiteY46" fmla="*/ 79621 h 220549"/>
                  <a:gd name="connsiteX47" fmla="*/ 82365 w 285663"/>
                  <a:gd name="connsiteY47" fmla="*/ 79621 h 220549"/>
                  <a:gd name="connsiteX48" fmla="*/ 102147 w 285663"/>
                  <a:gd name="connsiteY48" fmla="*/ 109596 h 220549"/>
                  <a:gd name="connsiteX49" fmla="*/ 92505 w 285663"/>
                  <a:gd name="connsiteY49" fmla="*/ 116855 h 220549"/>
                  <a:gd name="connsiteX50" fmla="*/ 87003 w 285663"/>
                  <a:gd name="connsiteY50" fmla="*/ 116351 h 220549"/>
                  <a:gd name="connsiteX51" fmla="*/ 87030 w 285663"/>
                  <a:gd name="connsiteY51" fmla="*/ 112687 h 220549"/>
                  <a:gd name="connsiteX52" fmla="*/ 96610 w 285663"/>
                  <a:gd name="connsiteY52" fmla="*/ 105474 h 220549"/>
                  <a:gd name="connsiteX53" fmla="*/ 102119 w 285663"/>
                  <a:gd name="connsiteY53" fmla="*/ 105932 h 220549"/>
                  <a:gd name="connsiteX54" fmla="*/ 102147 w 285663"/>
                  <a:gd name="connsiteY54" fmla="*/ 109596 h 220549"/>
                  <a:gd name="connsiteX55" fmla="*/ 142706 w 285663"/>
                  <a:gd name="connsiteY55" fmla="*/ 142849 h 220549"/>
                  <a:gd name="connsiteX56" fmla="*/ 130265 w 285663"/>
                  <a:gd name="connsiteY56" fmla="*/ 134372 h 220549"/>
                  <a:gd name="connsiteX57" fmla="*/ 154588 w 285663"/>
                  <a:gd name="connsiteY57" fmla="*/ 134372 h 220549"/>
                  <a:gd name="connsiteX58" fmla="*/ 142706 w 285663"/>
                  <a:gd name="connsiteY58" fmla="*/ 142849 h 220549"/>
                  <a:gd name="connsiteX59" fmla="*/ 157885 w 285663"/>
                  <a:gd name="connsiteY59" fmla="*/ 128518 h 220549"/>
                  <a:gd name="connsiteX60" fmla="*/ 127465 w 285663"/>
                  <a:gd name="connsiteY60" fmla="*/ 128518 h 220549"/>
                  <a:gd name="connsiteX61" fmla="*/ 121867 w 285663"/>
                  <a:gd name="connsiteY61" fmla="*/ 124302 h 220549"/>
                  <a:gd name="connsiteX62" fmla="*/ 127465 w 285663"/>
                  <a:gd name="connsiteY62" fmla="*/ 120087 h 220549"/>
                  <a:gd name="connsiteX63" fmla="*/ 157885 w 285663"/>
                  <a:gd name="connsiteY63" fmla="*/ 120087 h 220549"/>
                  <a:gd name="connsiteX64" fmla="*/ 163484 w 285663"/>
                  <a:gd name="connsiteY64" fmla="*/ 124302 h 220549"/>
                  <a:gd name="connsiteX65" fmla="*/ 157885 w 285663"/>
                  <a:gd name="connsiteY65" fmla="*/ 128518 h 220549"/>
                  <a:gd name="connsiteX66" fmla="*/ 165288 w 285663"/>
                  <a:gd name="connsiteY66" fmla="*/ 113952 h 220549"/>
                  <a:gd name="connsiteX67" fmla="*/ 164728 w 285663"/>
                  <a:gd name="connsiteY67" fmla="*/ 114233 h 220549"/>
                  <a:gd name="connsiteX68" fmla="*/ 120623 w 285663"/>
                  <a:gd name="connsiteY68" fmla="*/ 114233 h 220549"/>
                  <a:gd name="connsiteX69" fmla="*/ 120063 w 285663"/>
                  <a:gd name="connsiteY69" fmla="*/ 114233 h 220549"/>
                  <a:gd name="connsiteX70" fmla="*/ 108243 w 285663"/>
                  <a:gd name="connsiteY70" fmla="*/ 99760 h 220549"/>
                  <a:gd name="connsiteX71" fmla="*/ 100405 w 285663"/>
                  <a:gd name="connsiteY71" fmla="*/ 90065 h 220549"/>
                  <a:gd name="connsiteX72" fmla="*/ 97170 w 285663"/>
                  <a:gd name="connsiteY72" fmla="*/ 78263 h 220549"/>
                  <a:gd name="connsiteX73" fmla="*/ 97170 w 285663"/>
                  <a:gd name="connsiteY73" fmla="*/ 76811 h 220549"/>
                  <a:gd name="connsiteX74" fmla="*/ 144358 w 285663"/>
                  <a:gd name="connsiteY74" fmla="*/ 43817 h 220549"/>
                  <a:gd name="connsiteX75" fmla="*/ 188180 w 285663"/>
                  <a:gd name="connsiteY75" fmla="*/ 76811 h 220549"/>
                  <a:gd name="connsiteX76" fmla="*/ 188180 w 285663"/>
                  <a:gd name="connsiteY76" fmla="*/ 78029 h 220549"/>
                  <a:gd name="connsiteX77" fmla="*/ 185008 w 285663"/>
                  <a:gd name="connsiteY77" fmla="*/ 89878 h 220549"/>
                  <a:gd name="connsiteX78" fmla="*/ 177170 w 285663"/>
                  <a:gd name="connsiteY78" fmla="*/ 99573 h 220549"/>
                  <a:gd name="connsiteX79" fmla="*/ 165288 w 285663"/>
                  <a:gd name="connsiteY79" fmla="*/ 113952 h 220549"/>
                  <a:gd name="connsiteX80" fmla="*/ 198942 w 285663"/>
                  <a:gd name="connsiteY80" fmla="*/ 116200 h 220549"/>
                  <a:gd name="connsiteX81" fmla="*/ 196205 w 285663"/>
                  <a:gd name="connsiteY81" fmla="*/ 117043 h 220549"/>
                  <a:gd name="connsiteX82" fmla="*/ 193406 w 285663"/>
                  <a:gd name="connsiteY82" fmla="*/ 116200 h 220549"/>
                  <a:gd name="connsiteX83" fmla="*/ 183764 w 285663"/>
                  <a:gd name="connsiteY83" fmla="*/ 108940 h 220549"/>
                  <a:gd name="connsiteX84" fmla="*/ 184434 w 285663"/>
                  <a:gd name="connsiteY84" fmla="*/ 104798 h 220549"/>
                  <a:gd name="connsiteX85" fmla="*/ 189300 w 285663"/>
                  <a:gd name="connsiteY85" fmla="*/ 104819 h 220549"/>
                  <a:gd name="connsiteX86" fmla="*/ 198942 w 285663"/>
                  <a:gd name="connsiteY86" fmla="*/ 112031 h 220549"/>
                  <a:gd name="connsiteX87" fmla="*/ 198942 w 285663"/>
                  <a:gd name="connsiteY87" fmla="*/ 116200 h 220549"/>
                  <a:gd name="connsiteX88" fmla="*/ 216361 w 285663"/>
                  <a:gd name="connsiteY88" fmla="*/ 79621 h 220549"/>
                  <a:gd name="connsiteX89" fmla="*/ 202799 w 285663"/>
                  <a:gd name="connsiteY89" fmla="*/ 79621 h 220549"/>
                  <a:gd name="connsiteX90" fmla="*/ 198419 w 285663"/>
                  <a:gd name="connsiteY90" fmla="*/ 77065 h 220549"/>
                  <a:gd name="connsiteX91" fmla="*/ 201814 w 285663"/>
                  <a:gd name="connsiteY91" fmla="*/ 73766 h 220549"/>
                  <a:gd name="connsiteX92" fmla="*/ 202799 w 285663"/>
                  <a:gd name="connsiteY92" fmla="*/ 73766 h 220549"/>
                  <a:gd name="connsiteX93" fmla="*/ 216361 w 285663"/>
                  <a:gd name="connsiteY93" fmla="*/ 73766 h 220549"/>
                  <a:gd name="connsiteX94" fmla="*/ 220741 w 285663"/>
                  <a:gd name="connsiteY94" fmla="*/ 76323 h 220549"/>
                  <a:gd name="connsiteX95" fmla="*/ 217346 w 285663"/>
                  <a:gd name="connsiteY95" fmla="*/ 79621 h 220549"/>
                  <a:gd name="connsiteX96" fmla="*/ 216361 w 285663"/>
                  <a:gd name="connsiteY96" fmla="*/ 79621 h 2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285663" h="220549">
                    <a:moveTo>
                      <a:pt x="270668" y="0"/>
                    </a:moveTo>
                    <a:lnTo>
                      <a:pt x="14993" y="0"/>
                    </a:lnTo>
                    <a:cubicBezTo>
                      <a:pt x="6669" y="52"/>
                      <a:pt x="-34" y="5160"/>
                      <a:pt x="1" y="11428"/>
                    </a:cubicBezTo>
                    <a:lnTo>
                      <a:pt x="1" y="161865"/>
                    </a:lnTo>
                    <a:cubicBezTo>
                      <a:pt x="-102" y="168098"/>
                      <a:pt x="6526" y="173214"/>
                      <a:pt x="14805" y="173292"/>
                    </a:cubicBezTo>
                    <a:cubicBezTo>
                      <a:pt x="14827" y="173292"/>
                      <a:pt x="14848" y="173293"/>
                      <a:pt x="14869" y="173293"/>
                    </a:cubicBezTo>
                    <a:lnTo>
                      <a:pt x="62147" y="173293"/>
                    </a:lnTo>
                    <a:lnTo>
                      <a:pt x="62147" y="220550"/>
                    </a:lnTo>
                    <a:lnTo>
                      <a:pt x="119192" y="173293"/>
                    </a:lnTo>
                    <a:lnTo>
                      <a:pt x="270357" y="173293"/>
                    </a:lnTo>
                    <a:cubicBezTo>
                      <a:pt x="278671" y="173267"/>
                      <a:pt x="285384" y="168172"/>
                      <a:pt x="285350" y="161912"/>
                    </a:cubicBezTo>
                    <a:cubicBezTo>
                      <a:pt x="285350" y="161896"/>
                      <a:pt x="285349" y="161881"/>
                      <a:pt x="285349" y="161865"/>
                    </a:cubicBezTo>
                    <a:lnTo>
                      <a:pt x="285660" y="11568"/>
                    </a:lnTo>
                    <a:cubicBezTo>
                      <a:pt x="285832" y="5310"/>
                      <a:pt x="279233" y="132"/>
                      <a:pt x="270920" y="2"/>
                    </a:cubicBezTo>
                    <a:cubicBezTo>
                      <a:pt x="270836" y="1"/>
                      <a:pt x="270752" y="0"/>
                      <a:pt x="270668" y="0"/>
                    </a:cubicBezTo>
                    <a:close/>
                    <a:moveTo>
                      <a:pt x="183577" y="43979"/>
                    </a:moveTo>
                    <a:lnTo>
                      <a:pt x="193219" y="36719"/>
                    </a:lnTo>
                    <a:cubicBezTo>
                      <a:pt x="194908" y="35700"/>
                      <a:pt x="197375" y="35905"/>
                      <a:pt x="198728" y="37177"/>
                    </a:cubicBezTo>
                    <a:cubicBezTo>
                      <a:pt x="199866" y="38246"/>
                      <a:pt x="199877" y="39763"/>
                      <a:pt x="198756" y="40841"/>
                    </a:cubicBezTo>
                    <a:lnTo>
                      <a:pt x="189114" y="48100"/>
                    </a:lnTo>
                    <a:cubicBezTo>
                      <a:pt x="188386" y="48644"/>
                      <a:pt x="187402" y="48947"/>
                      <a:pt x="186376" y="48943"/>
                    </a:cubicBezTo>
                    <a:cubicBezTo>
                      <a:pt x="185335" y="48940"/>
                      <a:pt x="184334" y="48639"/>
                      <a:pt x="183577" y="48100"/>
                    </a:cubicBezTo>
                    <a:cubicBezTo>
                      <a:pt x="182299" y="46945"/>
                      <a:pt x="182379" y="45250"/>
                      <a:pt x="183764" y="44166"/>
                    </a:cubicBezTo>
                    <a:close/>
                    <a:moveTo>
                      <a:pt x="138974" y="21498"/>
                    </a:moveTo>
                    <a:cubicBezTo>
                      <a:pt x="138701" y="19881"/>
                      <a:pt x="140222" y="18404"/>
                      <a:pt x="142369" y="18199"/>
                    </a:cubicBezTo>
                    <a:cubicBezTo>
                      <a:pt x="144517" y="17994"/>
                      <a:pt x="146477" y="19139"/>
                      <a:pt x="146750" y="20756"/>
                    </a:cubicBezTo>
                    <a:cubicBezTo>
                      <a:pt x="146792" y="21002"/>
                      <a:pt x="146792" y="21251"/>
                      <a:pt x="146750" y="21498"/>
                    </a:cubicBezTo>
                    <a:lnTo>
                      <a:pt x="146750" y="31708"/>
                    </a:lnTo>
                    <a:cubicBezTo>
                      <a:pt x="147022" y="33325"/>
                      <a:pt x="145502" y="34801"/>
                      <a:pt x="143355" y="35006"/>
                    </a:cubicBezTo>
                    <a:cubicBezTo>
                      <a:pt x="141207" y="35211"/>
                      <a:pt x="139246" y="34067"/>
                      <a:pt x="138974" y="32450"/>
                    </a:cubicBezTo>
                    <a:cubicBezTo>
                      <a:pt x="138932" y="32203"/>
                      <a:pt x="138932" y="31954"/>
                      <a:pt x="138974" y="31708"/>
                    </a:cubicBezTo>
                    <a:close/>
                    <a:moveTo>
                      <a:pt x="87092" y="36157"/>
                    </a:moveTo>
                    <a:cubicBezTo>
                      <a:pt x="88544" y="35019"/>
                      <a:pt x="90946" y="34983"/>
                      <a:pt x="92458" y="36075"/>
                    </a:cubicBezTo>
                    <a:cubicBezTo>
                      <a:pt x="92495" y="36102"/>
                      <a:pt x="92531" y="36129"/>
                      <a:pt x="92567" y="36157"/>
                    </a:cubicBezTo>
                    <a:lnTo>
                      <a:pt x="102209" y="43417"/>
                    </a:lnTo>
                    <a:cubicBezTo>
                      <a:pt x="103695" y="44563"/>
                      <a:pt x="103695" y="46392"/>
                      <a:pt x="102209" y="47538"/>
                    </a:cubicBezTo>
                    <a:cubicBezTo>
                      <a:pt x="101482" y="48082"/>
                      <a:pt x="100497" y="48385"/>
                      <a:pt x="99472" y="48381"/>
                    </a:cubicBezTo>
                    <a:cubicBezTo>
                      <a:pt x="98430" y="48378"/>
                      <a:pt x="97430" y="48077"/>
                      <a:pt x="96672" y="47538"/>
                    </a:cubicBezTo>
                    <a:lnTo>
                      <a:pt x="87092" y="40279"/>
                    </a:lnTo>
                    <a:cubicBezTo>
                      <a:pt x="85753" y="39139"/>
                      <a:pt x="85835" y="37409"/>
                      <a:pt x="87279" y="36345"/>
                    </a:cubicBezTo>
                    <a:close/>
                    <a:moveTo>
                      <a:pt x="82365" y="79621"/>
                    </a:moveTo>
                    <a:lnTo>
                      <a:pt x="68990" y="79621"/>
                    </a:lnTo>
                    <a:cubicBezTo>
                      <a:pt x="66842" y="79416"/>
                      <a:pt x="65323" y="77940"/>
                      <a:pt x="65595" y="76323"/>
                    </a:cubicBezTo>
                    <a:cubicBezTo>
                      <a:pt x="65820" y="74987"/>
                      <a:pt x="67216" y="73936"/>
                      <a:pt x="68990" y="73766"/>
                    </a:cubicBezTo>
                    <a:lnTo>
                      <a:pt x="82365" y="73766"/>
                    </a:lnTo>
                    <a:cubicBezTo>
                      <a:pt x="84512" y="73562"/>
                      <a:pt x="86473" y="74706"/>
                      <a:pt x="86745" y="76323"/>
                    </a:cubicBezTo>
                    <a:cubicBezTo>
                      <a:pt x="87018" y="77940"/>
                      <a:pt x="85497" y="79416"/>
                      <a:pt x="83350" y="79621"/>
                    </a:cubicBezTo>
                    <a:cubicBezTo>
                      <a:pt x="83023" y="79652"/>
                      <a:pt x="82692" y="79652"/>
                      <a:pt x="82365" y="79621"/>
                    </a:cubicBezTo>
                    <a:close/>
                    <a:moveTo>
                      <a:pt x="102147" y="109596"/>
                    </a:moveTo>
                    <a:lnTo>
                      <a:pt x="92505" y="116855"/>
                    </a:lnTo>
                    <a:cubicBezTo>
                      <a:pt x="90800" y="117860"/>
                      <a:pt x="88337" y="117634"/>
                      <a:pt x="87003" y="116351"/>
                    </a:cubicBezTo>
                    <a:cubicBezTo>
                      <a:pt x="85882" y="115273"/>
                      <a:pt x="85893" y="113756"/>
                      <a:pt x="87030" y="112687"/>
                    </a:cubicBezTo>
                    <a:lnTo>
                      <a:pt x="96610" y="105474"/>
                    </a:lnTo>
                    <a:cubicBezTo>
                      <a:pt x="98299" y="104455"/>
                      <a:pt x="100766" y="104660"/>
                      <a:pt x="102119" y="105932"/>
                    </a:cubicBezTo>
                    <a:cubicBezTo>
                      <a:pt x="103257" y="107001"/>
                      <a:pt x="103268" y="108518"/>
                      <a:pt x="102147" y="109596"/>
                    </a:cubicBezTo>
                    <a:close/>
                    <a:moveTo>
                      <a:pt x="142706" y="142849"/>
                    </a:moveTo>
                    <a:cubicBezTo>
                      <a:pt x="136272" y="142871"/>
                      <a:pt x="130876" y="139195"/>
                      <a:pt x="130265" y="134372"/>
                    </a:cubicBezTo>
                    <a:lnTo>
                      <a:pt x="154588" y="134372"/>
                    </a:lnTo>
                    <a:cubicBezTo>
                      <a:pt x="154002" y="139038"/>
                      <a:pt x="148926" y="142659"/>
                      <a:pt x="142706" y="142849"/>
                    </a:cubicBezTo>
                    <a:close/>
                    <a:moveTo>
                      <a:pt x="157885" y="128518"/>
                    </a:moveTo>
                    <a:lnTo>
                      <a:pt x="127465" y="128518"/>
                    </a:lnTo>
                    <a:cubicBezTo>
                      <a:pt x="124373" y="128518"/>
                      <a:pt x="121867" y="126631"/>
                      <a:pt x="121867" y="124302"/>
                    </a:cubicBezTo>
                    <a:cubicBezTo>
                      <a:pt x="121867" y="121974"/>
                      <a:pt x="124373" y="120087"/>
                      <a:pt x="127465" y="120087"/>
                    </a:cubicBezTo>
                    <a:lnTo>
                      <a:pt x="157885" y="120087"/>
                    </a:lnTo>
                    <a:cubicBezTo>
                      <a:pt x="160978" y="120087"/>
                      <a:pt x="163484" y="121974"/>
                      <a:pt x="163484" y="124302"/>
                    </a:cubicBezTo>
                    <a:cubicBezTo>
                      <a:pt x="163484" y="126631"/>
                      <a:pt x="160978" y="128518"/>
                      <a:pt x="157885" y="128518"/>
                    </a:cubicBezTo>
                    <a:close/>
                    <a:moveTo>
                      <a:pt x="165288" y="113952"/>
                    </a:moveTo>
                    <a:cubicBezTo>
                      <a:pt x="165190" y="114120"/>
                      <a:pt x="164972" y="114230"/>
                      <a:pt x="164728" y="114233"/>
                    </a:cubicBezTo>
                    <a:lnTo>
                      <a:pt x="120623" y="114233"/>
                    </a:lnTo>
                    <a:cubicBezTo>
                      <a:pt x="120443" y="114287"/>
                      <a:pt x="120242" y="114287"/>
                      <a:pt x="120063" y="114233"/>
                    </a:cubicBezTo>
                    <a:cubicBezTo>
                      <a:pt x="116920" y="109064"/>
                      <a:pt x="112950" y="104204"/>
                      <a:pt x="108243" y="99760"/>
                    </a:cubicBezTo>
                    <a:cubicBezTo>
                      <a:pt x="104877" y="96910"/>
                      <a:pt x="102222" y="93626"/>
                      <a:pt x="100405" y="90065"/>
                    </a:cubicBezTo>
                    <a:cubicBezTo>
                      <a:pt x="98439" y="86299"/>
                      <a:pt x="97345" y="82307"/>
                      <a:pt x="97170" y="78263"/>
                    </a:cubicBezTo>
                    <a:lnTo>
                      <a:pt x="97170" y="76811"/>
                    </a:lnTo>
                    <a:cubicBezTo>
                      <a:pt x="98100" y="57889"/>
                      <a:pt x="119226" y="43118"/>
                      <a:pt x="144358" y="43817"/>
                    </a:cubicBezTo>
                    <a:cubicBezTo>
                      <a:pt x="168186" y="44481"/>
                      <a:pt x="187300" y="58871"/>
                      <a:pt x="188180" y="76811"/>
                    </a:cubicBezTo>
                    <a:lnTo>
                      <a:pt x="188180" y="78029"/>
                    </a:lnTo>
                    <a:cubicBezTo>
                      <a:pt x="188003" y="82084"/>
                      <a:pt x="186931" y="86088"/>
                      <a:pt x="185008" y="89878"/>
                    </a:cubicBezTo>
                    <a:cubicBezTo>
                      <a:pt x="183163" y="93428"/>
                      <a:pt x="180511" y="96709"/>
                      <a:pt x="177170" y="99573"/>
                    </a:cubicBezTo>
                    <a:cubicBezTo>
                      <a:pt x="172463" y="103992"/>
                      <a:pt x="168474" y="108820"/>
                      <a:pt x="165288" y="113952"/>
                    </a:cubicBezTo>
                    <a:close/>
                    <a:moveTo>
                      <a:pt x="198942" y="116200"/>
                    </a:moveTo>
                    <a:cubicBezTo>
                      <a:pt x="198215" y="116743"/>
                      <a:pt x="197230" y="117046"/>
                      <a:pt x="196205" y="117043"/>
                    </a:cubicBezTo>
                    <a:cubicBezTo>
                      <a:pt x="195164" y="117039"/>
                      <a:pt x="194163" y="116738"/>
                      <a:pt x="193406" y="116200"/>
                    </a:cubicBezTo>
                    <a:lnTo>
                      <a:pt x="183764" y="108940"/>
                    </a:lnTo>
                    <a:cubicBezTo>
                      <a:pt x="182429" y="107657"/>
                      <a:pt x="182729" y="105803"/>
                      <a:pt x="184434" y="104798"/>
                    </a:cubicBezTo>
                    <a:cubicBezTo>
                      <a:pt x="185866" y="103954"/>
                      <a:pt x="187881" y="103962"/>
                      <a:pt x="189300" y="104819"/>
                    </a:cubicBezTo>
                    <a:lnTo>
                      <a:pt x="198942" y="112031"/>
                    </a:lnTo>
                    <a:cubicBezTo>
                      <a:pt x="200435" y="113193"/>
                      <a:pt x="200435" y="115038"/>
                      <a:pt x="198942" y="116200"/>
                    </a:cubicBezTo>
                    <a:close/>
                    <a:moveTo>
                      <a:pt x="216361" y="79621"/>
                    </a:moveTo>
                    <a:lnTo>
                      <a:pt x="202799" y="79621"/>
                    </a:lnTo>
                    <a:cubicBezTo>
                      <a:pt x="200652" y="79826"/>
                      <a:pt x="198691" y="78681"/>
                      <a:pt x="198419" y="77065"/>
                    </a:cubicBezTo>
                    <a:cubicBezTo>
                      <a:pt x="198146" y="75448"/>
                      <a:pt x="199667" y="73971"/>
                      <a:pt x="201814" y="73766"/>
                    </a:cubicBezTo>
                    <a:cubicBezTo>
                      <a:pt x="202141" y="73735"/>
                      <a:pt x="202472" y="73735"/>
                      <a:pt x="202799" y="73766"/>
                    </a:cubicBezTo>
                    <a:lnTo>
                      <a:pt x="216361" y="73766"/>
                    </a:lnTo>
                    <a:cubicBezTo>
                      <a:pt x="218508" y="73562"/>
                      <a:pt x="220470" y="74706"/>
                      <a:pt x="220741" y="76323"/>
                    </a:cubicBezTo>
                    <a:cubicBezTo>
                      <a:pt x="221014" y="77940"/>
                      <a:pt x="219494" y="79416"/>
                      <a:pt x="217346" y="79621"/>
                    </a:cubicBezTo>
                    <a:cubicBezTo>
                      <a:pt x="217019" y="79652"/>
                      <a:pt x="216688" y="79652"/>
                      <a:pt x="216361" y="79621"/>
                    </a:cubicBezTo>
                    <a:close/>
                  </a:path>
                </a:pathLst>
              </a:custGeom>
              <a:solidFill>
                <a:srgbClr val="000000"/>
              </a:solidFill>
              <a:ln w="6152"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61" name="ZoneTexte 160">
              <a:extLst>
                <a:ext uri="{FF2B5EF4-FFF2-40B4-BE49-F238E27FC236}">
                  <a16:creationId xmlns:a16="http://schemas.microsoft.com/office/drawing/2014/main" id="{A5349B7C-061E-43B1-834F-86B8C0ED8410}"/>
                </a:ext>
              </a:extLst>
            </p:cNvPr>
            <p:cNvSpPr txBox="1"/>
            <p:nvPr/>
          </p:nvSpPr>
          <p:spPr>
            <a:xfrm>
              <a:off x="-109803" y="5242350"/>
              <a:ext cx="712271"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Salarié</a:t>
              </a:r>
            </a:p>
          </p:txBody>
        </p:sp>
      </p:grpSp>
      <p:grpSp>
        <p:nvGrpSpPr>
          <p:cNvPr id="168" name="Groupe 167">
            <a:extLst>
              <a:ext uri="{FF2B5EF4-FFF2-40B4-BE49-F238E27FC236}">
                <a16:creationId xmlns:a16="http://schemas.microsoft.com/office/drawing/2014/main" id="{37657C22-0588-4BD7-9791-EBD068598345}"/>
              </a:ext>
            </a:extLst>
          </p:cNvPr>
          <p:cNvGrpSpPr/>
          <p:nvPr/>
        </p:nvGrpSpPr>
        <p:grpSpPr>
          <a:xfrm>
            <a:off x="190902" y="12278621"/>
            <a:ext cx="1687352" cy="834850"/>
            <a:chOff x="-25171" y="6097798"/>
            <a:chExt cx="775786" cy="417425"/>
          </a:xfrm>
        </p:grpSpPr>
        <p:grpSp>
          <p:nvGrpSpPr>
            <p:cNvPr id="169" name="Groupe 168">
              <a:extLst>
                <a:ext uri="{FF2B5EF4-FFF2-40B4-BE49-F238E27FC236}">
                  <a16:creationId xmlns:a16="http://schemas.microsoft.com/office/drawing/2014/main" id="{E83D5C6A-948C-43B7-9549-15495E81E18D}"/>
                </a:ext>
              </a:extLst>
            </p:cNvPr>
            <p:cNvGrpSpPr/>
            <p:nvPr/>
          </p:nvGrpSpPr>
          <p:grpSpPr>
            <a:xfrm>
              <a:off x="230478" y="6097798"/>
              <a:ext cx="254768" cy="258213"/>
              <a:chOff x="230478" y="5852857"/>
              <a:chExt cx="254768" cy="258213"/>
            </a:xfrm>
          </p:grpSpPr>
          <p:sp>
            <p:nvSpPr>
              <p:cNvPr id="171" name="Forme libre : forme 170">
                <a:extLst>
                  <a:ext uri="{FF2B5EF4-FFF2-40B4-BE49-F238E27FC236}">
                    <a16:creationId xmlns:a16="http://schemas.microsoft.com/office/drawing/2014/main" id="{3A2DE3FB-9054-4084-A4A6-5D2C15425E27}"/>
                  </a:ext>
                </a:extLst>
              </p:cNvPr>
              <p:cNvSpPr/>
              <p:nvPr/>
            </p:nvSpPr>
            <p:spPr>
              <a:xfrm>
                <a:off x="294170" y="5852857"/>
                <a:ext cx="127384" cy="121512"/>
              </a:xfrm>
              <a:custGeom>
                <a:avLst/>
                <a:gdLst>
                  <a:gd name="connsiteX0" fmla="*/ 127384 w 127384"/>
                  <a:gd name="connsiteY0" fmla="*/ 60756 h 121512"/>
                  <a:gd name="connsiteX1" fmla="*/ 63692 w 127384"/>
                  <a:gd name="connsiteY1" fmla="*/ 121512 h 121512"/>
                  <a:gd name="connsiteX2" fmla="*/ 0 w 127384"/>
                  <a:gd name="connsiteY2" fmla="*/ 60756 h 121512"/>
                  <a:gd name="connsiteX3" fmla="*/ 63692 w 127384"/>
                  <a:gd name="connsiteY3" fmla="*/ 0 h 121512"/>
                  <a:gd name="connsiteX4" fmla="*/ 127384 w 127384"/>
                  <a:gd name="connsiteY4" fmla="*/ 60756 h 121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384" h="121512">
                    <a:moveTo>
                      <a:pt x="127384" y="60756"/>
                    </a:moveTo>
                    <a:cubicBezTo>
                      <a:pt x="127384" y="94311"/>
                      <a:pt x="98868" y="121512"/>
                      <a:pt x="63692" y="121512"/>
                    </a:cubicBezTo>
                    <a:cubicBezTo>
                      <a:pt x="28516" y="121512"/>
                      <a:pt x="0" y="94311"/>
                      <a:pt x="0" y="60756"/>
                    </a:cubicBezTo>
                    <a:cubicBezTo>
                      <a:pt x="0" y="27201"/>
                      <a:pt x="28516" y="0"/>
                      <a:pt x="63692" y="0"/>
                    </a:cubicBezTo>
                    <a:cubicBezTo>
                      <a:pt x="98868" y="0"/>
                      <a:pt x="127384" y="27201"/>
                      <a:pt x="127384" y="60756"/>
                    </a:cubicBez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72" name="Forme libre : forme 171">
                <a:extLst>
                  <a:ext uri="{FF2B5EF4-FFF2-40B4-BE49-F238E27FC236}">
                    <a16:creationId xmlns:a16="http://schemas.microsoft.com/office/drawing/2014/main" id="{B8E0CDFB-140F-4A60-85F9-11BF76FA6548}"/>
                  </a:ext>
                </a:extLst>
              </p:cNvPr>
              <p:cNvSpPr/>
              <p:nvPr/>
            </p:nvSpPr>
            <p:spPr>
              <a:xfrm>
                <a:off x="230478" y="5989558"/>
                <a:ext cx="254768" cy="121512"/>
              </a:xfrm>
              <a:custGeom>
                <a:avLst/>
                <a:gdLst>
                  <a:gd name="connsiteX0" fmla="*/ 254768 w 254768"/>
                  <a:gd name="connsiteY0" fmla="*/ 121512 h 121512"/>
                  <a:gd name="connsiteX1" fmla="*/ 254768 w 254768"/>
                  <a:gd name="connsiteY1" fmla="*/ 60756 h 121512"/>
                  <a:gd name="connsiteX2" fmla="*/ 242030 w 254768"/>
                  <a:gd name="connsiteY2" fmla="*/ 36454 h 121512"/>
                  <a:gd name="connsiteX3" fmla="*/ 179930 w 254768"/>
                  <a:gd name="connsiteY3" fmla="*/ 7595 h 121512"/>
                  <a:gd name="connsiteX4" fmla="*/ 127384 w 254768"/>
                  <a:gd name="connsiteY4" fmla="*/ 0 h 121512"/>
                  <a:gd name="connsiteX5" fmla="*/ 74838 w 254768"/>
                  <a:gd name="connsiteY5" fmla="*/ 7595 h 121512"/>
                  <a:gd name="connsiteX6" fmla="*/ 12738 w 254768"/>
                  <a:gd name="connsiteY6" fmla="*/ 36454 h 121512"/>
                  <a:gd name="connsiteX7" fmla="*/ 0 w 254768"/>
                  <a:gd name="connsiteY7" fmla="*/ 60756 h 121512"/>
                  <a:gd name="connsiteX8" fmla="*/ 0 w 254768"/>
                  <a:gd name="connsiteY8" fmla="*/ 121512 h 121512"/>
                  <a:gd name="connsiteX9" fmla="*/ 254768 w 254768"/>
                  <a:gd name="connsiteY9" fmla="*/ 121512 h 121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768" h="121512">
                    <a:moveTo>
                      <a:pt x="254768" y="121512"/>
                    </a:moveTo>
                    <a:lnTo>
                      <a:pt x="254768" y="60756"/>
                    </a:lnTo>
                    <a:cubicBezTo>
                      <a:pt x="254768" y="51643"/>
                      <a:pt x="249991" y="42529"/>
                      <a:pt x="242030" y="36454"/>
                    </a:cubicBezTo>
                    <a:cubicBezTo>
                      <a:pt x="224514" y="22784"/>
                      <a:pt x="202222" y="13670"/>
                      <a:pt x="179930" y="7595"/>
                    </a:cubicBezTo>
                    <a:cubicBezTo>
                      <a:pt x="164007" y="3038"/>
                      <a:pt x="146492" y="0"/>
                      <a:pt x="127384" y="0"/>
                    </a:cubicBezTo>
                    <a:cubicBezTo>
                      <a:pt x="109869" y="0"/>
                      <a:pt x="92353" y="3038"/>
                      <a:pt x="74838" y="7595"/>
                    </a:cubicBezTo>
                    <a:cubicBezTo>
                      <a:pt x="52546" y="13670"/>
                      <a:pt x="30254" y="24302"/>
                      <a:pt x="12738" y="36454"/>
                    </a:cubicBezTo>
                    <a:cubicBezTo>
                      <a:pt x="4777" y="42529"/>
                      <a:pt x="0" y="51643"/>
                      <a:pt x="0" y="60756"/>
                    </a:cubicBezTo>
                    <a:lnTo>
                      <a:pt x="0" y="121512"/>
                    </a:lnTo>
                    <a:lnTo>
                      <a:pt x="254768" y="121512"/>
                    </a:ln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70" name="ZoneTexte 169">
              <a:extLst>
                <a:ext uri="{FF2B5EF4-FFF2-40B4-BE49-F238E27FC236}">
                  <a16:creationId xmlns:a16="http://schemas.microsoft.com/office/drawing/2014/main" id="{5EF1CC1A-354D-4489-93ED-4DA04977D70D}"/>
                </a:ext>
              </a:extLst>
            </p:cNvPr>
            <p:cNvSpPr txBox="1"/>
            <p:nvPr/>
          </p:nvSpPr>
          <p:spPr>
            <a:xfrm>
              <a:off x="-25171" y="6330557"/>
              <a:ext cx="775786" cy="184666"/>
            </a:xfrm>
            <a:prstGeom prst="rect">
              <a:avLst/>
            </a:prstGeom>
            <a:noFill/>
          </p:spPr>
          <p:txBody>
            <a:bodyPr wrap="square" rtlCol="0">
              <a:spAutoFit/>
            </a:bodyPr>
            <a:lstStyle/>
            <a:p>
              <a:pPr defTabSz="1828800" hangingPunct="1">
                <a:defRPr/>
              </a:pPr>
              <a:r>
                <a:rPr lang="fr-FR" sz="1800" b="1">
                  <a:solidFill>
                    <a:prstClr val="black"/>
                  </a:solidFill>
                  <a:latin typeface="Calibri"/>
                </a:rPr>
                <a:t>CNPR</a:t>
              </a:r>
              <a:endParaRPr lang="fr-FR" sz="1800" b="1" kern="1200">
                <a:solidFill>
                  <a:prstClr val="black"/>
                </a:solidFill>
                <a:latin typeface="Calibri"/>
                <a:ea typeface="+mn-ea"/>
                <a:cs typeface="+mn-cs"/>
              </a:endParaRPr>
            </a:p>
          </p:txBody>
        </p:sp>
      </p:grpSp>
      <p:grpSp>
        <p:nvGrpSpPr>
          <p:cNvPr id="322" name="Groupe 321">
            <a:extLst>
              <a:ext uri="{FF2B5EF4-FFF2-40B4-BE49-F238E27FC236}">
                <a16:creationId xmlns:a16="http://schemas.microsoft.com/office/drawing/2014/main" id="{96A0401C-4FC0-4EEB-A93C-52D8165E22AC}"/>
              </a:ext>
            </a:extLst>
          </p:cNvPr>
          <p:cNvGrpSpPr/>
          <p:nvPr/>
        </p:nvGrpSpPr>
        <p:grpSpPr>
          <a:xfrm>
            <a:off x="94656" y="2764919"/>
            <a:ext cx="1879844" cy="1076884"/>
            <a:chOff x="-146330" y="3779728"/>
            <a:chExt cx="939922" cy="538442"/>
          </a:xfrm>
        </p:grpSpPr>
        <p:sp>
          <p:nvSpPr>
            <p:cNvPr id="323" name="ZoneTexte 322">
              <a:extLst>
                <a:ext uri="{FF2B5EF4-FFF2-40B4-BE49-F238E27FC236}">
                  <a16:creationId xmlns:a16="http://schemas.microsoft.com/office/drawing/2014/main" id="{6B5B15D6-A9EC-4709-B09C-2DD9ECC13393}"/>
                </a:ext>
              </a:extLst>
            </p:cNvPr>
            <p:cNvSpPr txBox="1"/>
            <p:nvPr/>
          </p:nvSpPr>
          <p:spPr>
            <a:xfrm>
              <a:off x="-146330" y="4133504"/>
              <a:ext cx="939922"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Manager</a:t>
              </a:r>
            </a:p>
          </p:txBody>
        </p:sp>
        <p:pic>
          <p:nvPicPr>
            <p:cNvPr id="324" name="Graphique 323" descr="Programmeur">
              <a:extLst>
                <a:ext uri="{FF2B5EF4-FFF2-40B4-BE49-F238E27FC236}">
                  <a16:creationId xmlns:a16="http://schemas.microsoft.com/office/drawing/2014/main" id="{003F7CC0-1680-4DC2-AA8F-3CB876C08D3B}"/>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1698" y="3779728"/>
              <a:ext cx="372776" cy="372776"/>
            </a:xfrm>
            <a:prstGeom prst="rect">
              <a:avLst/>
            </a:prstGeom>
          </p:spPr>
        </p:pic>
      </p:grpSp>
      <p:sp>
        <p:nvSpPr>
          <p:cNvPr id="102" name="Rectangle : coins arrondis 101">
            <a:extLst>
              <a:ext uri="{FF2B5EF4-FFF2-40B4-BE49-F238E27FC236}">
                <a16:creationId xmlns:a16="http://schemas.microsoft.com/office/drawing/2014/main" id="{A02EDB20-4BB9-46CA-B312-BD3AED1267D5}"/>
              </a:ext>
            </a:extLst>
          </p:cNvPr>
          <p:cNvSpPr/>
          <p:nvPr/>
        </p:nvSpPr>
        <p:spPr>
          <a:xfrm>
            <a:off x="4173898" y="5160527"/>
            <a:ext cx="2629736" cy="822474"/>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828800" hangingPunct="1">
              <a:lnSpc>
                <a:spcPts val="2600"/>
              </a:lnSpc>
              <a:defRPr/>
            </a:pPr>
            <a:r>
              <a:rPr lang="fr-FR" sz="2000" kern="1200">
                <a:solidFill>
                  <a:prstClr val="black"/>
                </a:solidFill>
                <a:latin typeface="Calibri"/>
              </a:rPr>
              <a:t>Validation salarié</a:t>
            </a:r>
          </a:p>
          <a:p>
            <a:pPr defTabSz="1828800" hangingPunct="1">
              <a:lnSpc>
                <a:spcPts val="2600"/>
              </a:lnSpc>
              <a:defRPr/>
            </a:pPr>
            <a:r>
              <a:rPr lang="fr-FR" sz="2000" kern="1200">
                <a:solidFill>
                  <a:prstClr val="black"/>
                </a:solidFill>
                <a:latin typeface="Calibri"/>
              </a:rPr>
              <a:t>Multi-demandes</a:t>
            </a:r>
          </a:p>
        </p:txBody>
      </p:sp>
      <p:sp>
        <p:nvSpPr>
          <p:cNvPr id="109" name="Rectangle : coins arrondis 108">
            <a:extLst>
              <a:ext uri="{FF2B5EF4-FFF2-40B4-BE49-F238E27FC236}">
                <a16:creationId xmlns:a16="http://schemas.microsoft.com/office/drawing/2014/main" id="{CE01B5EC-ADD3-4CC4-AB0E-59AB2457C9E1}"/>
              </a:ext>
            </a:extLst>
          </p:cNvPr>
          <p:cNvSpPr/>
          <p:nvPr/>
        </p:nvSpPr>
        <p:spPr>
          <a:xfrm>
            <a:off x="2296246" y="2599516"/>
            <a:ext cx="2927288" cy="924872"/>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a:solidFill>
                  <a:prstClr val="black"/>
                </a:solidFill>
                <a:latin typeface="Calibri"/>
              </a:rPr>
              <a:t>Demande préalable HS/HC</a:t>
            </a:r>
          </a:p>
          <a:p>
            <a:pPr defTabSz="1828800" hangingPunct="1">
              <a:defRPr/>
            </a:pPr>
            <a:r>
              <a:rPr lang="fr-FR" sz="2000" kern="1200">
                <a:solidFill>
                  <a:prstClr val="black"/>
                </a:solidFill>
                <a:latin typeface="Calibri"/>
              </a:rPr>
              <a:t>Multi-demandes</a:t>
            </a:r>
          </a:p>
        </p:txBody>
      </p:sp>
      <p:sp>
        <p:nvSpPr>
          <p:cNvPr id="115" name="Rectangle 114">
            <a:extLst>
              <a:ext uri="{FF2B5EF4-FFF2-40B4-BE49-F238E27FC236}">
                <a16:creationId xmlns:a16="http://schemas.microsoft.com/office/drawing/2014/main" id="{9775E191-388F-4DA9-9EBB-2D0396BF914F}"/>
              </a:ext>
            </a:extLst>
          </p:cNvPr>
          <p:cNvSpPr/>
          <p:nvPr/>
        </p:nvSpPr>
        <p:spPr>
          <a:xfrm>
            <a:off x="2242570" y="3734934"/>
            <a:ext cx="2376000" cy="42480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a:solidFill>
                  <a:prstClr val="black"/>
                </a:solidFill>
                <a:latin typeface="Calibri"/>
              </a:rPr>
              <a:t>Masque de saisie</a:t>
            </a:r>
            <a:endParaRPr lang="fr-FR" sz="2000" kern="1200">
              <a:solidFill>
                <a:prstClr val="black"/>
              </a:solidFill>
              <a:latin typeface="Calibri"/>
            </a:endParaRPr>
          </a:p>
        </p:txBody>
      </p:sp>
      <p:cxnSp>
        <p:nvCxnSpPr>
          <p:cNvPr id="116" name="Connecteur droit avec flèche 115">
            <a:extLst>
              <a:ext uri="{FF2B5EF4-FFF2-40B4-BE49-F238E27FC236}">
                <a16:creationId xmlns:a16="http://schemas.microsoft.com/office/drawing/2014/main" id="{7B4A163B-2662-4A7A-AC54-6AC067DB3EDB}"/>
              </a:ext>
            </a:extLst>
          </p:cNvPr>
          <p:cNvCxnSpPr>
            <a:cxnSpLocks/>
            <a:stCxn id="115" idx="0"/>
            <a:endCxn id="109" idx="2"/>
          </p:cNvCxnSpPr>
          <p:nvPr/>
        </p:nvCxnSpPr>
        <p:spPr>
          <a:xfrm flipV="1">
            <a:off x="3430570" y="3524389"/>
            <a:ext cx="329320" cy="210546"/>
          </a:xfrm>
          <a:prstGeom prst="straightConnector1">
            <a:avLst/>
          </a:prstGeom>
          <a:ln w="31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Connecteur : en angle 16">
            <a:extLst>
              <a:ext uri="{FF2B5EF4-FFF2-40B4-BE49-F238E27FC236}">
                <a16:creationId xmlns:a16="http://schemas.microsoft.com/office/drawing/2014/main" id="{BDF09F04-5533-4679-91AD-37C1FB7B90A5}"/>
              </a:ext>
            </a:extLst>
          </p:cNvPr>
          <p:cNvCxnSpPr>
            <a:cxnSpLocks/>
            <a:stCxn id="109" idx="3"/>
            <a:endCxn id="102" idx="0"/>
          </p:cNvCxnSpPr>
          <p:nvPr/>
        </p:nvCxnSpPr>
        <p:spPr>
          <a:xfrm>
            <a:off x="5223534" y="3061953"/>
            <a:ext cx="265232" cy="2098574"/>
          </a:xfrm>
          <a:prstGeom prst="bentConnector2">
            <a:avLst/>
          </a:prstGeom>
          <a:ln w="19050">
            <a:solidFill>
              <a:schemeClr val="tx1"/>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cxnSp>
      <p:sp>
        <p:nvSpPr>
          <p:cNvPr id="6" name="Titre 5">
            <a:extLst>
              <a:ext uri="{FF2B5EF4-FFF2-40B4-BE49-F238E27FC236}">
                <a16:creationId xmlns:a16="http://schemas.microsoft.com/office/drawing/2014/main" id="{0CBF8B94-52F5-4683-AC69-1F186703845F}"/>
              </a:ext>
            </a:extLst>
          </p:cNvPr>
          <p:cNvSpPr>
            <a:spLocks noGrp="1"/>
          </p:cNvSpPr>
          <p:nvPr>
            <p:ph type="ctrTitle"/>
          </p:nvPr>
        </p:nvSpPr>
        <p:spPr>
          <a:xfrm>
            <a:off x="20069767" y="-126776"/>
            <a:ext cx="4279134" cy="492488"/>
          </a:xfrm>
        </p:spPr>
        <p:txBody>
          <a:bodyPr>
            <a:noAutofit/>
          </a:bodyPr>
          <a:lstStyle/>
          <a:p>
            <a:r>
              <a:rPr lang="fr-FR" sz="2400">
                <a:noFill/>
              </a:rPr>
              <a:t>Processus de recette (VF)</a:t>
            </a:r>
          </a:p>
        </p:txBody>
      </p:sp>
      <p:sp>
        <p:nvSpPr>
          <p:cNvPr id="117" name="Rectangle : coins arrondis 116">
            <a:extLst>
              <a:ext uri="{FF2B5EF4-FFF2-40B4-BE49-F238E27FC236}">
                <a16:creationId xmlns:a16="http://schemas.microsoft.com/office/drawing/2014/main" id="{FC3ED730-4F45-4D12-A1C3-82768A760FDC}"/>
              </a:ext>
            </a:extLst>
          </p:cNvPr>
          <p:cNvSpPr/>
          <p:nvPr/>
        </p:nvSpPr>
        <p:spPr>
          <a:xfrm>
            <a:off x="4795714" y="8587134"/>
            <a:ext cx="1798848" cy="948344"/>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828800" hangingPunct="1">
              <a:lnSpc>
                <a:spcPts val="2600"/>
              </a:lnSpc>
              <a:defRPr/>
            </a:pPr>
            <a:r>
              <a:rPr lang="fr-FR" sz="2000" kern="1200">
                <a:solidFill>
                  <a:prstClr val="black"/>
                </a:solidFill>
                <a:latin typeface="Calibri"/>
              </a:rPr>
              <a:t>Validation Direction GAP</a:t>
            </a:r>
          </a:p>
        </p:txBody>
      </p:sp>
      <p:sp>
        <p:nvSpPr>
          <p:cNvPr id="4" name="Organigramme : Décision 3">
            <a:extLst>
              <a:ext uri="{FF2B5EF4-FFF2-40B4-BE49-F238E27FC236}">
                <a16:creationId xmlns:a16="http://schemas.microsoft.com/office/drawing/2014/main" id="{C8343222-F8BD-D885-0E1F-F0E7EFA967FE}"/>
              </a:ext>
            </a:extLst>
          </p:cNvPr>
          <p:cNvSpPr/>
          <p:nvPr/>
        </p:nvSpPr>
        <p:spPr>
          <a:xfrm>
            <a:off x="4743674" y="6291120"/>
            <a:ext cx="1258400" cy="46166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10" name="Connecteur droit avec flèche 9">
            <a:extLst>
              <a:ext uri="{FF2B5EF4-FFF2-40B4-BE49-F238E27FC236}">
                <a16:creationId xmlns:a16="http://schemas.microsoft.com/office/drawing/2014/main" id="{BC2F08C7-1C2D-6D46-1E61-6F0DDC5B7455}"/>
              </a:ext>
            </a:extLst>
          </p:cNvPr>
          <p:cNvCxnSpPr>
            <a:cxnSpLocks/>
          </p:cNvCxnSpPr>
          <p:nvPr/>
        </p:nvCxnSpPr>
        <p:spPr>
          <a:xfrm>
            <a:off x="5312340" y="6045001"/>
            <a:ext cx="79584" cy="23794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ZoneTexte 11">
            <a:extLst>
              <a:ext uri="{FF2B5EF4-FFF2-40B4-BE49-F238E27FC236}">
                <a16:creationId xmlns:a16="http://schemas.microsoft.com/office/drawing/2014/main" id="{B63732A2-F492-0574-CCBD-20E5CC510EE4}"/>
              </a:ext>
            </a:extLst>
          </p:cNvPr>
          <p:cNvSpPr txBox="1"/>
          <p:nvPr/>
        </p:nvSpPr>
        <p:spPr>
          <a:xfrm>
            <a:off x="5772277" y="6154083"/>
            <a:ext cx="104999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Accord</a:t>
            </a:r>
          </a:p>
        </p:txBody>
      </p:sp>
      <p:sp>
        <p:nvSpPr>
          <p:cNvPr id="14" name="ZoneTexte 13">
            <a:extLst>
              <a:ext uri="{FF2B5EF4-FFF2-40B4-BE49-F238E27FC236}">
                <a16:creationId xmlns:a16="http://schemas.microsoft.com/office/drawing/2014/main" id="{B79257CA-AEDA-94BA-2E4E-2797DE9DE5A8}"/>
              </a:ext>
            </a:extLst>
          </p:cNvPr>
          <p:cNvSpPr txBox="1"/>
          <p:nvPr/>
        </p:nvSpPr>
        <p:spPr>
          <a:xfrm>
            <a:off x="3920642" y="6193547"/>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Refus</a:t>
            </a:r>
          </a:p>
        </p:txBody>
      </p:sp>
      <p:cxnSp>
        <p:nvCxnSpPr>
          <p:cNvPr id="24" name="Connecteur droit 23">
            <a:extLst>
              <a:ext uri="{FF2B5EF4-FFF2-40B4-BE49-F238E27FC236}">
                <a16:creationId xmlns:a16="http://schemas.microsoft.com/office/drawing/2014/main" id="{210405E4-85D7-55EA-EC1E-E9BACE348028}"/>
              </a:ext>
            </a:extLst>
          </p:cNvPr>
          <p:cNvCxnSpPr>
            <a:cxnSpLocks/>
          </p:cNvCxnSpPr>
          <p:nvPr/>
        </p:nvCxnSpPr>
        <p:spPr>
          <a:xfrm flipH="1">
            <a:off x="3542674" y="6513774"/>
            <a:ext cx="1183860" cy="332040"/>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5" name="Connecteur droit avec flèche 224">
            <a:extLst>
              <a:ext uri="{FF2B5EF4-FFF2-40B4-BE49-F238E27FC236}">
                <a16:creationId xmlns:a16="http://schemas.microsoft.com/office/drawing/2014/main" id="{3A26D732-6C69-630D-B405-F0D7C379FE8B}"/>
              </a:ext>
            </a:extLst>
          </p:cNvPr>
          <p:cNvCxnSpPr>
            <a:cxnSpLocks/>
          </p:cNvCxnSpPr>
          <p:nvPr/>
        </p:nvCxnSpPr>
        <p:spPr>
          <a:xfrm>
            <a:off x="5973320" y="6540937"/>
            <a:ext cx="0" cy="204619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33" name="Organigramme : Décision 232">
            <a:extLst>
              <a:ext uri="{FF2B5EF4-FFF2-40B4-BE49-F238E27FC236}">
                <a16:creationId xmlns:a16="http://schemas.microsoft.com/office/drawing/2014/main" id="{DD693D73-A797-50F9-A315-BA2ED9323525}"/>
              </a:ext>
            </a:extLst>
          </p:cNvPr>
          <p:cNvSpPr/>
          <p:nvPr/>
        </p:nvSpPr>
        <p:spPr>
          <a:xfrm>
            <a:off x="3328377" y="9751262"/>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36" name="ZoneTexte 235">
            <a:extLst>
              <a:ext uri="{FF2B5EF4-FFF2-40B4-BE49-F238E27FC236}">
                <a16:creationId xmlns:a16="http://schemas.microsoft.com/office/drawing/2014/main" id="{0F914B63-D7CF-6A15-E019-C435732EFC41}"/>
              </a:ext>
            </a:extLst>
          </p:cNvPr>
          <p:cNvSpPr txBox="1"/>
          <p:nvPr/>
        </p:nvSpPr>
        <p:spPr>
          <a:xfrm>
            <a:off x="3278826" y="10308485"/>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
        <p:nvSpPr>
          <p:cNvPr id="237" name="ZoneTexte 236">
            <a:extLst>
              <a:ext uri="{FF2B5EF4-FFF2-40B4-BE49-F238E27FC236}">
                <a16:creationId xmlns:a16="http://schemas.microsoft.com/office/drawing/2014/main" id="{99C0E129-2CF1-748A-7D67-54EF985638B1}"/>
              </a:ext>
            </a:extLst>
          </p:cNvPr>
          <p:cNvSpPr txBox="1"/>
          <p:nvPr/>
        </p:nvSpPr>
        <p:spPr>
          <a:xfrm>
            <a:off x="4375756" y="10071177"/>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cxnSp>
        <p:nvCxnSpPr>
          <p:cNvPr id="246" name="Connecteur : en angle 245">
            <a:extLst>
              <a:ext uri="{FF2B5EF4-FFF2-40B4-BE49-F238E27FC236}">
                <a16:creationId xmlns:a16="http://schemas.microsoft.com/office/drawing/2014/main" id="{F118D287-713E-CF6E-07FC-6A044EAED6BE}"/>
              </a:ext>
            </a:extLst>
          </p:cNvPr>
          <p:cNvCxnSpPr>
            <a:cxnSpLocks/>
          </p:cNvCxnSpPr>
          <p:nvPr/>
        </p:nvCxnSpPr>
        <p:spPr>
          <a:xfrm flipH="1">
            <a:off x="2870414" y="9866542"/>
            <a:ext cx="404239" cy="17756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1" name="Connecteur droit avec flèche 250">
            <a:extLst>
              <a:ext uri="{FF2B5EF4-FFF2-40B4-BE49-F238E27FC236}">
                <a16:creationId xmlns:a16="http://schemas.microsoft.com/office/drawing/2014/main" id="{AA87B783-3196-15F9-DE1A-299061BFA40B}"/>
              </a:ext>
            </a:extLst>
          </p:cNvPr>
          <p:cNvCxnSpPr>
            <a:cxnSpLocks/>
            <a:stCxn id="233" idx="3"/>
          </p:cNvCxnSpPr>
          <p:nvPr/>
        </p:nvCxnSpPr>
        <p:spPr>
          <a:xfrm>
            <a:off x="4300962" y="9932484"/>
            <a:ext cx="170111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52" name="ZoneTexte 251">
            <a:extLst>
              <a:ext uri="{FF2B5EF4-FFF2-40B4-BE49-F238E27FC236}">
                <a16:creationId xmlns:a16="http://schemas.microsoft.com/office/drawing/2014/main" id="{841184B8-EDBD-9A97-43CB-88FACE2D6CD0}"/>
              </a:ext>
            </a:extLst>
          </p:cNvPr>
          <p:cNvSpPr txBox="1"/>
          <p:nvPr/>
        </p:nvSpPr>
        <p:spPr>
          <a:xfrm>
            <a:off x="2885488" y="8757589"/>
            <a:ext cx="1879444" cy="584775"/>
          </a:xfrm>
          <a:prstGeom prst="rect">
            <a:avLst/>
          </a:prstGeom>
          <a:noFill/>
        </p:spPr>
        <p:txBody>
          <a:bodyPr wrap="square" rtlCol="0">
            <a:spAutoFit/>
          </a:bodyPr>
          <a:lstStyle/>
          <a:p>
            <a:pPr defTabSz="1828800" hangingPunct="1">
              <a:defRPr/>
            </a:pPr>
            <a:r>
              <a:rPr lang="fr-FR" sz="1600" b="1">
                <a:solidFill>
                  <a:schemeClr val="tx1"/>
                </a:solidFill>
              </a:rPr>
              <a:t>Respect réglementation ?</a:t>
            </a:r>
          </a:p>
        </p:txBody>
      </p:sp>
      <p:cxnSp>
        <p:nvCxnSpPr>
          <p:cNvPr id="254" name="Connecteur droit avec flèche 253">
            <a:extLst>
              <a:ext uri="{FF2B5EF4-FFF2-40B4-BE49-F238E27FC236}">
                <a16:creationId xmlns:a16="http://schemas.microsoft.com/office/drawing/2014/main" id="{49FE6EAB-F14B-83A8-9F7B-20F9BC8BACA1}"/>
              </a:ext>
            </a:extLst>
          </p:cNvPr>
          <p:cNvCxnSpPr>
            <a:cxnSpLocks/>
            <a:stCxn id="252" idx="2"/>
            <a:endCxn id="233" idx="0"/>
          </p:cNvCxnSpPr>
          <p:nvPr/>
        </p:nvCxnSpPr>
        <p:spPr>
          <a:xfrm flipH="1">
            <a:off x="3814670" y="9342364"/>
            <a:ext cx="10540" cy="40889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Connecteur droit avec flèche 32">
            <a:extLst>
              <a:ext uri="{FF2B5EF4-FFF2-40B4-BE49-F238E27FC236}">
                <a16:creationId xmlns:a16="http://schemas.microsoft.com/office/drawing/2014/main" id="{31BD4CD6-983E-764C-A995-2D08C818525F}"/>
              </a:ext>
            </a:extLst>
          </p:cNvPr>
          <p:cNvCxnSpPr/>
          <p:nvPr/>
        </p:nvCxnSpPr>
        <p:spPr>
          <a:xfrm flipH="1" flipV="1">
            <a:off x="4300963" y="8921451"/>
            <a:ext cx="463970" cy="2261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5" name="Rectangle : coins arrondis 34">
            <a:extLst>
              <a:ext uri="{FF2B5EF4-FFF2-40B4-BE49-F238E27FC236}">
                <a16:creationId xmlns:a16="http://schemas.microsoft.com/office/drawing/2014/main" id="{BFA1457C-D938-A3CC-9726-B6B3EF7CF27A}"/>
              </a:ext>
            </a:extLst>
          </p:cNvPr>
          <p:cNvSpPr/>
          <p:nvPr/>
        </p:nvSpPr>
        <p:spPr>
          <a:xfrm>
            <a:off x="9917146" y="2005773"/>
            <a:ext cx="2927288" cy="924872"/>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a:solidFill>
                  <a:prstClr val="black"/>
                </a:solidFill>
                <a:latin typeface="Calibri"/>
              </a:rPr>
              <a:t>Relancer le manager si HS/HC réalisées</a:t>
            </a:r>
          </a:p>
          <a:p>
            <a:pPr defTabSz="1828800" hangingPunct="1">
              <a:defRPr/>
            </a:pPr>
            <a:r>
              <a:rPr lang="fr-FR" sz="2000" kern="1200">
                <a:solidFill>
                  <a:prstClr val="black"/>
                </a:solidFill>
                <a:latin typeface="Calibri"/>
              </a:rPr>
              <a:t>(1 relance)</a:t>
            </a:r>
          </a:p>
        </p:txBody>
      </p:sp>
      <p:sp>
        <p:nvSpPr>
          <p:cNvPr id="43" name="Organigramme : Décision 42">
            <a:extLst>
              <a:ext uri="{FF2B5EF4-FFF2-40B4-BE49-F238E27FC236}">
                <a16:creationId xmlns:a16="http://schemas.microsoft.com/office/drawing/2014/main" id="{F629586A-6D99-DDB6-347F-EAF62CDFAF61}"/>
              </a:ext>
            </a:extLst>
          </p:cNvPr>
          <p:cNvSpPr/>
          <p:nvPr/>
        </p:nvSpPr>
        <p:spPr>
          <a:xfrm>
            <a:off x="11159953" y="3429104"/>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44" name="Connecteur droit avec flèche 43">
            <a:extLst>
              <a:ext uri="{FF2B5EF4-FFF2-40B4-BE49-F238E27FC236}">
                <a16:creationId xmlns:a16="http://schemas.microsoft.com/office/drawing/2014/main" id="{FA76DA0E-4EF1-794A-DBCF-8F7D6907A2C8}"/>
              </a:ext>
            </a:extLst>
          </p:cNvPr>
          <p:cNvCxnSpPr>
            <a:cxnSpLocks/>
          </p:cNvCxnSpPr>
          <p:nvPr/>
        </p:nvCxnSpPr>
        <p:spPr>
          <a:xfrm flipH="1">
            <a:off x="11667681" y="3025174"/>
            <a:ext cx="10540" cy="316566"/>
          </a:xfrm>
          <a:prstGeom prst="straightConnector1">
            <a:avLst/>
          </a:prstGeom>
          <a:ln w="19050" cap="flat" cmpd="sng" algn="ctr">
            <a:solidFill>
              <a:schemeClr val="dk1"/>
            </a:solidFill>
            <a:prstDash val="solid"/>
            <a:round/>
            <a:headEnd type="triangle" w="med" len="med"/>
            <a:tailEnd type="triangle" w="med" len="med"/>
          </a:ln>
        </p:spPr>
        <p:style>
          <a:lnRef idx="0">
            <a:scrgbClr r="0" g="0" b="0"/>
          </a:lnRef>
          <a:fillRef idx="0">
            <a:scrgbClr r="0" g="0" b="0"/>
          </a:fillRef>
          <a:effectRef idx="0">
            <a:scrgbClr r="0" g="0" b="0"/>
          </a:effectRef>
          <a:fontRef idx="minor">
            <a:schemeClr val="tx1"/>
          </a:fontRef>
        </p:style>
      </p:cxnSp>
      <p:sp>
        <p:nvSpPr>
          <p:cNvPr id="45" name="ZoneTexte 44">
            <a:extLst>
              <a:ext uri="{FF2B5EF4-FFF2-40B4-BE49-F238E27FC236}">
                <a16:creationId xmlns:a16="http://schemas.microsoft.com/office/drawing/2014/main" id="{E28C7FFC-E348-92CD-96EC-E80588BD78E6}"/>
              </a:ext>
            </a:extLst>
          </p:cNvPr>
          <p:cNvSpPr txBox="1"/>
          <p:nvPr/>
        </p:nvSpPr>
        <p:spPr>
          <a:xfrm>
            <a:off x="14321204" y="3091371"/>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sp>
        <p:nvSpPr>
          <p:cNvPr id="46" name="ZoneTexte 45">
            <a:extLst>
              <a:ext uri="{FF2B5EF4-FFF2-40B4-BE49-F238E27FC236}">
                <a16:creationId xmlns:a16="http://schemas.microsoft.com/office/drawing/2014/main" id="{A672B754-141B-3180-7F56-BCDC934F2D50}"/>
              </a:ext>
            </a:extLst>
          </p:cNvPr>
          <p:cNvSpPr txBox="1"/>
          <p:nvPr/>
        </p:nvSpPr>
        <p:spPr>
          <a:xfrm>
            <a:off x="10497744" y="3183744"/>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cxnSp>
        <p:nvCxnSpPr>
          <p:cNvPr id="57" name="Connecteur : en angle 56">
            <a:extLst>
              <a:ext uri="{FF2B5EF4-FFF2-40B4-BE49-F238E27FC236}">
                <a16:creationId xmlns:a16="http://schemas.microsoft.com/office/drawing/2014/main" id="{0492D92D-29EA-F8C3-F719-EC1D654E9AC9}"/>
              </a:ext>
            </a:extLst>
          </p:cNvPr>
          <p:cNvCxnSpPr>
            <a:cxnSpLocks/>
          </p:cNvCxnSpPr>
          <p:nvPr/>
        </p:nvCxnSpPr>
        <p:spPr>
          <a:xfrm rot="10800000" flipV="1">
            <a:off x="10663149" y="3587373"/>
            <a:ext cx="536864" cy="181222"/>
          </a:xfrm>
          <a:prstGeom prst="bentConnector2">
            <a:avLst/>
          </a:prstGeom>
          <a:ln w="19050">
            <a:solidFill>
              <a:schemeClr val="tx1"/>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cxnSp>
      <p:sp>
        <p:nvSpPr>
          <p:cNvPr id="271" name="Organigramme : Disque magnétique 270">
            <a:extLst>
              <a:ext uri="{FF2B5EF4-FFF2-40B4-BE49-F238E27FC236}">
                <a16:creationId xmlns:a16="http://schemas.microsoft.com/office/drawing/2014/main" id="{735840D9-4F37-79A9-A8D4-F69100142AB5}"/>
              </a:ext>
            </a:extLst>
          </p:cNvPr>
          <p:cNvSpPr/>
          <p:nvPr/>
        </p:nvSpPr>
        <p:spPr>
          <a:xfrm>
            <a:off x="11400842" y="5910940"/>
            <a:ext cx="1258400" cy="615184"/>
          </a:xfrm>
          <a:prstGeom prst="flowChartMagneticDisk">
            <a:avLst/>
          </a:prstGeom>
          <a:solidFill>
            <a:srgbClr val="EF1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275" name="Connecteur droit avec flèche 274">
            <a:extLst>
              <a:ext uri="{FF2B5EF4-FFF2-40B4-BE49-F238E27FC236}">
                <a16:creationId xmlns:a16="http://schemas.microsoft.com/office/drawing/2014/main" id="{10FC9455-C578-E0E4-D06F-A75204F28F59}"/>
              </a:ext>
            </a:extLst>
          </p:cNvPr>
          <p:cNvCxnSpPr/>
          <p:nvPr/>
        </p:nvCxnSpPr>
        <p:spPr>
          <a:xfrm flipV="1">
            <a:off x="2612172" y="4781950"/>
            <a:ext cx="0" cy="159036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79" name="Rectangle 278">
            <a:extLst>
              <a:ext uri="{FF2B5EF4-FFF2-40B4-BE49-F238E27FC236}">
                <a16:creationId xmlns:a16="http://schemas.microsoft.com/office/drawing/2014/main" id="{38C7EF6F-485D-A3C5-1049-917167F531FD}"/>
              </a:ext>
            </a:extLst>
          </p:cNvPr>
          <p:cNvSpPr/>
          <p:nvPr/>
        </p:nvSpPr>
        <p:spPr>
          <a:xfrm>
            <a:off x="2078077" y="4370280"/>
            <a:ext cx="802098" cy="36202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kern="1200">
                <a:solidFill>
                  <a:prstClr val="black"/>
                </a:solidFill>
                <a:latin typeface="Calibri"/>
              </a:rPr>
              <a:t>Fin</a:t>
            </a:r>
          </a:p>
        </p:txBody>
      </p:sp>
      <p:cxnSp>
        <p:nvCxnSpPr>
          <p:cNvPr id="285" name="Connecteur droit avec flèche 284">
            <a:extLst>
              <a:ext uri="{FF2B5EF4-FFF2-40B4-BE49-F238E27FC236}">
                <a16:creationId xmlns:a16="http://schemas.microsoft.com/office/drawing/2014/main" id="{E892A2DF-01D7-E74B-64C3-443C80C0C803}"/>
              </a:ext>
            </a:extLst>
          </p:cNvPr>
          <p:cNvCxnSpPr>
            <a:cxnSpLocks/>
          </p:cNvCxnSpPr>
          <p:nvPr/>
        </p:nvCxnSpPr>
        <p:spPr>
          <a:xfrm flipV="1">
            <a:off x="2130407" y="4732300"/>
            <a:ext cx="17158" cy="5200184"/>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6" name="Rectangle 65">
            <a:extLst>
              <a:ext uri="{FF2B5EF4-FFF2-40B4-BE49-F238E27FC236}">
                <a16:creationId xmlns:a16="http://schemas.microsoft.com/office/drawing/2014/main" id="{8D4551EC-6E5A-16AA-C046-ED28246C3CFC}"/>
              </a:ext>
            </a:extLst>
          </p:cNvPr>
          <p:cNvSpPr/>
          <p:nvPr/>
        </p:nvSpPr>
        <p:spPr>
          <a:xfrm>
            <a:off x="6852854" y="9108173"/>
            <a:ext cx="802098" cy="36202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a:solidFill>
                  <a:prstClr val="black"/>
                </a:solidFill>
                <a:latin typeface="Calibri"/>
              </a:rPr>
              <a:t>Accord</a:t>
            </a:r>
            <a:endParaRPr lang="fr-FR" sz="2000" kern="1200">
              <a:solidFill>
                <a:prstClr val="black"/>
              </a:solidFill>
              <a:latin typeface="Calibri"/>
            </a:endParaRPr>
          </a:p>
        </p:txBody>
      </p:sp>
      <p:cxnSp>
        <p:nvCxnSpPr>
          <p:cNvPr id="67" name="Connecteur droit avec flèche 66">
            <a:extLst>
              <a:ext uri="{FF2B5EF4-FFF2-40B4-BE49-F238E27FC236}">
                <a16:creationId xmlns:a16="http://schemas.microsoft.com/office/drawing/2014/main" id="{BF276D92-1129-2BD1-D0B1-FF2B50FA00AF}"/>
              </a:ext>
            </a:extLst>
          </p:cNvPr>
          <p:cNvCxnSpPr>
            <a:cxnSpLocks/>
            <a:stCxn id="292" idx="3"/>
          </p:cNvCxnSpPr>
          <p:nvPr/>
        </p:nvCxnSpPr>
        <p:spPr>
          <a:xfrm flipV="1">
            <a:off x="6961138" y="9509472"/>
            <a:ext cx="17551" cy="71242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8" name="Connecteur : en angle 77">
            <a:extLst>
              <a:ext uri="{FF2B5EF4-FFF2-40B4-BE49-F238E27FC236}">
                <a16:creationId xmlns:a16="http://schemas.microsoft.com/office/drawing/2014/main" id="{71FC831C-5D33-9BE7-17B8-8C9BF35834F6}"/>
              </a:ext>
            </a:extLst>
          </p:cNvPr>
          <p:cNvCxnSpPr>
            <a:cxnSpLocks/>
          </p:cNvCxnSpPr>
          <p:nvPr/>
        </p:nvCxnSpPr>
        <p:spPr>
          <a:xfrm rot="5400000">
            <a:off x="5382420" y="4547164"/>
            <a:ext cx="6061328" cy="2828291"/>
          </a:xfrm>
          <a:prstGeom prst="bentConnector3">
            <a:avLst/>
          </a:prstGeom>
          <a:ln w="19050">
            <a:solidFill>
              <a:schemeClr val="tx1"/>
            </a:solidFill>
            <a:headEnd type="triangl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85" name="ZoneTexte 84">
            <a:extLst>
              <a:ext uri="{FF2B5EF4-FFF2-40B4-BE49-F238E27FC236}">
                <a16:creationId xmlns:a16="http://schemas.microsoft.com/office/drawing/2014/main" id="{1944852F-7599-658C-A82C-AD06FAB36B7E}"/>
              </a:ext>
            </a:extLst>
          </p:cNvPr>
          <p:cNvSpPr txBox="1"/>
          <p:nvPr/>
        </p:nvSpPr>
        <p:spPr>
          <a:xfrm>
            <a:off x="13428754" y="5353381"/>
            <a:ext cx="4204230" cy="1069524"/>
          </a:xfrm>
          <a:prstGeom prst="rect">
            <a:avLst/>
          </a:prstGeom>
          <a:noFill/>
        </p:spPr>
        <p:txBody>
          <a:bodyPr wrap="square" rtlCol="0">
            <a:spAutoFit/>
          </a:bodyPr>
          <a:lstStyle/>
          <a:p>
            <a:r>
              <a:rPr lang="fr-FR" sz="1600"/>
              <a:t>Moulinette journalière : </a:t>
            </a:r>
            <a:r>
              <a:rPr lang="fr-FR" sz="1600" b="1">
                <a:latin typeface="Arial" panose="020B0604020202020204" pitchFamily="34" charset="0"/>
                <a:ea typeface="Times New Roman" panose="02020603050405020304" pitchFamily="18" charset="0"/>
              </a:rPr>
              <a:t>récupération des pointages GTA pour calcul des HS. </a:t>
            </a:r>
          </a:p>
          <a:p>
            <a:r>
              <a:rPr lang="fr-FR" sz="1050" b="1">
                <a:solidFill>
                  <a:srgbClr val="FF0000"/>
                </a:solidFill>
                <a:latin typeface="Arial" panose="020B0604020202020204" pitchFamily="34" charset="0"/>
                <a:ea typeface="Times New Roman" panose="02020603050405020304" pitchFamily="18" charset="0"/>
              </a:rPr>
              <a:t>Attention si le salarié badge entre 22h et 1h GTA considère la réalisation sur deux jours</a:t>
            </a:r>
          </a:p>
          <a:p>
            <a:r>
              <a:rPr lang="fr-FR" sz="1050" b="1">
                <a:solidFill>
                  <a:srgbClr val="FF0000"/>
                </a:solidFill>
                <a:latin typeface="Arial" panose="020B0604020202020204" pitchFamily="34" charset="0"/>
              </a:rPr>
              <a:t>Voir MOA SIRH si possibilité de récupérer les informations</a:t>
            </a:r>
            <a:endParaRPr lang="fr-FR" sz="1050">
              <a:solidFill>
                <a:srgbClr val="FF0000"/>
              </a:solidFill>
            </a:endParaRPr>
          </a:p>
        </p:txBody>
      </p:sp>
      <p:sp>
        <p:nvSpPr>
          <p:cNvPr id="86" name="Organigramme : Décision 85">
            <a:extLst>
              <a:ext uri="{FF2B5EF4-FFF2-40B4-BE49-F238E27FC236}">
                <a16:creationId xmlns:a16="http://schemas.microsoft.com/office/drawing/2014/main" id="{9E644BAC-C787-A30D-CA08-D34B1CCF5079}"/>
              </a:ext>
            </a:extLst>
          </p:cNvPr>
          <p:cNvSpPr/>
          <p:nvPr/>
        </p:nvSpPr>
        <p:spPr>
          <a:xfrm>
            <a:off x="11364276" y="7109996"/>
            <a:ext cx="1258400" cy="416832"/>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87" name="ZoneTexte 86">
            <a:extLst>
              <a:ext uri="{FF2B5EF4-FFF2-40B4-BE49-F238E27FC236}">
                <a16:creationId xmlns:a16="http://schemas.microsoft.com/office/drawing/2014/main" id="{D32EE36B-89C1-AE5B-DB13-4F3416C87DAB}"/>
              </a:ext>
            </a:extLst>
          </p:cNvPr>
          <p:cNvSpPr txBox="1"/>
          <p:nvPr/>
        </p:nvSpPr>
        <p:spPr>
          <a:xfrm>
            <a:off x="11654647" y="6825410"/>
            <a:ext cx="1815404" cy="338554"/>
          </a:xfrm>
          <a:prstGeom prst="rect">
            <a:avLst/>
          </a:prstGeom>
          <a:noFill/>
        </p:spPr>
        <p:txBody>
          <a:bodyPr wrap="square" rtlCol="0">
            <a:spAutoFit/>
          </a:bodyPr>
          <a:lstStyle/>
          <a:p>
            <a:r>
              <a:rPr lang="fr-FR" sz="1600"/>
              <a:t>Si anomalie</a:t>
            </a:r>
          </a:p>
        </p:txBody>
      </p:sp>
      <p:cxnSp>
        <p:nvCxnSpPr>
          <p:cNvPr id="90" name="Connecteur droit avec flèche 89">
            <a:extLst>
              <a:ext uri="{FF2B5EF4-FFF2-40B4-BE49-F238E27FC236}">
                <a16:creationId xmlns:a16="http://schemas.microsoft.com/office/drawing/2014/main" id="{F4B1D2A4-C868-D66F-217D-0725F470BF52}"/>
              </a:ext>
            </a:extLst>
          </p:cNvPr>
          <p:cNvCxnSpPr>
            <a:cxnSpLocks/>
            <a:endCxn id="86" idx="0"/>
          </p:cNvCxnSpPr>
          <p:nvPr/>
        </p:nvCxnSpPr>
        <p:spPr>
          <a:xfrm>
            <a:off x="11958504" y="6638647"/>
            <a:ext cx="34972" cy="471350"/>
          </a:xfrm>
          <a:prstGeom prst="straightConnector1">
            <a:avLst/>
          </a:prstGeom>
          <a:ln w="19050">
            <a:solidFill>
              <a:schemeClr val="tx1"/>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cxnSp>
      <p:sp>
        <p:nvSpPr>
          <p:cNvPr id="93" name="ZoneTexte 92">
            <a:extLst>
              <a:ext uri="{FF2B5EF4-FFF2-40B4-BE49-F238E27FC236}">
                <a16:creationId xmlns:a16="http://schemas.microsoft.com/office/drawing/2014/main" id="{E21912B7-D540-9934-37A1-6FC827A865F6}"/>
              </a:ext>
            </a:extLst>
          </p:cNvPr>
          <p:cNvSpPr txBox="1"/>
          <p:nvPr/>
        </p:nvSpPr>
        <p:spPr>
          <a:xfrm>
            <a:off x="12974984" y="7066253"/>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
        <p:nvSpPr>
          <p:cNvPr id="94" name="ZoneTexte 93">
            <a:extLst>
              <a:ext uri="{FF2B5EF4-FFF2-40B4-BE49-F238E27FC236}">
                <a16:creationId xmlns:a16="http://schemas.microsoft.com/office/drawing/2014/main" id="{B2829B5D-5A0A-C175-F212-DD9CF0EB3644}"/>
              </a:ext>
            </a:extLst>
          </p:cNvPr>
          <p:cNvSpPr txBox="1"/>
          <p:nvPr/>
        </p:nvSpPr>
        <p:spPr>
          <a:xfrm>
            <a:off x="11146081" y="7349155"/>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cxnSp>
        <p:nvCxnSpPr>
          <p:cNvPr id="288" name="Connecteur droit 287">
            <a:extLst>
              <a:ext uri="{FF2B5EF4-FFF2-40B4-BE49-F238E27FC236}">
                <a16:creationId xmlns:a16="http://schemas.microsoft.com/office/drawing/2014/main" id="{46E239F8-8D48-5F46-E284-12F56FA65E28}"/>
              </a:ext>
            </a:extLst>
          </p:cNvPr>
          <p:cNvCxnSpPr>
            <a:cxnSpLocks/>
          </p:cNvCxnSpPr>
          <p:nvPr/>
        </p:nvCxnSpPr>
        <p:spPr>
          <a:xfrm flipH="1">
            <a:off x="10906513" y="6389145"/>
            <a:ext cx="591930" cy="189984"/>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92" name="Parchemin : vertical 291">
            <a:extLst>
              <a:ext uri="{FF2B5EF4-FFF2-40B4-BE49-F238E27FC236}">
                <a16:creationId xmlns:a16="http://schemas.microsoft.com/office/drawing/2014/main" id="{6D21010A-F778-A9D5-6C19-DC2E8A4D17E0}"/>
              </a:ext>
            </a:extLst>
          </p:cNvPr>
          <p:cNvSpPr/>
          <p:nvPr/>
        </p:nvSpPr>
        <p:spPr>
          <a:xfrm>
            <a:off x="5704926" y="10012325"/>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94" name="Parchemin : vertical 293">
            <a:extLst>
              <a:ext uri="{FF2B5EF4-FFF2-40B4-BE49-F238E27FC236}">
                <a16:creationId xmlns:a16="http://schemas.microsoft.com/office/drawing/2014/main" id="{7944C28F-15B3-85AE-B412-CA4F7CAECB1D}"/>
              </a:ext>
            </a:extLst>
          </p:cNvPr>
          <p:cNvSpPr/>
          <p:nvPr/>
        </p:nvSpPr>
        <p:spPr>
          <a:xfrm>
            <a:off x="2273550" y="6589843"/>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95" name="Parchemin : vertical 294">
            <a:extLst>
              <a:ext uri="{FF2B5EF4-FFF2-40B4-BE49-F238E27FC236}">
                <a16:creationId xmlns:a16="http://schemas.microsoft.com/office/drawing/2014/main" id="{2C6748B8-C80A-4AAA-5E30-645EBE3A0B0E}"/>
              </a:ext>
            </a:extLst>
          </p:cNvPr>
          <p:cNvSpPr/>
          <p:nvPr/>
        </p:nvSpPr>
        <p:spPr>
          <a:xfrm>
            <a:off x="1835710" y="10057553"/>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97" name="Parchemin : vertical 296">
            <a:extLst>
              <a:ext uri="{FF2B5EF4-FFF2-40B4-BE49-F238E27FC236}">
                <a16:creationId xmlns:a16="http://schemas.microsoft.com/office/drawing/2014/main" id="{B531D573-4D0C-567E-AC3A-2694FBE2573F}"/>
              </a:ext>
            </a:extLst>
          </p:cNvPr>
          <p:cNvSpPr/>
          <p:nvPr/>
        </p:nvSpPr>
        <p:spPr>
          <a:xfrm>
            <a:off x="9877264" y="7526277"/>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303" name="Organigramme : Disque magnétique 302">
            <a:extLst>
              <a:ext uri="{FF2B5EF4-FFF2-40B4-BE49-F238E27FC236}">
                <a16:creationId xmlns:a16="http://schemas.microsoft.com/office/drawing/2014/main" id="{F5C1F81C-FB74-A607-9668-D2B743049E5A}"/>
              </a:ext>
            </a:extLst>
          </p:cNvPr>
          <p:cNvSpPr/>
          <p:nvPr/>
        </p:nvSpPr>
        <p:spPr>
          <a:xfrm>
            <a:off x="13132070" y="7509492"/>
            <a:ext cx="1258400" cy="615184"/>
          </a:xfrm>
          <a:prstGeom prst="flowChartMagneticDisk">
            <a:avLst/>
          </a:prstGeom>
          <a:solidFill>
            <a:srgbClr val="EF1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305" name="ZoneTexte 304">
            <a:extLst>
              <a:ext uri="{FF2B5EF4-FFF2-40B4-BE49-F238E27FC236}">
                <a16:creationId xmlns:a16="http://schemas.microsoft.com/office/drawing/2014/main" id="{DEF1CFEE-F3F1-E168-1225-A3868D47772E}"/>
              </a:ext>
            </a:extLst>
          </p:cNvPr>
          <p:cNvSpPr txBox="1"/>
          <p:nvPr/>
        </p:nvSpPr>
        <p:spPr>
          <a:xfrm>
            <a:off x="14381238" y="7601641"/>
            <a:ext cx="2825112" cy="830997"/>
          </a:xfrm>
          <a:prstGeom prst="rect">
            <a:avLst/>
          </a:prstGeom>
          <a:noFill/>
        </p:spPr>
        <p:txBody>
          <a:bodyPr wrap="square" rtlCol="0">
            <a:spAutoFit/>
          </a:bodyPr>
          <a:lstStyle/>
          <a:p>
            <a:r>
              <a:rPr lang="fr-FR" sz="1600"/>
              <a:t>Moulinette : calcul des HS/HC (journalier automate régulier)</a:t>
            </a:r>
            <a:endParaRPr lang="fr-FR" sz="4800"/>
          </a:p>
        </p:txBody>
      </p:sp>
      <p:cxnSp>
        <p:nvCxnSpPr>
          <p:cNvPr id="307" name="Connecteur droit avec flèche 306">
            <a:extLst>
              <a:ext uri="{FF2B5EF4-FFF2-40B4-BE49-F238E27FC236}">
                <a16:creationId xmlns:a16="http://schemas.microsoft.com/office/drawing/2014/main" id="{C23464E0-35AF-CDEF-BD1F-36DBDA2D68DC}"/>
              </a:ext>
            </a:extLst>
          </p:cNvPr>
          <p:cNvCxnSpPr>
            <a:stCxn id="86" idx="3"/>
            <a:endCxn id="303" idx="2"/>
          </p:cNvCxnSpPr>
          <p:nvPr/>
        </p:nvCxnSpPr>
        <p:spPr>
          <a:xfrm>
            <a:off x="12622677" y="7318412"/>
            <a:ext cx="509394" cy="49867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08" name="Organigramme : Bande perforée 307">
            <a:extLst>
              <a:ext uri="{FF2B5EF4-FFF2-40B4-BE49-F238E27FC236}">
                <a16:creationId xmlns:a16="http://schemas.microsoft.com/office/drawing/2014/main" id="{C636D7F3-03A1-9C78-4E45-BC6EB993F614}"/>
              </a:ext>
            </a:extLst>
          </p:cNvPr>
          <p:cNvSpPr/>
          <p:nvPr/>
        </p:nvSpPr>
        <p:spPr>
          <a:xfrm>
            <a:off x="13004121" y="8629155"/>
            <a:ext cx="2039115" cy="1122106"/>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rgbClr val="FFFFFF"/>
                </a:solidFill>
              </a:rPr>
              <a:t>Etat de sortie des HS/HC réalisées groupés</a:t>
            </a:r>
          </a:p>
        </p:txBody>
      </p:sp>
      <p:sp>
        <p:nvSpPr>
          <p:cNvPr id="309" name="Parchemin : vertical 308">
            <a:extLst>
              <a:ext uri="{FF2B5EF4-FFF2-40B4-BE49-F238E27FC236}">
                <a16:creationId xmlns:a16="http://schemas.microsoft.com/office/drawing/2014/main" id="{816CCCB7-21A7-2AA9-1950-CC5A9426C4BD}"/>
              </a:ext>
            </a:extLst>
          </p:cNvPr>
          <p:cNvSpPr/>
          <p:nvPr/>
        </p:nvSpPr>
        <p:spPr>
          <a:xfrm>
            <a:off x="10091308" y="3831307"/>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cxnSp>
        <p:nvCxnSpPr>
          <p:cNvPr id="321" name="Connecteur droit avec flèche 320">
            <a:extLst>
              <a:ext uri="{FF2B5EF4-FFF2-40B4-BE49-F238E27FC236}">
                <a16:creationId xmlns:a16="http://schemas.microsoft.com/office/drawing/2014/main" id="{744CAB8D-19BD-D42D-25B5-8E43092DBB81}"/>
              </a:ext>
            </a:extLst>
          </p:cNvPr>
          <p:cNvCxnSpPr/>
          <p:nvPr/>
        </p:nvCxnSpPr>
        <p:spPr>
          <a:xfrm>
            <a:off x="13698004" y="8159249"/>
            <a:ext cx="0" cy="76220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25" name="Organigramme : Décision 324">
            <a:extLst>
              <a:ext uri="{FF2B5EF4-FFF2-40B4-BE49-F238E27FC236}">
                <a16:creationId xmlns:a16="http://schemas.microsoft.com/office/drawing/2014/main" id="{C405D4AE-0276-37E7-C852-7B2C968C235A}"/>
              </a:ext>
            </a:extLst>
          </p:cNvPr>
          <p:cNvSpPr/>
          <p:nvPr/>
        </p:nvSpPr>
        <p:spPr>
          <a:xfrm>
            <a:off x="10780349" y="9438256"/>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331" name="Connecteur droit avec flèche 330">
            <a:extLst>
              <a:ext uri="{FF2B5EF4-FFF2-40B4-BE49-F238E27FC236}">
                <a16:creationId xmlns:a16="http://schemas.microsoft.com/office/drawing/2014/main" id="{C5297767-5B2D-1A31-DCB4-71D3498863F8}"/>
              </a:ext>
            </a:extLst>
          </p:cNvPr>
          <p:cNvCxnSpPr>
            <a:endCxn id="325" idx="3"/>
          </p:cNvCxnSpPr>
          <p:nvPr/>
        </p:nvCxnSpPr>
        <p:spPr>
          <a:xfrm flipH="1">
            <a:off x="11752935" y="9530409"/>
            <a:ext cx="1222050" cy="8907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3" name="ZoneTexte 332">
            <a:extLst>
              <a:ext uri="{FF2B5EF4-FFF2-40B4-BE49-F238E27FC236}">
                <a16:creationId xmlns:a16="http://schemas.microsoft.com/office/drawing/2014/main" id="{027F736A-3664-9746-8843-CADA111B169A}"/>
              </a:ext>
            </a:extLst>
          </p:cNvPr>
          <p:cNvSpPr txBox="1"/>
          <p:nvPr/>
        </p:nvSpPr>
        <p:spPr>
          <a:xfrm>
            <a:off x="10970189" y="9064758"/>
            <a:ext cx="1676400" cy="338554"/>
          </a:xfrm>
          <a:prstGeom prst="rect">
            <a:avLst/>
          </a:prstGeom>
          <a:noFill/>
        </p:spPr>
        <p:txBody>
          <a:bodyPr wrap="square" rtlCol="0">
            <a:spAutoFit/>
          </a:bodyPr>
          <a:lstStyle/>
          <a:p>
            <a:r>
              <a:rPr lang="fr-FR" sz="1600"/>
              <a:t>Validation GAP</a:t>
            </a:r>
          </a:p>
        </p:txBody>
      </p:sp>
      <p:sp>
        <p:nvSpPr>
          <p:cNvPr id="335" name="ZoneTexte 334">
            <a:extLst>
              <a:ext uri="{FF2B5EF4-FFF2-40B4-BE49-F238E27FC236}">
                <a16:creationId xmlns:a16="http://schemas.microsoft.com/office/drawing/2014/main" id="{F114B8BB-D77E-5BFB-707B-EFC24A9A7260}"/>
              </a:ext>
            </a:extLst>
          </p:cNvPr>
          <p:cNvSpPr txBox="1"/>
          <p:nvPr/>
        </p:nvSpPr>
        <p:spPr>
          <a:xfrm>
            <a:off x="10292694" y="9391941"/>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
        <p:nvSpPr>
          <p:cNvPr id="336" name="ZoneTexte 335">
            <a:extLst>
              <a:ext uri="{FF2B5EF4-FFF2-40B4-BE49-F238E27FC236}">
                <a16:creationId xmlns:a16="http://schemas.microsoft.com/office/drawing/2014/main" id="{A72F9EDC-5C62-454D-1732-4B9FB0B20615}"/>
              </a:ext>
            </a:extLst>
          </p:cNvPr>
          <p:cNvSpPr txBox="1"/>
          <p:nvPr/>
        </p:nvSpPr>
        <p:spPr>
          <a:xfrm>
            <a:off x="13247359" y="11012630"/>
            <a:ext cx="1222049"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sp>
        <p:nvSpPr>
          <p:cNvPr id="337" name="Parchemin : vertical 336">
            <a:extLst>
              <a:ext uri="{FF2B5EF4-FFF2-40B4-BE49-F238E27FC236}">
                <a16:creationId xmlns:a16="http://schemas.microsoft.com/office/drawing/2014/main" id="{073B5313-8868-E545-FF8F-D6AAF22BE757}"/>
              </a:ext>
            </a:extLst>
          </p:cNvPr>
          <p:cNvSpPr/>
          <p:nvPr/>
        </p:nvSpPr>
        <p:spPr>
          <a:xfrm>
            <a:off x="15408016" y="9299905"/>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cxnSp>
        <p:nvCxnSpPr>
          <p:cNvPr id="341" name="Connecteur droit avec flèche 340">
            <a:extLst>
              <a:ext uri="{FF2B5EF4-FFF2-40B4-BE49-F238E27FC236}">
                <a16:creationId xmlns:a16="http://schemas.microsoft.com/office/drawing/2014/main" id="{C8ACF7A2-6A78-A11A-4E63-30403E226B10}"/>
              </a:ext>
            </a:extLst>
          </p:cNvPr>
          <p:cNvCxnSpPr>
            <a:endCxn id="337" idx="1"/>
          </p:cNvCxnSpPr>
          <p:nvPr/>
        </p:nvCxnSpPr>
        <p:spPr>
          <a:xfrm flipV="1">
            <a:off x="14797220" y="9509472"/>
            <a:ext cx="663188" cy="926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45" name="ZoneTexte 344">
            <a:extLst>
              <a:ext uri="{FF2B5EF4-FFF2-40B4-BE49-F238E27FC236}">
                <a16:creationId xmlns:a16="http://schemas.microsoft.com/office/drawing/2014/main" id="{AA8F71F9-8122-4D19-852B-FA798B4D42FB}"/>
              </a:ext>
            </a:extLst>
          </p:cNvPr>
          <p:cNvSpPr txBox="1"/>
          <p:nvPr/>
        </p:nvSpPr>
        <p:spPr>
          <a:xfrm>
            <a:off x="9680918" y="8669798"/>
            <a:ext cx="3009900" cy="369332"/>
          </a:xfrm>
          <a:prstGeom prst="rect">
            <a:avLst/>
          </a:prstGeom>
          <a:noFill/>
        </p:spPr>
        <p:txBody>
          <a:bodyPr wrap="square" rtlCol="0">
            <a:spAutoFit/>
          </a:bodyPr>
          <a:lstStyle/>
          <a:p>
            <a:r>
              <a:rPr lang="fr-FR" sz="1800" b="1">
                <a:solidFill>
                  <a:srgbClr val="FF0000"/>
                </a:solidFill>
              </a:rPr>
              <a:t>Etape intermédiaire</a:t>
            </a:r>
          </a:p>
        </p:txBody>
      </p:sp>
      <p:sp>
        <p:nvSpPr>
          <p:cNvPr id="346" name="Organigramme : Bande perforée 345">
            <a:extLst>
              <a:ext uri="{FF2B5EF4-FFF2-40B4-BE49-F238E27FC236}">
                <a16:creationId xmlns:a16="http://schemas.microsoft.com/office/drawing/2014/main" id="{F89BAB0F-1A3A-32C7-4E6D-5A1DB9A419C7}"/>
              </a:ext>
            </a:extLst>
          </p:cNvPr>
          <p:cNvSpPr/>
          <p:nvPr/>
        </p:nvSpPr>
        <p:spPr>
          <a:xfrm>
            <a:off x="21268426" y="11883461"/>
            <a:ext cx="2373338" cy="1324234"/>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rgbClr val="FFFFFF"/>
                </a:solidFill>
              </a:rPr>
              <a:t>Etat de sortie des HS/HC réalisées format CNPR</a:t>
            </a:r>
          </a:p>
        </p:txBody>
      </p:sp>
      <p:cxnSp>
        <p:nvCxnSpPr>
          <p:cNvPr id="351" name="Connecteur : en angle 350">
            <a:extLst>
              <a:ext uri="{FF2B5EF4-FFF2-40B4-BE49-F238E27FC236}">
                <a16:creationId xmlns:a16="http://schemas.microsoft.com/office/drawing/2014/main" id="{886E8CB5-8636-6DC6-1805-36CDD62308F6}"/>
              </a:ext>
            </a:extLst>
          </p:cNvPr>
          <p:cNvCxnSpPr>
            <a:cxnSpLocks/>
          </p:cNvCxnSpPr>
          <p:nvPr/>
        </p:nvCxnSpPr>
        <p:spPr>
          <a:xfrm>
            <a:off x="11264399" y="10223043"/>
            <a:ext cx="9949013" cy="2675240"/>
          </a:xfrm>
          <a:prstGeom prst="bentConnector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Espace réservé du texte 5">
            <a:extLst>
              <a:ext uri="{FF2B5EF4-FFF2-40B4-BE49-F238E27FC236}">
                <a16:creationId xmlns:a16="http://schemas.microsoft.com/office/drawing/2014/main" id="{F1FBE655-594D-E237-8EEC-D102A7D6D86E}"/>
              </a:ext>
            </a:extLst>
          </p:cNvPr>
          <p:cNvSpPr txBox="1">
            <a:spLocks/>
          </p:cNvSpPr>
          <p:nvPr/>
        </p:nvSpPr>
        <p:spPr>
          <a:xfrm>
            <a:off x="4115617" y="191719"/>
            <a:ext cx="19896610" cy="8412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b">
            <a:spAutoFit/>
          </a:bodyPr>
          <a:lstStyle>
            <a:lvl1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1pPr>
            <a:lvl2pPr marL="12192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2pPr>
            <a:lvl3pPr marL="18288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3pPr>
            <a:lvl4pPr marL="24384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4pPr>
            <a:lvl5pPr marL="30480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5pPr>
            <a:lvl6pPr marL="34290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6pPr>
            <a:lvl7pPr marL="40386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7pPr>
            <a:lvl8pPr marL="46482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8pPr>
            <a:lvl9pPr marL="52578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9pPr>
          </a:lstStyle>
          <a:p>
            <a:pPr hangingPunct="1"/>
            <a:r>
              <a:rPr lang="fr-FR" dirty="0"/>
              <a:t>8 OLD -V1  – Expression de besoin – Logigramme HS/HC</a:t>
            </a:r>
            <a:endParaRPr lang="en-GB" dirty="0"/>
          </a:p>
        </p:txBody>
      </p:sp>
      <p:sp>
        <p:nvSpPr>
          <p:cNvPr id="5" name="Numéro de diapositive">
            <a:extLst>
              <a:ext uri="{FF2B5EF4-FFF2-40B4-BE49-F238E27FC236}">
                <a16:creationId xmlns:a16="http://schemas.microsoft.com/office/drawing/2014/main" id="{3FFD4206-021D-32E1-40D7-94A300D6CB84}"/>
              </a:ext>
            </a:extLst>
          </p:cNvPr>
          <p:cNvSpPr txBox="1">
            <a:spLocks/>
          </p:cNvSpPr>
          <p:nvPr/>
        </p:nvSpPr>
        <p:spPr>
          <a:xfrm>
            <a:off x="23708646" y="12775849"/>
            <a:ext cx="484451" cy="4142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z="2000" smtClean="0">
                <a:solidFill>
                  <a:srgbClr val="FFFFFF"/>
                </a:solidFill>
              </a:rPr>
              <a:pPr/>
              <a:t>19</a:t>
            </a:fld>
            <a:endParaRPr lang="fr-FR" sz="2000">
              <a:solidFill>
                <a:srgbClr val="FFFFFF"/>
              </a:solidFill>
            </a:endParaRPr>
          </a:p>
        </p:txBody>
      </p:sp>
      <p:sp>
        <p:nvSpPr>
          <p:cNvPr id="7" name="Rectangle : coins arrondis 6">
            <a:extLst>
              <a:ext uri="{FF2B5EF4-FFF2-40B4-BE49-F238E27FC236}">
                <a16:creationId xmlns:a16="http://schemas.microsoft.com/office/drawing/2014/main" id="{25D3DF9E-791A-76F6-8F61-8D90CCEC2622}"/>
              </a:ext>
            </a:extLst>
          </p:cNvPr>
          <p:cNvSpPr/>
          <p:nvPr/>
        </p:nvSpPr>
        <p:spPr>
          <a:xfrm>
            <a:off x="16169340" y="2561699"/>
            <a:ext cx="2927288" cy="1401169"/>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a:solidFill>
                  <a:prstClr val="black"/>
                </a:solidFill>
                <a:latin typeface="Calibri"/>
              </a:rPr>
              <a:t>Demander au manager de confirmer les dates de réalisation ou de les modifier</a:t>
            </a:r>
          </a:p>
        </p:txBody>
      </p:sp>
      <p:cxnSp>
        <p:nvCxnSpPr>
          <p:cNvPr id="11" name="Connecteur droit avec flèche 10">
            <a:extLst>
              <a:ext uri="{FF2B5EF4-FFF2-40B4-BE49-F238E27FC236}">
                <a16:creationId xmlns:a16="http://schemas.microsoft.com/office/drawing/2014/main" id="{7F4B1D00-6F12-C1B3-CB9B-47AA862AA8A0}"/>
              </a:ext>
            </a:extLst>
          </p:cNvPr>
          <p:cNvCxnSpPr>
            <a:cxnSpLocks/>
          </p:cNvCxnSpPr>
          <p:nvPr/>
        </p:nvCxnSpPr>
        <p:spPr>
          <a:xfrm flipV="1">
            <a:off x="12132539" y="3500654"/>
            <a:ext cx="3966500" cy="7992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Connecteur droit avec flèche 15">
            <a:extLst>
              <a:ext uri="{FF2B5EF4-FFF2-40B4-BE49-F238E27FC236}">
                <a16:creationId xmlns:a16="http://schemas.microsoft.com/office/drawing/2014/main" id="{85E4305D-C820-B1AE-66AF-83F6DE9553F2}"/>
              </a:ext>
            </a:extLst>
          </p:cNvPr>
          <p:cNvCxnSpPr/>
          <p:nvPr/>
        </p:nvCxnSpPr>
        <p:spPr>
          <a:xfrm flipH="1">
            <a:off x="4173898" y="3605280"/>
            <a:ext cx="804184" cy="130538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8" name="Parchemin : vertical 17">
            <a:extLst>
              <a:ext uri="{FF2B5EF4-FFF2-40B4-BE49-F238E27FC236}">
                <a16:creationId xmlns:a16="http://schemas.microsoft.com/office/drawing/2014/main" id="{A232E7B5-CE40-DFE0-1170-A8B446C1F0C1}"/>
              </a:ext>
            </a:extLst>
          </p:cNvPr>
          <p:cNvSpPr/>
          <p:nvPr/>
        </p:nvSpPr>
        <p:spPr>
          <a:xfrm>
            <a:off x="2590379" y="4895251"/>
            <a:ext cx="1638770" cy="1028404"/>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r>
              <a:rPr lang="fr-FR" sz="1200" b="1">
                <a:solidFill>
                  <a:schemeClr val="tx1"/>
                </a:solidFill>
              </a:rPr>
              <a:t>Directeur ou sous directeur éventuellement</a:t>
            </a:r>
            <a:endParaRPr lang="fr-FR" sz="1600">
              <a:solidFill>
                <a:schemeClr val="tx1"/>
              </a:solidFill>
            </a:endParaRPr>
          </a:p>
        </p:txBody>
      </p:sp>
      <p:sp>
        <p:nvSpPr>
          <p:cNvPr id="13" name="Parchemin : vertical 12">
            <a:extLst>
              <a:ext uri="{FF2B5EF4-FFF2-40B4-BE49-F238E27FC236}">
                <a16:creationId xmlns:a16="http://schemas.microsoft.com/office/drawing/2014/main" id="{4C36728A-A0CE-06DF-3F10-6AEE549E0D40}"/>
              </a:ext>
            </a:extLst>
          </p:cNvPr>
          <p:cNvSpPr/>
          <p:nvPr/>
        </p:nvSpPr>
        <p:spPr>
          <a:xfrm>
            <a:off x="2173911" y="7050428"/>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a:t>
            </a:r>
          </a:p>
        </p:txBody>
      </p:sp>
      <p:sp>
        <p:nvSpPr>
          <p:cNvPr id="20" name="Parchemin : vertical 19">
            <a:extLst>
              <a:ext uri="{FF2B5EF4-FFF2-40B4-BE49-F238E27FC236}">
                <a16:creationId xmlns:a16="http://schemas.microsoft.com/office/drawing/2014/main" id="{D2441A9E-6AAB-DCCA-4DBE-2F360921E2A7}"/>
              </a:ext>
            </a:extLst>
          </p:cNvPr>
          <p:cNvSpPr/>
          <p:nvPr/>
        </p:nvSpPr>
        <p:spPr>
          <a:xfrm>
            <a:off x="1758449" y="10476687"/>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+salarié</a:t>
            </a:r>
          </a:p>
        </p:txBody>
      </p:sp>
      <p:sp>
        <p:nvSpPr>
          <p:cNvPr id="21" name="Parchemin : vertical 20">
            <a:extLst>
              <a:ext uri="{FF2B5EF4-FFF2-40B4-BE49-F238E27FC236}">
                <a16:creationId xmlns:a16="http://schemas.microsoft.com/office/drawing/2014/main" id="{2B192169-41F5-F174-2F16-3A421E726C01}"/>
              </a:ext>
            </a:extLst>
          </p:cNvPr>
          <p:cNvSpPr/>
          <p:nvPr/>
        </p:nvSpPr>
        <p:spPr>
          <a:xfrm>
            <a:off x="5627665" y="10461778"/>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+salarié</a:t>
            </a:r>
          </a:p>
        </p:txBody>
      </p:sp>
      <p:sp>
        <p:nvSpPr>
          <p:cNvPr id="22" name="Parchemin : vertical 21">
            <a:extLst>
              <a:ext uri="{FF2B5EF4-FFF2-40B4-BE49-F238E27FC236}">
                <a16:creationId xmlns:a16="http://schemas.microsoft.com/office/drawing/2014/main" id="{1249C695-C7B1-4D2A-1A2D-EA53E515D21C}"/>
              </a:ext>
            </a:extLst>
          </p:cNvPr>
          <p:cNvSpPr/>
          <p:nvPr/>
        </p:nvSpPr>
        <p:spPr>
          <a:xfrm>
            <a:off x="9989606" y="4270008"/>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GAP+ Salarié</a:t>
            </a:r>
          </a:p>
        </p:txBody>
      </p:sp>
      <p:sp>
        <p:nvSpPr>
          <p:cNvPr id="23" name="Parchemin : vertical 22">
            <a:extLst>
              <a:ext uri="{FF2B5EF4-FFF2-40B4-BE49-F238E27FC236}">
                <a16:creationId xmlns:a16="http://schemas.microsoft.com/office/drawing/2014/main" id="{FC920982-AA18-A12D-71AD-F55592B010D3}"/>
              </a:ext>
            </a:extLst>
          </p:cNvPr>
          <p:cNvSpPr/>
          <p:nvPr/>
        </p:nvSpPr>
        <p:spPr>
          <a:xfrm>
            <a:off x="9608988" y="6282943"/>
            <a:ext cx="1473733" cy="1202807"/>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 GAP+ Salarié</a:t>
            </a:r>
          </a:p>
        </p:txBody>
      </p:sp>
      <p:cxnSp>
        <p:nvCxnSpPr>
          <p:cNvPr id="29" name="Connecteur droit avec flèche 28">
            <a:extLst>
              <a:ext uri="{FF2B5EF4-FFF2-40B4-BE49-F238E27FC236}">
                <a16:creationId xmlns:a16="http://schemas.microsoft.com/office/drawing/2014/main" id="{B5CE1885-D919-5685-EF6E-FCF2C54513B7}"/>
              </a:ext>
            </a:extLst>
          </p:cNvPr>
          <p:cNvCxnSpPr>
            <a:cxnSpLocks/>
          </p:cNvCxnSpPr>
          <p:nvPr/>
        </p:nvCxnSpPr>
        <p:spPr>
          <a:xfrm flipH="1">
            <a:off x="11958504" y="3962868"/>
            <a:ext cx="4210836" cy="188130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Connecteur droit avec flèche 30">
            <a:extLst>
              <a:ext uri="{FF2B5EF4-FFF2-40B4-BE49-F238E27FC236}">
                <a16:creationId xmlns:a16="http://schemas.microsoft.com/office/drawing/2014/main" id="{EECADA60-18F7-C1B8-26B9-92CFA22DB227}"/>
              </a:ext>
            </a:extLst>
          </p:cNvPr>
          <p:cNvCxnSpPr>
            <a:cxnSpLocks/>
          </p:cNvCxnSpPr>
          <p:nvPr/>
        </p:nvCxnSpPr>
        <p:spPr>
          <a:xfrm flipH="1">
            <a:off x="10545125" y="9648795"/>
            <a:ext cx="216513" cy="602414"/>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4" name="Parchemin : vertical 223">
            <a:extLst>
              <a:ext uri="{FF2B5EF4-FFF2-40B4-BE49-F238E27FC236}">
                <a16:creationId xmlns:a16="http://schemas.microsoft.com/office/drawing/2014/main" id="{B5BD630E-4CF2-603B-96EF-B4C75B188ED1}"/>
              </a:ext>
            </a:extLst>
          </p:cNvPr>
          <p:cNvSpPr/>
          <p:nvPr/>
        </p:nvSpPr>
        <p:spPr>
          <a:xfrm>
            <a:off x="16579698" y="8945409"/>
            <a:ext cx="1473733" cy="1202807"/>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  Salarié</a:t>
            </a:r>
          </a:p>
        </p:txBody>
      </p:sp>
      <p:cxnSp>
        <p:nvCxnSpPr>
          <p:cNvPr id="238" name="Connecteur droit 237">
            <a:extLst>
              <a:ext uri="{FF2B5EF4-FFF2-40B4-BE49-F238E27FC236}">
                <a16:creationId xmlns:a16="http://schemas.microsoft.com/office/drawing/2014/main" id="{5ED25473-08C2-ECE9-C37B-B7950C7AC9EC}"/>
              </a:ext>
            </a:extLst>
          </p:cNvPr>
          <p:cNvCxnSpPr>
            <a:cxnSpLocks/>
          </p:cNvCxnSpPr>
          <p:nvPr/>
        </p:nvCxnSpPr>
        <p:spPr>
          <a:xfrm flipH="1">
            <a:off x="11229726" y="9800700"/>
            <a:ext cx="36916" cy="389480"/>
          </a:xfrm>
          <a:prstGeom prst="line">
            <a:avLst/>
          </a:prstGeom>
          <a:ln w="31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41" name="ZoneTexte 240">
            <a:extLst>
              <a:ext uri="{FF2B5EF4-FFF2-40B4-BE49-F238E27FC236}">
                <a16:creationId xmlns:a16="http://schemas.microsoft.com/office/drawing/2014/main" id="{9B7BC796-6B4A-9EA3-9CB4-717CFFD0A399}"/>
              </a:ext>
            </a:extLst>
          </p:cNvPr>
          <p:cNvSpPr txBox="1"/>
          <p:nvPr/>
        </p:nvSpPr>
        <p:spPr>
          <a:xfrm>
            <a:off x="9587970" y="9769673"/>
            <a:ext cx="1308604"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1800">
                <a:solidFill>
                  <a:prstClr val="black"/>
                </a:solidFill>
                <a:latin typeface="Calibri"/>
              </a:rPr>
              <a:t>Mise en attente pour contacter le manager</a:t>
            </a:r>
          </a:p>
        </p:txBody>
      </p:sp>
      <p:sp>
        <p:nvSpPr>
          <p:cNvPr id="9" name="Organigramme : Décision 8">
            <a:extLst>
              <a:ext uri="{FF2B5EF4-FFF2-40B4-BE49-F238E27FC236}">
                <a16:creationId xmlns:a16="http://schemas.microsoft.com/office/drawing/2014/main" id="{1BFC8FE0-1902-5095-9947-23A5BD523769}"/>
              </a:ext>
            </a:extLst>
          </p:cNvPr>
          <p:cNvSpPr/>
          <p:nvPr/>
        </p:nvSpPr>
        <p:spPr>
          <a:xfrm>
            <a:off x="11085865" y="11266424"/>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7" name="ZoneTexte 26">
            <a:extLst>
              <a:ext uri="{FF2B5EF4-FFF2-40B4-BE49-F238E27FC236}">
                <a16:creationId xmlns:a16="http://schemas.microsoft.com/office/drawing/2014/main" id="{6E7D07DB-D57F-BE19-5472-3B446BDB246B}"/>
              </a:ext>
            </a:extLst>
          </p:cNvPr>
          <p:cNvSpPr txBox="1"/>
          <p:nvPr/>
        </p:nvSpPr>
        <p:spPr>
          <a:xfrm>
            <a:off x="11347479" y="9859438"/>
            <a:ext cx="1222049"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sp>
        <p:nvSpPr>
          <p:cNvPr id="228" name="ZoneTexte 227">
            <a:extLst>
              <a:ext uri="{FF2B5EF4-FFF2-40B4-BE49-F238E27FC236}">
                <a16:creationId xmlns:a16="http://schemas.microsoft.com/office/drawing/2014/main" id="{4D75AAC0-8236-332D-CBA4-A66BC5F2C896}"/>
              </a:ext>
            </a:extLst>
          </p:cNvPr>
          <p:cNvSpPr txBox="1"/>
          <p:nvPr/>
        </p:nvSpPr>
        <p:spPr>
          <a:xfrm>
            <a:off x="10597207" y="11073361"/>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
        <p:nvSpPr>
          <p:cNvPr id="229" name="ZoneTexte 228">
            <a:extLst>
              <a:ext uri="{FF2B5EF4-FFF2-40B4-BE49-F238E27FC236}">
                <a16:creationId xmlns:a16="http://schemas.microsoft.com/office/drawing/2014/main" id="{0A2E47E0-68D0-B4FC-DEFC-0768FF11CF0C}"/>
              </a:ext>
            </a:extLst>
          </p:cNvPr>
          <p:cNvSpPr txBox="1"/>
          <p:nvPr/>
        </p:nvSpPr>
        <p:spPr>
          <a:xfrm>
            <a:off x="11159953" y="10603975"/>
            <a:ext cx="2347760" cy="646331"/>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Validation Gestionnaire GAP ?</a:t>
            </a:r>
          </a:p>
        </p:txBody>
      </p:sp>
      <p:sp>
        <p:nvSpPr>
          <p:cNvPr id="2" name="Parchemin : vertical 1">
            <a:extLst>
              <a:ext uri="{FF2B5EF4-FFF2-40B4-BE49-F238E27FC236}">
                <a16:creationId xmlns:a16="http://schemas.microsoft.com/office/drawing/2014/main" id="{C49F34E3-5AB6-7EBA-C3A6-3EB7C23825A4}"/>
              </a:ext>
            </a:extLst>
          </p:cNvPr>
          <p:cNvSpPr/>
          <p:nvPr/>
        </p:nvSpPr>
        <p:spPr>
          <a:xfrm>
            <a:off x="7973037" y="9661899"/>
            <a:ext cx="1517144" cy="972634"/>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Direction GAP</a:t>
            </a:r>
          </a:p>
        </p:txBody>
      </p:sp>
      <p:cxnSp>
        <p:nvCxnSpPr>
          <p:cNvPr id="26" name="Connecteur droit avec flèche 25">
            <a:extLst>
              <a:ext uri="{FF2B5EF4-FFF2-40B4-BE49-F238E27FC236}">
                <a16:creationId xmlns:a16="http://schemas.microsoft.com/office/drawing/2014/main" id="{00B418BB-069E-1D98-FD02-63806CDF859F}"/>
              </a:ext>
            </a:extLst>
          </p:cNvPr>
          <p:cNvCxnSpPr/>
          <p:nvPr/>
        </p:nvCxnSpPr>
        <p:spPr>
          <a:xfrm>
            <a:off x="10654701" y="10690992"/>
            <a:ext cx="364830" cy="1846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0" name="Connecteur droit avec flèche 249">
            <a:extLst>
              <a:ext uri="{FF2B5EF4-FFF2-40B4-BE49-F238E27FC236}">
                <a16:creationId xmlns:a16="http://schemas.microsoft.com/office/drawing/2014/main" id="{468924AE-1133-32A6-5597-DA7B298E9C7D}"/>
              </a:ext>
            </a:extLst>
          </p:cNvPr>
          <p:cNvCxnSpPr>
            <a:cxnSpLocks/>
          </p:cNvCxnSpPr>
          <p:nvPr/>
        </p:nvCxnSpPr>
        <p:spPr>
          <a:xfrm>
            <a:off x="12030042" y="11439485"/>
            <a:ext cx="413929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3" name="Parchemin : vertical 252">
            <a:extLst>
              <a:ext uri="{FF2B5EF4-FFF2-40B4-BE49-F238E27FC236}">
                <a16:creationId xmlns:a16="http://schemas.microsoft.com/office/drawing/2014/main" id="{B99C61FA-4062-7624-09FA-DF71D4896186}"/>
              </a:ext>
            </a:extLst>
          </p:cNvPr>
          <p:cNvSpPr/>
          <p:nvPr/>
        </p:nvSpPr>
        <p:spPr>
          <a:xfrm>
            <a:off x="8029099" y="10645494"/>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55" name="Organigramme : Décision 254">
            <a:extLst>
              <a:ext uri="{FF2B5EF4-FFF2-40B4-BE49-F238E27FC236}">
                <a16:creationId xmlns:a16="http://schemas.microsoft.com/office/drawing/2014/main" id="{07E829D2-165B-0EFB-5A86-37C6F2D257A2}"/>
              </a:ext>
            </a:extLst>
          </p:cNvPr>
          <p:cNvSpPr/>
          <p:nvPr/>
        </p:nvSpPr>
        <p:spPr>
          <a:xfrm>
            <a:off x="8197108" y="11308917"/>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40" name="Connecteur droit avec flèche 39">
            <a:extLst>
              <a:ext uri="{FF2B5EF4-FFF2-40B4-BE49-F238E27FC236}">
                <a16:creationId xmlns:a16="http://schemas.microsoft.com/office/drawing/2014/main" id="{BC57C18B-2047-4084-A580-76D901A1443B}"/>
              </a:ext>
            </a:extLst>
          </p:cNvPr>
          <p:cNvCxnSpPr>
            <a:cxnSpLocks/>
          </p:cNvCxnSpPr>
          <p:nvPr/>
        </p:nvCxnSpPr>
        <p:spPr>
          <a:xfrm>
            <a:off x="9305814" y="11575924"/>
            <a:ext cx="6933091" cy="108000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1" name="ZoneTexte 40">
            <a:extLst>
              <a:ext uri="{FF2B5EF4-FFF2-40B4-BE49-F238E27FC236}">
                <a16:creationId xmlns:a16="http://schemas.microsoft.com/office/drawing/2014/main" id="{27D91C25-7E12-F5DD-C8B0-7BE0BC1BDA14}"/>
              </a:ext>
            </a:extLst>
          </p:cNvPr>
          <p:cNvSpPr txBox="1"/>
          <p:nvPr/>
        </p:nvSpPr>
        <p:spPr>
          <a:xfrm>
            <a:off x="13710179" y="11967226"/>
            <a:ext cx="1222049"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sp>
        <p:nvSpPr>
          <p:cNvPr id="42" name="ZoneTexte 41">
            <a:extLst>
              <a:ext uri="{FF2B5EF4-FFF2-40B4-BE49-F238E27FC236}">
                <a16:creationId xmlns:a16="http://schemas.microsoft.com/office/drawing/2014/main" id="{AEFACCCE-A50A-DC12-835C-40D7F95A0CB4}"/>
              </a:ext>
            </a:extLst>
          </p:cNvPr>
          <p:cNvSpPr txBox="1"/>
          <p:nvPr/>
        </p:nvSpPr>
        <p:spPr>
          <a:xfrm>
            <a:off x="7738237" y="11075743"/>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
        <p:nvSpPr>
          <p:cNvPr id="47" name="Rectangle 46">
            <a:extLst>
              <a:ext uri="{FF2B5EF4-FFF2-40B4-BE49-F238E27FC236}">
                <a16:creationId xmlns:a16="http://schemas.microsoft.com/office/drawing/2014/main" id="{7191701D-AE42-9735-E8BD-EC1A422DF538}"/>
              </a:ext>
            </a:extLst>
          </p:cNvPr>
          <p:cNvSpPr/>
          <p:nvPr/>
        </p:nvSpPr>
        <p:spPr>
          <a:xfrm>
            <a:off x="7167953" y="11419098"/>
            <a:ext cx="802098" cy="36202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kern="1200">
                <a:solidFill>
                  <a:prstClr val="black"/>
                </a:solidFill>
                <a:latin typeface="Calibri"/>
              </a:rPr>
              <a:t>Fin</a:t>
            </a:r>
          </a:p>
        </p:txBody>
      </p:sp>
      <p:cxnSp>
        <p:nvCxnSpPr>
          <p:cNvPr id="49" name="Connecteur droit avec flèche 48">
            <a:extLst>
              <a:ext uri="{FF2B5EF4-FFF2-40B4-BE49-F238E27FC236}">
                <a16:creationId xmlns:a16="http://schemas.microsoft.com/office/drawing/2014/main" id="{D2D410A2-65CF-182F-2295-E4A25D5A0EA2}"/>
              </a:ext>
            </a:extLst>
          </p:cNvPr>
          <p:cNvCxnSpPr>
            <a:endCxn id="253" idx="3"/>
          </p:cNvCxnSpPr>
          <p:nvPr/>
        </p:nvCxnSpPr>
        <p:spPr>
          <a:xfrm flipH="1" flipV="1">
            <a:off x="9285311" y="10855061"/>
            <a:ext cx="1684878" cy="59665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Connecteur droit avec flèche 50">
            <a:extLst>
              <a:ext uri="{FF2B5EF4-FFF2-40B4-BE49-F238E27FC236}">
                <a16:creationId xmlns:a16="http://schemas.microsoft.com/office/drawing/2014/main" id="{C39DCF01-1147-BA84-2741-6B7EE380BB26}"/>
              </a:ext>
            </a:extLst>
          </p:cNvPr>
          <p:cNvCxnSpPr>
            <a:cxnSpLocks/>
            <a:stCxn id="255" idx="1"/>
          </p:cNvCxnSpPr>
          <p:nvPr/>
        </p:nvCxnSpPr>
        <p:spPr>
          <a:xfrm flipH="1">
            <a:off x="7937367" y="11490139"/>
            <a:ext cx="25974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8" name="Connecteur droit avec flèche 57">
            <a:extLst>
              <a:ext uri="{FF2B5EF4-FFF2-40B4-BE49-F238E27FC236}">
                <a16:creationId xmlns:a16="http://schemas.microsoft.com/office/drawing/2014/main" id="{4BD8A00D-C9C7-675F-731F-9D8A32CA27C6}"/>
              </a:ext>
            </a:extLst>
          </p:cNvPr>
          <p:cNvCxnSpPr/>
          <p:nvPr/>
        </p:nvCxnSpPr>
        <p:spPr>
          <a:xfrm>
            <a:off x="8663608" y="11075743"/>
            <a:ext cx="0" cy="1906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78119480"/>
      </p:ext>
    </p:extLst>
  </p:cSld>
  <p:clrMapOvr>
    <a:masterClrMapping/>
  </p:clrMapOvr>
  <p:transition>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au 2">
            <a:extLst>
              <a:ext uri="{FF2B5EF4-FFF2-40B4-BE49-F238E27FC236}">
                <a16:creationId xmlns:a16="http://schemas.microsoft.com/office/drawing/2014/main" id="{18B9917A-B4F8-A4B3-704B-86F8E3074841}"/>
              </a:ext>
            </a:extLst>
          </p:cNvPr>
          <p:cNvGraphicFramePr>
            <a:graphicFrameLocks noGrp="1"/>
          </p:cNvGraphicFramePr>
          <p:nvPr>
            <p:extLst>
              <p:ext uri="{D42A27DB-BD31-4B8C-83A1-F6EECF244321}">
                <p14:modId xmlns:p14="http://schemas.microsoft.com/office/powerpoint/2010/main" val="3369704515"/>
              </p:ext>
            </p:extLst>
          </p:nvPr>
        </p:nvGraphicFramePr>
        <p:xfrm>
          <a:off x="347311" y="1388049"/>
          <a:ext cx="23151213" cy="13179956"/>
        </p:xfrm>
        <a:graphic>
          <a:graphicData uri="http://schemas.openxmlformats.org/drawingml/2006/table">
            <a:tbl>
              <a:tblPr firstRow="1" bandRow="1">
                <a:tableStyleId>{5940675A-B579-460E-94D1-54222C63F5DA}</a:tableStyleId>
              </a:tblPr>
              <a:tblGrid>
                <a:gridCol w="1678138">
                  <a:extLst>
                    <a:ext uri="{9D8B030D-6E8A-4147-A177-3AD203B41FA5}">
                      <a16:colId xmlns:a16="http://schemas.microsoft.com/office/drawing/2014/main" val="3175292577"/>
                    </a:ext>
                  </a:extLst>
                </a:gridCol>
                <a:gridCol w="5707273">
                  <a:extLst>
                    <a:ext uri="{9D8B030D-6E8A-4147-A177-3AD203B41FA5}">
                      <a16:colId xmlns:a16="http://schemas.microsoft.com/office/drawing/2014/main" val="2290661369"/>
                    </a:ext>
                  </a:extLst>
                </a:gridCol>
                <a:gridCol w="10647963">
                  <a:extLst>
                    <a:ext uri="{9D8B030D-6E8A-4147-A177-3AD203B41FA5}">
                      <a16:colId xmlns:a16="http://schemas.microsoft.com/office/drawing/2014/main" val="2445149046"/>
                    </a:ext>
                  </a:extLst>
                </a:gridCol>
                <a:gridCol w="5117839">
                  <a:extLst>
                    <a:ext uri="{9D8B030D-6E8A-4147-A177-3AD203B41FA5}">
                      <a16:colId xmlns:a16="http://schemas.microsoft.com/office/drawing/2014/main" val="3394108044"/>
                    </a:ext>
                  </a:extLst>
                </a:gridCol>
              </a:tblGrid>
              <a:tr h="755868">
                <a:tc>
                  <a:txBody>
                    <a:bodyPr/>
                    <a:lstStyle/>
                    <a:p>
                      <a:pPr marL="0" algn="ctr" defTabSz="914400" rtl="0" eaLnBrk="1" latinLnBrk="0" hangingPunct="1"/>
                      <a:r>
                        <a:rPr lang="fr-FR" sz="2400" b="1" kern="1200">
                          <a:solidFill>
                            <a:schemeClr val="bg1"/>
                          </a:solidFill>
                          <a:latin typeface="+mn-lt"/>
                          <a:ea typeface="+mn-ea"/>
                          <a:cs typeface="+mn-cs"/>
                        </a:rPr>
                        <a:t>Acteurs</a:t>
                      </a: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dirty="0">
                          <a:solidFill>
                            <a:schemeClr val="bg1"/>
                          </a:solidFill>
                          <a:latin typeface="+mn-lt"/>
                          <a:ea typeface="+mn-ea"/>
                          <a:cs typeface="+mn-cs"/>
                        </a:rPr>
                        <a:t>Création de la demande</a:t>
                      </a:r>
                    </a:p>
                    <a:p>
                      <a:pPr marL="0" algn="ctr" defTabSz="914400" rtl="0" eaLnBrk="1" latinLnBrk="0" hangingPunct="1"/>
                      <a:r>
                        <a:rPr lang="fr-FR" sz="1600" b="1" kern="1200" dirty="0">
                          <a:solidFill>
                            <a:schemeClr val="bg1"/>
                          </a:solidFill>
                          <a:latin typeface="+mn-lt"/>
                          <a:ea typeface="+mn-ea"/>
                          <a:cs typeface="+mn-cs"/>
                        </a:rPr>
                        <a:t>Validée au préalable sous G2C : Gestion Changement de Calendrier</a:t>
                      </a: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 date fin + 5 du dernier vendredi - calendaire   </a:t>
                      </a:r>
                    </a:p>
                  </a:txBody>
                  <a:tcPr marL="182880" marR="182880" marT="91440" marB="91440"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Avant la clôture de la paie</a:t>
                      </a:r>
                    </a:p>
                  </a:txBody>
                  <a:tcPr marL="182880" marR="182880" marT="91440" marB="91440"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9127642"/>
                  </a:ext>
                </a:extLst>
              </a:tr>
              <a:tr h="2919638">
                <a:tc>
                  <a:txBody>
                    <a:bodyPr/>
                    <a:lstStyle/>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0922311"/>
                  </a:ext>
                </a:extLst>
              </a:tr>
              <a:tr h="2984716">
                <a:tc>
                  <a:txBody>
                    <a:bodyPr/>
                    <a:lstStyle/>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8384408"/>
                  </a:ext>
                </a:extLst>
              </a:tr>
              <a:tr h="3799492">
                <a:tc>
                  <a:txBody>
                    <a:bodyPr/>
                    <a:lstStyle/>
                    <a:p>
                      <a:pPr algn="ctr"/>
                      <a:endParaRPr lang="fr-FR" sz="2200" b="1" spc="0"/>
                    </a:p>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2266090"/>
                  </a:ext>
                </a:extLst>
              </a:tr>
              <a:tr h="2338952">
                <a:tc>
                  <a:txBody>
                    <a:bodyPr/>
                    <a:lstStyle/>
                    <a:p>
                      <a:pPr algn="ctr"/>
                      <a:endParaRPr lang="fr-FR" sz="2200" b="1" spc="0"/>
                    </a:p>
                    <a:p>
                      <a:pPr algn="ctr"/>
                      <a:endParaRPr lang="fr-FR" sz="18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6335305"/>
                  </a:ext>
                </a:extLst>
              </a:tr>
            </a:tbl>
          </a:graphicData>
        </a:graphic>
      </p:graphicFrame>
      <p:grpSp>
        <p:nvGrpSpPr>
          <p:cNvPr id="139" name="Groupe 138">
            <a:extLst>
              <a:ext uri="{FF2B5EF4-FFF2-40B4-BE49-F238E27FC236}">
                <a16:creationId xmlns:a16="http://schemas.microsoft.com/office/drawing/2014/main" id="{DBB38C55-E0CE-4406-8EA4-EF7BEA5A1994}"/>
              </a:ext>
            </a:extLst>
          </p:cNvPr>
          <p:cNvGrpSpPr/>
          <p:nvPr/>
        </p:nvGrpSpPr>
        <p:grpSpPr>
          <a:xfrm>
            <a:off x="239717" y="8995888"/>
            <a:ext cx="1424542" cy="969332"/>
            <a:chOff x="-4599" y="2709954"/>
            <a:chExt cx="712271" cy="484666"/>
          </a:xfrm>
        </p:grpSpPr>
        <p:grpSp>
          <p:nvGrpSpPr>
            <p:cNvPr id="140" name="Groupe 139">
              <a:extLst>
                <a:ext uri="{FF2B5EF4-FFF2-40B4-BE49-F238E27FC236}">
                  <a16:creationId xmlns:a16="http://schemas.microsoft.com/office/drawing/2014/main" id="{AA4CC702-C9A3-46BA-A2CD-41C61D50BC17}"/>
                </a:ext>
              </a:extLst>
            </p:cNvPr>
            <p:cNvGrpSpPr/>
            <p:nvPr/>
          </p:nvGrpSpPr>
          <p:grpSpPr>
            <a:xfrm>
              <a:off x="225456" y="2709954"/>
              <a:ext cx="272783" cy="285000"/>
              <a:chOff x="234981" y="3192758"/>
              <a:chExt cx="272783" cy="285000"/>
            </a:xfrm>
          </p:grpSpPr>
          <p:sp>
            <p:nvSpPr>
              <p:cNvPr id="143" name="Forme libre : forme 142">
                <a:extLst>
                  <a:ext uri="{FF2B5EF4-FFF2-40B4-BE49-F238E27FC236}">
                    <a16:creationId xmlns:a16="http://schemas.microsoft.com/office/drawing/2014/main" id="{A1768CA8-CC28-48F2-A23C-8E3A787EB412}"/>
                  </a:ext>
                </a:extLst>
              </p:cNvPr>
              <p:cNvSpPr/>
              <p:nvPr/>
            </p:nvSpPr>
            <p:spPr>
              <a:xfrm>
                <a:off x="234981" y="3357758"/>
                <a:ext cx="272783" cy="120000"/>
              </a:xfrm>
              <a:custGeom>
                <a:avLst/>
                <a:gdLst>
                  <a:gd name="connsiteX0" fmla="*/ 259144 w 272783"/>
                  <a:gd name="connsiteY0" fmla="*/ 36000 h 120000"/>
                  <a:gd name="connsiteX1" fmla="*/ 192653 w 272783"/>
                  <a:gd name="connsiteY1" fmla="*/ 7500 h 120000"/>
                  <a:gd name="connsiteX2" fmla="*/ 136392 w 272783"/>
                  <a:gd name="connsiteY2" fmla="*/ 0 h 120000"/>
                  <a:gd name="connsiteX3" fmla="*/ 80130 w 272783"/>
                  <a:gd name="connsiteY3" fmla="*/ 7500 h 120000"/>
                  <a:gd name="connsiteX4" fmla="*/ 13639 w 272783"/>
                  <a:gd name="connsiteY4" fmla="*/ 36000 h 120000"/>
                  <a:gd name="connsiteX5" fmla="*/ 0 w 272783"/>
                  <a:gd name="connsiteY5" fmla="*/ 60000 h 120000"/>
                  <a:gd name="connsiteX6" fmla="*/ 0 w 272783"/>
                  <a:gd name="connsiteY6" fmla="*/ 120000 h 120000"/>
                  <a:gd name="connsiteX7" fmla="*/ 272783 w 272783"/>
                  <a:gd name="connsiteY7" fmla="*/ 120000 h 120000"/>
                  <a:gd name="connsiteX8" fmla="*/ 272783 w 272783"/>
                  <a:gd name="connsiteY8" fmla="*/ 60000 h 120000"/>
                  <a:gd name="connsiteX9" fmla="*/ 259144 w 272783"/>
                  <a:gd name="connsiteY9" fmla="*/ 36000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2783" h="120000">
                    <a:moveTo>
                      <a:pt x="259144" y="36000"/>
                    </a:moveTo>
                    <a:cubicBezTo>
                      <a:pt x="240390" y="22500"/>
                      <a:pt x="216522" y="13500"/>
                      <a:pt x="192653" y="7500"/>
                    </a:cubicBezTo>
                    <a:cubicBezTo>
                      <a:pt x="175604" y="3000"/>
                      <a:pt x="156850" y="0"/>
                      <a:pt x="136392" y="0"/>
                    </a:cubicBezTo>
                    <a:cubicBezTo>
                      <a:pt x="117638" y="0"/>
                      <a:pt x="98884" y="3000"/>
                      <a:pt x="80130" y="7500"/>
                    </a:cubicBezTo>
                    <a:cubicBezTo>
                      <a:pt x="56262" y="13500"/>
                      <a:pt x="32393" y="24000"/>
                      <a:pt x="13639" y="36000"/>
                    </a:cubicBezTo>
                    <a:cubicBezTo>
                      <a:pt x="5115" y="42000"/>
                      <a:pt x="0" y="51000"/>
                      <a:pt x="0" y="60000"/>
                    </a:cubicBezTo>
                    <a:lnTo>
                      <a:pt x="0" y="120000"/>
                    </a:lnTo>
                    <a:lnTo>
                      <a:pt x="272783" y="120000"/>
                    </a:lnTo>
                    <a:lnTo>
                      <a:pt x="272783" y="60000"/>
                    </a:lnTo>
                    <a:cubicBezTo>
                      <a:pt x="272783" y="51000"/>
                      <a:pt x="267669" y="42000"/>
                      <a:pt x="259144" y="36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4" name="Forme libre : forme 143">
                <a:extLst>
                  <a:ext uri="{FF2B5EF4-FFF2-40B4-BE49-F238E27FC236}">
                    <a16:creationId xmlns:a16="http://schemas.microsoft.com/office/drawing/2014/main" id="{685A5E2F-CA46-4EA7-94F2-A65339BCF83B}"/>
                  </a:ext>
                </a:extLst>
              </p:cNvPr>
              <p:cNvSpPr/>
              <p:nvPr/>
            </p:nvSpPr>
            <p:spPr>
              <a:xfrm>
                <a:off x="296358" y="3192758"/>
                <a:ext cx="190522" cy="142500"/>
              </a:xfrm>
              <a:custGeom>
                <a:avLst/>
                <a:gdLst>
                  <a:gd name="connsiteX0" fmla="*/ 8524 w 190522"/>
                  <a:gd name="connsiteY0" fmla="*/ 39000 h 142500"/>
                  <a:gd name="connsiteX1" fmla="*/ 14492 w 190522"/>
                  <a:gd name="connsiteY1" fmla="*/ 36750 h 142500"/>
                  <a:gd name="connsiteX2" fmla="*/ 14492 w 190522"/>
                  <a:gd name="connsiteY2" fmla="*/ 36750 h 142500"/>
                  <a:gd name="connsiteX3" fmla="*/ 75015 w 190522"/>
                  <a:gd name="connsiteY3" fmla="*/ 15000 h 142500"/>
                  <a:gd name="connsiteX4" fmla="*/ 160260 w 190522"/>
                  <a:gd name="connsiteY4" fmla="*/ 90000 h 142500"/>
                  <a:gd name="connsiteX5" fmla="*/ 160260 w 190522"/>
                  <a:gd name="connsiteY5" fmla="*/ 107250 h 142500"/>
                  <a:gd name="connsiteX6" fmla="*/ 111244 w 190522"/>
                  <a:gd name="connsiteY6" fmla="*/ 121500 h 142500"/>
                  <a:gd name="connsiteX7" fmla="*/ 104851 w 190522"/>
                  <a:gd name="connsiteY7" fmla="*/ 120000 h 142500"/>
                  <a:gd name="connsiteX8" fmla="*/ 92064 w 190522"/>
                  <a:gd name="connsiteY8" fmla="*/ 131250 h 142500"/>
                  <a:gd name="connsiteX9" fmla="*/ 104851 w 190522"/>
                  <a:gd name="connsiteY9" fmla="*/ 142500 h 142500"/>
                  <a:gd name="connsiteX10" fmla="*/ 116785 w 190522"/>
                  <a:gd name="connsiteY10" fmla="*/ 135750 h 142500"/>
                  <a:gd name="connsiteX11" fmla="*/ 184555 w 190522"/>
                  <a:gd name="connsiteY11" fmla="*/ 115875 h 142500"/>
                  <a:gd name="connsiteX12" fmla="*/ 190522 w 190522"/>
                  <a:gd name="connsiteY12" fmla="*/ 108750 h 142500"/>
                  <a:gd name="connsiteX13" fmla="*/ 190522 w 190522"/>
                  <a:gd name="connsiteY13" fmla="*/ 75000 h 142500"/>
                  <a:gd name="connsiteX14" fmla="*/ 181998 w 190522"/>
                  <a:gd name="connsiteY14" fmla="*/ 67500 h 142500"/>
                  <a:gd name="connsiteX15" fmla="*/ 174326 w 190522"/>
                  <a:gd name="connsiteY15" fmla="*/ 67500 h 142500"/>
                  <a:gd name="connsiteX16" fmla="*/ 75015 w 190522"/>
                  <a:gd name="connsiteY16" fmla="*/ 0 h 142500"/>
                  <a:gd name="connsiteX17" fmla="*/ 3410 w 190522"/>
                  <a:gd name="connsiteY17" fmla="*/ 25500 h 142500"/>
                  <a:gd name="connsiteX18" fmla="*/ 0 w 190522"/>
                  <a:gd name="connsiteY18" fmla="*/ 31500 h 142500"/>
                  <a:gd name="connsiteX19" fmla="*/ 8524 w 190522"/>
                  <a:gd name="connsiteY19" fmla="*/ 39000 h 14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0522" h="142500">
                    <a:moveTo>
                      <a:pt x="8524" y="39000"/>
                    </a:moveTo>
                    <a:cubicBezTo>
                      <a:pt x="11082" y="39000"/>
                      <a:pt x="13213" y="38250"/>
                      <a:pt x="14492" y="36750"/>
                    </a:cubicBezTo>
                    <a:lnTo>
                      <a:pt x="14492" y="36750"/>
                    </a:lnTo>
                    <a:cubicBezTo>
                      <a:pt x="30262" y="23250"/>
                      <a:pt x="51573" y="15000"/>
                      <a:pt x="75015" y="15000"/>
                    </a:cubicBezTo>
                    <a:cubicBezTo>
                      <a:pt x="121900" y="15000"/>
                      <a:pt x="160260" y="48750"/>
                      <a:pt x="160260" y="90000"/>
                    </a:cubicBezTo>
                    <a:lnTo>
                      <a:pt x="160260" y="107250"/>
                    </a:lnTo>
                    <a:lnTo>
                      <a:pt x="111244" y="121500"/>
                    </a:lnTo>
                    <a:cubicBezTo>
                      <a:pt x="109113" y="120750"/>
                      <a:pt x="106982" y="120000"/>
                      <a:pt x="104851" y="120000"/>
                    </a:cubicBezTo>
                    <a:cubicBezTo>
                      <a:pt x="97605" y="120000"/>
                      <a:pt x="92064" y="124875"/>
                      <a:pt x="92064" y="131250"/>
                    </a:cubicBezTo>
                    <a:cubicBezTo>
                      <a:pt x="92064" y="137625"/>
                      <a:pt x="97605" y="142500"/>
                      <a:pt x="104851" y="142500"/>
                    </a:cubicBezTo>
                    <a:cubicBezTo>
                      <a:pt x="109966" y="142500"/>
                      <a:pt x="114654" y="139875"/>
                      <a:pt x="116785" y="135750"/>
                    </a:cubicBezTo>
                    <a:lnTo>
                      <a:pt x="184555" y="115875"/>
                    </a:lnTo>
                    <a:cubicBezTo>
                      <a:pt x="187965" y="114750"/>
                      <a:pt x="190522" y="112125"/>
                      <a:pt x="190522" y="108750"/>
                    </a:cubicBezTo>
                    <a:lnTo>
                      <a:pt x="190522" y="75000"/>
                    </a:lnTo>
                    <a:cubicBezTo>
                      <a:pt x="190522" y="70875"/>
                      <a:pt x="186686" y="67500"/>
                      <a:pt x="181998" y="67500"/>
                    </a:cubicBezTo>
                    <a:lnTo>
                      <a:pt x="174326" y="67500"/>
                    </a:lnTo>
                    <a:cubicBezTo>
                      <a:pt x="162818" y="28875"/>
                      <a:pt x="122753" y="0"/>
                      <a:pt x="75015" y="0"/>
                    </a:cubicBezTo>
                    <a:cubicBezTo>
                      <a:pt x="47311" y="0"/>
                      <a:pt x="22164" y="9750"/>
                      <a:pt x="3410" y="25500"/>
                    </a:cubicBezTo>
                    <a:cubicBezTo>
                      <a:pt x="1279" y="27000"/>
                      <a:pt x="0" y="28875"/>
                      <a:pt x="0" y="31500"/>
                    </a:cubicBezTo>
                    <a:cubicBezTo>
                      <a:pt x="0" y="35625"/>
                      <a:pt x="3836" y="39000"/>
                      <a:pt x="8524" y="39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5" name="Forme libre : forme 144">
                <a:extLst>
                  <a:ext uri="{FF2B5EF4-FFF2-40B4-BE49-F238E27FC236}">
                    <a16:creationId xmlns:a16="http://schemas.microsoft.com/office/drawing/2014/main" id="{2E7419C2-A5DB-4E74-9D1C-E4FBD84E5649}"/>
                  </a:ext>
                </a:extLst>
              </p:cNvPr>
              <p:cNvSpPr/>
              <p:nvPr/>
            </p:nvSpPr>
            <p:spPr>
              <a:xfrm>
                <a:off x="303177" y="3222758"/>
                <a:ext cx="136391" cy="120000"/>
              </a:xfrm>
              <a:custGeom>
                <a:avLst/>
                <a:gdLst>
                  <a:gd name="connsiteX0" fmla="*/ 135965 w 136391"/>
                  <a:gd name="connsiteY0" fmla="*/ 66375 h 120000"/>
                  <a:gd name="connsiteX1" fmla="*/ 136392 w 136391"/>
                  <a:gd name="connsiteY1" fmla="*/ 60000 h 120000"/>
                  <a:gd name="connsiteX2" fmla="*/ 68196 w 136391"/>
                  <a:gd name="connsiteY2" fmla="*/ 0 h 120000"/>
                  <a:gd name="connsiteX3" fmla="*/ 0 w 136391"/>
                  <a:gd name="connsiteY3" fmla="*/ 60000 h 120000"/>
                  <a:gd name="connsiteX4" fmla="*/ 68196 w 136391"/>
                  <a:gd name="connsiteY4" fmla="*/ 120000 h 120000"/>
                  <a:gd name="connsiteX5" fmla="*/ 72458 w 136391"/>
                  <a:gd name="connsiteY5" fmla="*/ 119625 h 120000"/>
                  <a:gd name="connsiteX6" fmla="*/ 72458 w 136391"/>
                  <a:gd name="connsiteY6" fmla="*/ 101250 h 120000"/>
                  <a:gd name="connsiteX7" fmla="*/ 72458 w 136391"/>
                  <a:gd name="connsiteY7" fmla="*/ 101250 h 120000"/>
                  <a:gd name="connsiteX8" fmla="*/ 75015 w 136391"/>
                  <a:gd name="connsiteY8" fmla="*/ 91125 h 120000"/>
                  <a:gd name="connsiteX9" fmla="*/ 89933 w 136391"/>
                  <a:gd name="connsiteY9" fmla="*/ 79875 h 120000"/>
                  <a:gd name="connsiteX10" fmla="*/ 135965 w 136391"/>
                  <a:gd name="connsiteY10" fmla="*/ 66375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91" h="120000">
                    <a:moveTo>
                      <a:pt x="135965" y="66375"/>
                    </a:moveTo>
                    <a:cubicBezTo>
                      <a:pt x="136392" y="64125"/>
                      <a:pt x="136392" y="62250"/>
                      <a:pt x="136392" y="60000"/>
                    </a:cubicBezTo>
                    <a:cubicBezTo>
                      <a:pt x="136392" y="27000"/>
                      <a:pt x="105704" y="0"/>
                      <a:pt x="68196" y="0"/>
                    </a:cubicBezTo>
                    <a:cubicBezTo>
                      <a:pt x="30688" y="0"/>
                      <a:pt x="0" y="27000"/>
                      <a:pt x="0" y="60000"/>
                    </a:cubicBezTo>
                    <a:cubicBezTo>
                      <a:pt x="0" y="93000"/>
                      <a:pt x="30688" y="120000"/>
                      <a:pt x="68196" y="120000"/>
                    </a:cubicBezTo>
                    <a:cubicBezTo>
                      <a:pt x="69475" y="120000"/>
                      <a:pt x="71179" y="120000"/>
                      <a:pt x="72458" y="119625"/>
                    </a:cubicBezTo>
                    <a:lnTo>
                      <a:pt x="72458" y="101250"/>
                    </a:lnTo>
                    <a:lnTo>
                      <a:pt x="72458" y="101250"/>
                    </a:lnTo>
                    <a:cubicBezTo>
                      <a:pt x="72458" y="97875"/>
                      <a:pt x="73311" y="94500"/>
                      <a:pt x="75015" y="91125"/>
                    </a:cubicBezTo>
                    <a:cubicBezTo>
                      <a:pt x="77999" y="85875"/>
                      <a:pt x="83114" y="81750"/>
                      <a:pt x="89933" y="79875"/>
                    </a:cubicBezTo>
                    <a:lnTo>
                      <a:pt x="135965" y="66375"/>
                    </a:ln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42" name="ZoneTexte 141">
              <a:extLst>
                <a:ext uri="{FF2B5EF4-FFF2-40B4-BE49-F238E27FC236}">
                  <a16:creationId xmlns:a16="http://schemas.microsoft.com/office/drawing/2014/main" id="{AE5DA05F-0BCD-4625-8E75-D2A14BC4A8ED}"/>
                </a:ext>
              </a:extLst>
            </p:cNvPr>
            <p:cNvSpPr txBox="1"/>
            <p:nvPr/>
          </p:nvSpPr>
          <p:spPr>
            <a:xfrm>
              <a:off x="-4599" y="3009954"/>
              <a:ext cx="712271" cy="184666"/>
            </a:xfrm>
            <a:prstGeom prst="rect">
              <a:avLst/>
            </a:prstGeom>
            <a:noFill/>
          </p:spPr>
          <p:txBody>
            <a:bodyPr wrap="square" rtlCol="0">
              <a:spAutoFit/>
            </a:bodyPr>
            <a:lstStyle/>
            <a:p>
              <a:pPr defTabSz="1828800" hangingPunct="1">
                <a:defRPr/>
              </a:pPr>
              <a:r>
                <a:rPr lang="fr-FR" sz="1800" b="1" kern="1200" dirty="0">
                  <a:solidFill>
                    <a:prstClr val="black"/>
                  </a:solidFill>
                  <a:latin typeface="Calibri"/>
                  <a:ea typeface="+mn-ea"/>
                  <a:cs typeface="+mn-cs"/>
                </a:rPr>
                <a:t>GAP</a:t>
              </a:r>
            </a:p>
          </p:txBody>
        </p:sp>
      </p:grpSp>
      <p:grpSp>
        <p:nvGrpSpPr>
          <p:cNvPr id="168" name="Groupe 167">
            <a:extLst>
              <a:ext uri="{FF2B5EF4-FFF2-40B4-BE49-F238E27FC236}">
                <a16:creationId xmlns:a16="http://schemas.microsoft.com/office/drawing/2014/main" id="{37657C22-0588-4BD7-9791-EBD068598345}"/>
              </a:ext>
            </a:extLst>
          </p:cNvPr>
          <p:cNvGrpSpPr/>
          <p:nvPr/>
        </p:nvGrpSpPr>
        <p:grpSpPr>
          <a:xfrm>
            <a:off x="190902" y="12278621"/>
            <a:ext cx="1687352" cy="834850"/>
            <a:chOff x="-25171" y="6097798"/>
            <a:chExt cx="775786" cy="417425"/>
          </a:xfrm>
        </p:grpSpPr>
        <p:grpSp>
          <p:nvGrpSpPr>
            <p:cNvPr id="169" name="Groupe 168">
              <a:extLst>
                <a:ext uri="{FF2B5EF4-FFF2-40B4-BE49-F238E27FC236}">
                  <a16:creationId xmlns:a16="http://schemas.microsoft.com/office/drawing/2014/main" id="{E83D5C6A-948C-43B7-9549-15495E81E18D}"/>
                </a:ext>
              </a:extLst>
            </p:cNvPr>
            <p:cNvGrpSpPr/>
            <p:nvPr/>
          </p:nvGrpSpPr>
          <p:grpSpPr>
            <a:xfrm>
              <a:off x="230478" y="6097798"/>
              <a:ext cx="254768" cy="258213"/>
              <a:chOff x="230478" y="5852857"/>
              <a:chExt cx="254768" cy="258213"/>
            </a:xfrm>
          </p:grpSpPr>
          <p:sp>
            <p:nvSpPr>
              <p:cNvPr id="171" name="Forme libre : forme 170">
                <a:extLst>
                  <a:ext uri="{FF2B5EF4-FFF2-40B4-BE49-F238E27FC236}">
                    <a16:creationId xmlns:a16="http://schemas.microsoft.com/office/drawing/2014/main" id="{3A2DE3FB-9054-4084-A4A6-5D2C15425E27}"/>
                  </a:ext>
                </a:extLst>
              </p:cNvPr>
              <p:cNvSpPr/>
              <p:nvPr/>
            </p:nvSpPr>
            <p:spPr>
              <a:xfrm>
                <a:off x="294170" y="5852857"/>
                <a:ext cx="127384" cy="121512"/>
              </a:xfrm>
              <a:custGeom>
                <a:avLst/>
                <a:gdLst>
                  <a:gd name="connsiteX0" fmla="*/ 127384 w 127384"/>
                  <a:gd name="connsiteY0" fmla="*/ 60756 h 121512"/>
                  <a:gd name="connsiteX1" fmla="*/ 63692 w 127384"/>
                  <a:gd name="connsiteY1" fmla="*/ 121512 h 121512"/>
                  <a:gd name="connsiteX2" fmla="*/ 0 w 127384"/>
                  <a:gd name="connsiteY2" fmla="*/ 60756 h 121512"/>
                  <a:gd name="connsiteX3" fmla="*/ 63692 w 127384"/>
                  <a:gd name="connsiteY3" fmla="*/ 0 h 121512"/>
                  <a:gd name="connsiteX4" fmla="*/ 127384 w 127384"/>
                  <a:gd name="connsiteY4" fmla="*/ 60756 h 121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384" h="121512">
                    <a:moveTo>
                      <a:pt x="127384" y="60756"/>
                    </a:moveTo>
                    <a:cubicBezTo>
                      <a:pt x="127384" y="94311"/>
                      <a:pt x="98868" y="121512"/>
                      <a:pt x="63692" y="121512"/>
                    </a:cubicBezTo>
                    <a:cubicBezTo>
                      <a:pt x="28516" y="121512"/>
                      <a:pt x="0" y="94311"/>
                      <a:pt x="0" y="60756"/>
                    </a:cubicBezTo>
                    <a:cubicBezTo>
                      <a:pt x="0" y="27201"/>
                      <a:pt x="28516" y="0"/>
                      <a:pt x="63692" y="0"/>
                    </a:cubicBezTo>
                    <a:cubicBezTo>
                      <a:pt x="98868" y="0"/>
                      <a:pt x="127384" y="27201"/>
                      <a:pt x="127384" y="60756"/>
                    </a:cubicBez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72" name="Forme libre : forme 171">
                <a:extLst>
                  <a:ext uri="{FF2B5EF4-FFF2-40B4-BE49-F238E27FC236}">
                    <a16:creationId xmlns:a16="http://schemas.microsoft.com/office/drawing/2014/main" id="{B8E0CDFB-140F-4A60-85F9-11BF76FA6548}"/>
                  </a:ext>
                </a:extLst>
              </p:cNvPr>
              <p:cNvSpPr/>
              <p:nvPr/>
            </p:nvSpPr>
            <p:spPr>
              <a:xfrm>
                <a:off x="230478" y="5989558"/>
                <a:ext cx="254768" cy="121512"/>
              </a:xfrm>
              <a:custGeom>
                <a:avLst/>
                <a:gdLst>
                  <a:gd name="connsiteX0" fmla="*/ 254768 w 254768"/>
                  <a:gd name="connsiteY0" fmla="*/ 121512 h 121512"/>
                  <a:gd name="connsiteX1" fmla="*/ 254768 w 254768"/>
                  <a:gd name="connsiteY1" fmla="*/ 60756 h 121512"/>
                  <a:gd name="connsiteX2" fmla="*/ 242030 w 254768"/>
                  <a:gd name="connsiteY2" fmla="*/ 36454 h 121512"/>
                  <a:gd name="connsiteX3" fmla="*/ 179930 w 254768"/>
                  <a:gd name="connsiteY3" fmla="*/ 7595 h 121512"/>
                  <a:gd name="connsiteX4" fmla="*/ 127384 w 254768"/>
                  <a:gd name="connsiteY4" fmla="*/ 0 h 121512"/>
                  <a:gd name="connsiteX5" fmla="*/ 74838 w 254768"/>
                  <a:gd name="connsiteY5" fmla="*/ 7595 h 121512"/>
                  <a:gd name="connsiteX6" fmla="*/ 12738 w 254768"/>
                  <a:gd name="connsiteY6" fmla="*/ 36454 h 121512"/>
                  <a:gd name="connsiteX7" fmla="*/ 0 w 254768"/>
                  <a:gd name="connsiteY7" fmla="*/ 60756 h 121512"/>
                  <a:gd name="connsiteX8" fmla="*/ 0 w 254768"/>
                  <a:gd name="connsiteY8" fmla="*/ 121512 h 121512"/>
                  <a:gd name="connsiteX9" fmla="*/ 254768 w 254768"/>
                  <a:gd name="connsiteY9" fmla="*/ 121512 h 121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768" h="121512">
                    <a:moveTo>
                      <a:pt x="254768" y="121512"/>
                    </a:moveTo>
                    <a:lnTo>
                      <a:pt x="254768" y="60756"/>
                    </a:lnTo>
                    <a:cubicBezTo>
                      <a:pt x="254768" y="51643"/>
                      <a:pt x="249991" y="42529"/>
                      <a:pt x="242030" y="36454"/>
                    </a:cubicBezTo>
                    <a:cubicBezTo>
                      <a:pt x="224514" y="22784"/>
                      <a:pt x="202222" y="13670"/>
                      <a:pt x="179930" y="7595"/>
                    </a:cubicBezTo>
                    <a:cubicBezTo>
                      <a:pt x="164007" y="3038"/>
                      <a:pt x="146492" y="0"/>
                      <a:pt x="127384" y="0"/>
                    </a:cubicBezTo>
                    <a:cubicBezTo>
                      <a:pt x="109869" y="0"/>
                      <a:pt x="92353" y="3038"/>
                      <a:pt x="74838" y="7595"/>
                    </a:cubicBezTo>
                    <a:cubicBezTo>
                      <a:pt x="52546" y="13670"/>
                      <a:pt x="30254" y="24302"/>
                      <a:pt x="12738" y="36454"/>
                    </a:cubicBezTo>
                    <a:cubicBezTo>
                      <a:pt x="4777" y="42529"/>
                      <a:pt x="0" y="51643"/>
                      <a:pt x="0" y="60756"/>
                    </a:cubicBezTo>
                    <a:lnTo>
                      <a:pt x="0" y="121512"/>
                    </a:lnTo>
                    <a:lnTo>
                      <a:pt x="254768" y="121512"/>
                    </a:ln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70" name="ZoneTexte 169">
              <a:extLst>
                <a:ext uri="{FF2B5EF4-FFF2-40B4-BE49-F238E27FC236}">
                  <a16:creationId xmlns:a16="http://schemas.microsoft.com/office/drawing/2014/main" id="{5EF1CC1A-354D-4489-93ED-4DA04977D70D}"/>
                </a:ext>
              </a:extLst>
            </p:cNvPr>
            <p:cNvSpPr txBox="1"/>
            <p:nvPr/>
          </p:nvSpPr>
          <p:spPr>
            <a:xfrm>
              <a:off x="-25171" y="6330557"/>
              <a:ext cx="775786" cy="184666"/>
            </a:xfrm>
            <a:prstGeom prst="rect">
              <a:avLst/>
            </a:prstGeom>
            <a:noFill/>
          </p:spPr>
          <p:txBody>
            <a:bodyPr wrap="square" rtlCol="0">
              <a:spAutoFit/>
            </a:bodyPr>
            <a:lstStyle/>
            <a:p>
              <a:pPr defTabSz="1828800" hangingPunct="1">
                <a:defRPr/>
              </a:pPr>
              <a:r>
                <a:rPr lang="fr-FR" sz="1800" b="1">
                  <a:solidFill>
                    <a:prstClr val="black"/>
                  </a:solidFill>
                  <a:latin typeface="Calibri"/>
                </a:rPr>
                <a:t>CNPR</a:t>
              </a:r>
              <a:endParaRPr lang="fr-FR" sz="1800" b="1" kern="1200">
                <a:solidFill>
                  <a:prstClr val="black"/>
                </a:solidFill>
                <a:latin typeface="Calibri"/>
                <a:ea typeface="+mn-ea"/>
                <a:cs typeface="+mn-cs"/>
              </a:endParaRPr>
            </a:p>
          </p:txBody>
        </p:sp>
      </p:grpSp>
      <p:grpSp>
        <p:nvGrpSpPr>
          <p:cNvPr id="322" name="Groupe 321">
            <a:extLst>
              <a:ext uri="{FF2B5EF4-FFF2-40B4-BE49-F238E27FC236}">
                <a16:creationId xmlns:a16="http://schemas.microsoft.com/office/drawing/2014/main" id="{96A0401C-4FC0-4EEB-A93C-52D8165E22AC}"/>
              </a:ext>
            </a:extLst>
          </p:cNvPr>
          <p:cNvGrpSpPr/>
          <p:nvPr/>
        </p:nvGrpSpPr>
        <p:grpSpPr>
          <a:xfrm>
            <a:off x="94656" y="2764919"/>
            <a:ext cx="1879844" cy="1076884"/>
            <a:chOff x="-146330" y="3779728"/>
            <a:chExt cx="939922" cy="538442"/>
          </a:xfrm>
        </p:grpSpPr>
        <p:sp>
          <p:nvSpPr>
            <p:cNvPr id="323" name="ZoneTexte 322">
              <a:extLst>
                <a:ext uri="{FF2B5EF4-FFF2-40B4-BE49-F238E27FC236}">
                  <a16:creationId xmlns:a16="http://schemas.microsoft.com/office/drawing/2014/main" id="{6B5B15D6-A9EC-4709-B09C-2DD9ECC13393}"/>
                </a:ext>
              </a:extLst>
            </p:cNvPr>
            <p:cNvSpPr txBox="1"/>
            <p:nvPr/>
          </p:nvSpPr>
          <p:spPr>
            <a:xfrm>
              <a:off x="-146330" y="4133504"/>
              <a:ext cx="939922"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Manager</a:t>
              </a:r>
            </a:p>
          </p:txBody>
        </p:sp>
        <p:pic>
          <p:nvPicPr>
            <p:cNvPr id="324" name="Graphique 323" descr="Programmeur">
              <a:extLst>
                <a:ext uri="{FF2B5EF4-FFF2-40B4-BE49-F238E27FC236}">
                  <a16:creationId xmlns:a16="http://schemas.microsoft.com/office/drawing/2014/main" id="{003F7CC0-1680-4DC2-AA8F-3CB876C08D3B}"/>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1698" y="3779728"/>
              <a:ext cx="372776" cy="372776"/>
            </a:xfrm>
            <a:prstGeom prst="rect">
              <a:avLst/>
            </a:prstGeom>
          </p:spPr>
        </p:pic>
      </p:grpSp>
      <p:sp>
        <p:nvSpPr>
          <p:cNvPr id="109" name="Rectangle : coins arrondis 108">
            <a:extLst>
              <a:ext uri="{FF2B5EF4-FFF2-40B4-BE49-F238E27FC236}">
                <a16:creationId xmlns:a16="http://schemas.microsoft.com/office/drawing/2014/main" id="{CE01B5EC-ADD3-4CC4-AB0E-59AB2457C9E1}"/>
              </a:ext>
            </a:extLst>
          </p:cNvPr>
          <p:cNvSpPr/>
          <p:nvPr/>
        </p:nvSpPr>
        <p:spPr>
          <a:xfrm>
            <a:off x="1878253" y="2466554"/>
            <a:ext cx="3816885" cy="1096286"/>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dirty="0">
                <a:solidFill>
                  <a:prstClr val="black"/>
                </a:solidFill>
                <a:latin typeface="Calibri"/>
              </a:rPr>
              <a:t>Demande préalable </a:t>
            </a:r>
            <a:r>
              <a:rPr lang="fr-FR" sz="1600" kern="1200" dirty="0">
                <a:solidFill>
                  <a:prstClr val="black"/>
                </a:solidFill>
                <a:latin typeface="Calibri"/>
              </a:rPr>
              <a:t>HS/HC</a:t>
            </a:r>
          </a:p>
          <a:p>
            <a:pPr defTabSz="1828800" hangingPunct="1">
              <a:defRPr/>
            </a:pPr>
            <a:r>
              <a:rPr lang="fr-FR" sz="1600" kern="1200" dirty="0">
                <a:solidFill>
                  <a:prstClr val="black"/>
                </a:solidFill>
                <a:latin typeface="Calibri"/>
              </a:rPr>
              <a:t>Multi-demandes</a:t>
            </a:r>
          </a:p>
          <a:p>
            <a:pPr defTabSz="1828800" hangingPunct="1">
              <a:defRPr/>
            </a:pPr>
            <a:r>
              <a:rPr lang="fr-FR" sz="1600" kern="1200" dirty="0">
                <a:solidFill>
                  <a:prstClr val="black"/>
                </a:solidFill>
                <a:latin typeface="Calibri"/>
              </a:rPr>
              <a:t>Indiquer le n° G2C ou </a:t>
            </a:r>
            <a:r>
              <a:rPr lang="fr-FR" sz="1600" b="1" kern="1200" dirty="0">
                <a:solidFill>
                  <a:prstClr val="black"/>
                </a:solidFill>
                <a:latin typeface="Calibri"/>
              </a:rPr>
              <a:t>le n° </a:t>
            </a:r>
            <a:r>
              <a:rPr lang="fr-FR" sz="1600" b="1" kern="1200" dirty="0" err="1">
                <a:solidFill>
                  <a:prstClr val="black"/>
                </a:solidFill>
                <a:latin typeface="Calibri"/>
              </a:rPr>
              <a:t>Redmind</a:t>
            </a:r>
            <a:endParaRPr lang="fr-FR" sz="1600" b="1" kern="1200" dirty="0">
              <a:solidFill>
                <a:prstClr val="black"/>
              </a:solidFill>
              <a:latin typeface="Calibri"/>
            </a:endParaRPr>
          </a:p>
          <a:p>
            <a:pPr defTabSz="1828800" hangingPunct="1">
              <a:defRPr/>
            </a:pPr>
            <a:r>
              <a:rPr lang="fr-FR" sz="1600" kern="1200" dirty="0">
                <a:solidFill>
                  <a:prstClr val="black"/>
                </a:solidFill>
                <a:latin typeface="Calibri"/>
              </a:rPr>
              <a:t> + Les destinataires messages workflow</a:t>
            </a:r>
          </a:p>
        </p:txBody>
      </p:sp>
      <p:sp>
        <p:nvSpPr>
          <p:cNvPr id="115" name="Rectangle 114">
            <a:extLst>
              <a:ext uri="{FF2B5EF4-FFF2-40B4-BE49-F238E27FC236}">
                <a16:creationId xmlns:a16="http://schemas.microsoft.com/office/drawing/2014/main" id="{9775E191-388F-4DA9-9EBB-2D0396BF914F}"/>
              </a:ext>
            </a:extLst>
          </p:cNvPr>
          <p:cNvSpPr/>
          <p:nvPr/>
        </p:nvSpPr>
        <p:spPr>
          <a:xfrm>
            <a:off x="2153913" y="3720181"/>
            <a:ext cx="2376000" cy="42480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dirty="0">
                <a:solidFill>
                  <a:prstClr val="black"/>
                </a:solidFill>
                <a:latin typeface="Calibri"/>
              </a:rPr>
              <a:t>Masque de saisie</a:t>
            </a:r>
            <a:endParaRPr lang="fr-FR" sz="2000" kern="1200" dirty="0">
              <a:solidFill>
                <a:prstClr val="black"/>
              </a:solidFill>
              <a:latin typeface="Calibri"/>
            </a:endParaRPr>
          </a:p>
        </p:txBody>
      </p:sp>
      <p:cxnSp>
        <p:nvCxnSpPr>
          <p:cNvPr id="116" name="Connecteur droit avec flèche 115">
            <a:extLst>
              <a:ext uri="{FF2B5EF4-FFF2-40B4-BE49-F238E27FC236}">
                <a16:creationId xmlns:a16="http://schemas.microsoft.com/office/drawing/2014/main" id="{7B4A163B-2662-4A7A-AC54-6AC067DB3EDB}"/>
              </a:ext>
            </a:extLst>
          </p:cNvPr>
          <p:cNvCxnSpPr>
            <a:cxnSpLocks/>
            <a:stCxn id="115" idx="0"/>
            <a:endCxn id="109" idx="2"/>
          </p:cNvCxnSpPr>
          <p:nvPr/>
        </p:nvCxnSpPr>
        <p:spPr>
          <a:xfrm flipV="1">
            <a:off x="3341913" y="3562840"/>
            <a:ext cx="444783" cy="157341"/>
          </a:xfrm>
          <a:prstGeom prst="straightConnector1">
            <a:avLst/>
          </a:prstGeom>
          <a:ln w="31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Connecteur : en angle 16">
            <a:extLst>
              <a:ext uri="{FF2B5EF4-FFF2-40B4-BE49-F238E27FC236}">
                <a16:creationId xmlns:a16="http://schemas.microsoft.com/office/drawing/2014/main" id="{BDF09F04-5533-4679-91AD-37C1FB7B90A5}"/>
              </a:ext>
            </a:extLst>
          </p:cNvPr>
          <p:cNvCxnSpPr>
            <a:cxnSpLocks/>
            <a:stCxn id="115" idx="3"/>
          </p:cNvCxnSpPr>
          <p:nvPr/>
        </p:nvCxnSpPr>
        <p:spPr>
          <a:xfrm flipV="1">
            <a:off x="4529913" y="3836049"/>
            <a:ext cx="699266" cy="96532"/>
          </a:xfrm>
          <a:prstGeom prst="bentConnector3">
            <a:avLst>
              <a:gd name="adj1" fmla="val 50000"/>
            </a:avLst>
          </a:prstGeom>
          <a:ln w="19050">
            <a:solidFill>
              <a:schemeClr val="tx1"/>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cxnSp>
      <p:sp>
        <p:nvSpPr>
          <p:cNvPr id="6" name="Titre 5">
            <a:extLst>
              <a:ext uri="{FF2B5EF4-FFF2-40B4-BE49-F238E27FC236}">
                <a16:creationId xmlns:a16="http://schemas.microsoft.com/office/drawing/2014/main" id="{0CBF8B94-52F5-4683-AC69-1F186703845F}"/>
              </a:ext>
            </a:extLst>
          </p:cNvPr>
          <p:cNvSpPr>
            <a:spLocks noGrp="1"/>
          </p:cNvSpPr>
          <p:nvPr>
            <p:ph type="ctrTitle"/>
          </p:nvPr>
        </p:nvSpPr>
        <p:spPr>
          <a:xfrm>
            <a:off x="20069767" y="-126776"/>
            <a:ext cx="4279134" cy="492488"/>
          </a:xfrm>
        </p:spPr>
        <p:txBody>
          <a:bodyPr>
            <a:noAutofit/>
          </a:bodyPr>
          <a:lstStyle/>
          <a:p>
            <a:r>
              <a:rPr lang="fr-FR" sz="2400">
                <a:noFill/>
              </a:rPr>
              <a:t>Processus de recette (VF)</a:t>
            </a:r>
          </a:p>
        </p:txBody>
      </p:sp>
      <p:sp>
        <p:nvSpPr>
          <p:cNvPr id="43" name="Organigramme : Décision 42">
            <a:extLst>
              <a:ext uri="{FF2B5EF4-FFF2-40B4-BE49-F238E27FC236}">
                <a16:creationId xmlns:a16="http://schemas.microsoft.com/office/drawing/2014/main" id="{F629586A-6D99-DDB6-347F-EAF62CDFAF61}"/>
              </a:ext>
            </a:extLst>
          </p:cNvPr>
          <p:cNvSpPr/>
          <p:nvPr/>
        </p:nvSpPr>
        <p:spPr>
          <a:xfrm>
            <a:off x="9885605" y="3826962"/>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45" name="ZoneTexte 44">
            <a:extLst>
              <a:ext uri="{FF2B5EF4-FFF2-40B4-BE49-F238E27FC236}">
                <a16:creationId xmlns:a16="http://schemas.microsoft.com/office/drawing/2014/main" id="{E28C7FFC-E348-92CD-96EC-E80588BD78E6}"/>
              </a:ext>
            </a:extLst>
          </p:cNvPr>
          <p:cNvSpPr txBox="1"/>
          <p:nvPr/>
        </p:nvSpPr>
        <p:spPr>
          <a:xfrm>
            <a:off x="13038250" y="3945222"/>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rgbClr val="00B050"/>
                </a:solidFill>
                <a:latin typeface="Calibri"/>
              </a:rPr>
              <a:t>Oui</a:t>
            </a:r>
            <a:endParaRPr lang="fr-FR" sz="1800" kern="1200" dirty="0">
              <a:solidFill>
                <a:srgbClr val="00B050"/>
              </a:solidFill>
              <a:latin typeface="Calibri"/>
              <a:ea typeface="+mn-ea"/>
              <a:cs typeface="+mn-cs"/>
            </a:endParaRPr>
          </a:p>
        </p:txBody>
      </p:sp>
      <p:sp>
        <p:nvSpPr>
          <p:cNvPr id="46" name="ZoneTexte 45">
            <a:extLst>
              <a:ext uri="{FF2B5EF4-FFF2-40B4-BE49-F238E27FC236}">
                <a16:creationId xmlns:a16="http://schemas.microsoft.com/office/drawing/2014/main" id="{A672B754-141B-3180-7F56-BCDC934F2D50}"/>
              </a:ext>
            </a:extLst>
          </p:cNvPr>
          <p:cNvSpPr txBox="1"/>
          <p:nvPr/>
        </p:nvSpPr>
        <p:spPr>
          <a:xfrm>
            <a:off x="9186339" y="3741662"/>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cxnSp>
        <p:nvCxnSpPr>
          <p:cNvPr id="57" name="Connecteur : en angle 56">
            <a:extLst>
              <a:ext uri="{FF2B5EF4-FFF2-40B4-BE49-F238E27FC236}">
                <a16:creationId xmlns:a16="http://schemas.microsoft.com/office/drawing/2014/main" id="{0492D92D-29EA-F8C3-F719-EC1D654E9AC9}"/>
              </a:ext>
            </a:extLst>
          </p:cNvPr>
          <p:cNvCxnSpPr>
            <a:cxnSpLocks/>
          </p:cNvCxnSpPr>
          <p:nvPr/>
        </p:nvCxnSpPr>
        <p:spPr>
          <a:xfrm rot="10800000" flipV="1">
            <a:off x="9428547" y="4064826"/>
            <a:ext cx="536864" cy="181222"/>
          </a:xfrm>
          <a:prstGeom prst="bentConnector2">
            <a:avLst/>
          </a:prstGeom>
          <a:ln>
            <a:headEnd type="none" w="med" len="med"/>
            <a:tailEnd type="arrow" w="med" len="med"/>
          </a:ln>
        </p:spPr>
        <p:style>
          <a:lnRef idx="2">
            <a:schemeClr val="accent5"/>
          </a:lnRef>
          <a:fillRef idx="0">
            <a:schemeClr val="accent5"/>
          </a:fillRef>
          <a:effectRef idx="1">
            <a:schemeClr val="accent5"/>
          </a:effectRef>
          <a:fontRef idx="minor">
            <a:schemeClr val="tx1"/>
          </a:fontRef>
        </p:style>
      </p:cxnSp>
      <p:sp>
        <p:nvSpPr>
          <p:cNvPr id="271" name="Organigramme : Disque magnétique 270">
            <a:extLst>
              <a:ext uri="{FF2B5EF4-FFF2-40B4-BE49-F238E27FC236}">
                <a16:creationId xmlns:a16="http://schemas.microsoft.com/office/drawing/2014/main" id="{735840D9-4F37-79A9-A8D4-F69100142AB5}"/>
              </a:ext>
            </a:extLst>
          </p:cNvPr>
          <p:cNvSpPr/>
          <p:nvPr/>
        </p:nvSpPr>
        <p:spPr>
          <a:xfrm>
            <a:off x="11400842" y="5910940"/>
            <a:ext cx="1258400" cy="615184"/>
          </a:xfrm>
          <a:prstGeom prst="flowChartMagneticDisk">
            <a:avLst/>
          </a:prstGeom>
          <a:solidFill>
            <a:srgbClr val="EF1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79" name="Rectangle 278">
            <a:extLst>
              <a:ext uri="{FF2B5EF4-FFF2-40B4-BE49-F238E27FC236}">
                <a16:creationId xmlns:a16="http://schemas.microsoft.com/office/drawing/2014/main" id="{38C7EF6F-485D-A3C5-1049-917167F531FD}"/>
              </a:ext>
            </a:extLst>
          </p:cNvPr>
          <p:cNvSpPr/>
          <p:nvPr/>
        </p:nvSpPr>
        <p:spPr>
          <a:xfrm>
            <a:off x="2078077" y="4370280"/>
            <a:ext cx="802098" cy="362020"/>
          </a:xfrm>
          <a:prstGeom prst="rect">
            <a:avLst/>
          </a:prstGeom>
          <a:solidFill>
            <a:schemeClr val="accent5"/>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kern="1200" dirty="0">
                <a:solidFill>
                  <a:prstClr val="black"/>
                </a:solidFill>
                <a:latin typeface="Calibri"/>
              </a:rPr>
              <a:t>Fin</a:t>
            </a:r>
          </a:p>
        </p:txBody>
      </p:sp>
      <p:cxnSp>
        <p:nvCxnSpPr>
          <p:cNvPr id="285" name="Connecteur droit avec flèche 284">
            <a:extLst>
              <a:ext uri="{FF2B5EF4-FFF2-40B4-BE49-F238E27FC236}">
                <a16:creationId xmlns:a16="http://schemas.microsoft.com/office/drawing/2014/main" id="{E892A2DF-01D7-E74B-64C3-443C80C0C803}"/>
              </a:ext>
            </a:extLst>
          </p:cNvPr>
          <p:cNvCxnSpPr>
            <a:cxnSpLocks/>
          </p:cNvCxnSpPr>
          <p:nvPr/>
        </p:nvCxnSpPr>
        <p:spPr>
          <a:xfrm flipV="1">
            <a:off x="2189532" y="4732300"/>
            <a:ext cx="0" cy="3284839"/>
          </a:xfrm>
          <a:prstGeom prst="straightConnector1">
            <a:avLst/>
          </a:prstGeom>
          <a:ln>
            <a:headEnd type="none" w="med" len="med"/>
            <a:tailEnd type="arrow" w="med" len="med"/>
          </a:ln>
        </p:spPr>
        <p:style>
          <a:lnRef idx="2">
            <a:schemeClr val="accent5"/>
          </a:lnRef>
          <a:fillRef idx="0">
            <a:schemeClr val="accent5"/>
          </a:fillRef>
          <a:effectRef idx="1">
            <a:schemeClr val="accent5"/>
          </a:effectRef>
          <a:fontRef idx="minor">
            <a:schemeClr val="tx1"/>
          </a:fontRef>
        </p:style>
      </p:cxnSp>
      <p:sp>
        <p:nvSpPr>
          <p:cNvPr id="85" name="ZoneTexte 84">
            <a:extLst>
              <a:ext uri="{FF2B5EF4-FFF2-40B4-BE49-F238E27FC236}">
                <a16:creationId xmlns:a16="http://schemas.microsoft.com/office/drawing/2014/main" id="{1944852F-7599-658C-A82C-AD06FAB36B7E}"/>
              </a:ext>
            </a:extLst>
          </p:cNvPr>
          <p:cNvSpPr txBox="1"/>
          <p:nvPr/>
        </p:nvSpPr>
        <p:spPr>
          <a:xfrm>
            <a:off x="13428754" y="5353381"/>
            <a:ext cx="4204230" cy="1069524"/>
          </a:xfrm>
          <a:prstGeom prst="rect">
            <a:avLst/>
          </a:prstGeom>
          <a:noFill/>
        </p:spPr>
        <p:txBody>
          <a:bodyPr wrap="square" rtlCol="0">
            <a:spAutoFit/>
          </a:bodyPr>
          <a:lstStyle/>
          <a:p>
            <a:r>
              <a:rPr lang="fr-FR" sz="1600"/>
              <a:t>Moulinette journalière : </a:t>
            </a:r>
            <a:r>
              <a:rPr lang="fr-FR" sz="1600" b="1">
                <a:latin typeface="Arial" panose="020B0604020202020204" pitchFamily="34" charset="0"/>
                <a:ea typeface="Times New Roman" panose="02020603050405020304" pitchFamily="18" charset="0"/>
              </a:rPr>
              <a:t>récupération des pointages GTA pour calcul des HS. </a:t>
            </a:r>
          </a:p>
          <a:p>
            <a:r>
              <a:rPr lang="fr-FR" sz="1050" b="1">
                <a:solidFill>
                  <a:srgbClr val="FF0000"/>
                </a:solidFill>
                <a:latin typeface="Arial" panose="020B0604020202020204" pitchFamily="34" charset="0"/>
                <a:ea typeface="Times New Roman" panose="02020603050405020304" pitchFamily="18" charset="0"/>
              </a:rPr>
              <a:t>Attention si le salarié badge entre 22h et 1h GTA considère la réalisation sur deux jours</a:t>
            </a:r>
          </a:p>
          <a:p>
            <a:r>
              <a:rPr lang="fr-FR" sz="1050" b="1">
                <a:solidFill>
                  <a:srgbClr val="FF0000"/>
                </a:solidFill>
                <a:latin typeface="Arial" panose="020B0604020202020204" pitchFamily="34" charset="0"/>
              </a:rPr>
              <a:t>Voir MOA SIRH si possibilité de récupérer les informations</a:t>
            </a:r>
            <a:endParaRPr lang="fr-FR" sz="1050">
              <a:solidFill>
                <a:srgbClr val="FF0000"/>
              </a:solidFill>
            </a:endParaRPr>
          </a:p>
        </p:txBody>
      </p:sp>
      <p:sp>
        <p:nvSpPr>
          <p:cNvPr id="86" name="Organigramme : Décision 85">
            <a:extLst>
              <a:ext uri="{FF2B5EF4-FFF2-40B4-BE49-F238E27FC236}">
                <a16:creationId xmlns:a16="http://schemas.microsoft.com/office/drawing/2014/main" id="{9E644BAC-C787-A30D-CA08-D34B1CCF5079}"/>
              </a:ext>
            </a:extLst>
          </p:cNvPr>
          <p:cNvSpPr/>
          <p:nvPr/>
        </p:nvSpPr>
        <p:spPr>
          <a:xfrm>
            <a:off x="11364276" y="7109996"/>
            <a:ext cx="1258400" cy="416832"/>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87" name="ZoneTexte 86">
            <a:extLst>
              <a:ext uri="{FF2B5EF4-FFF2-40B4-BE49-F238E27FC236}">
                <a16:creationId xmlns:a16="http://schemas.microsoft.com/office/drawing/2014/main" id="{D32EE36B-89C1-AE5B-DB13-4F3416C87DAB}"/>
              </a:ext>
            </a:extLst>
          </p:cNvPr>
          <p:cNvSpPr txBox="1"/>
          <p:nvPr/>
        </p:nvSpPr>
        <p:spPr>
          <a:xfrm>
            <a:off x="11654647" y="6825410"/>
            <a:ext cx="1815404" cy="338554"/>
          </a:xfrm>
          <a:prstGeom prst="rect">
            <a:avLst/>
          </a:prstGeom>
          <a:noFill/>
        </p:spPr>
        <p:txBody>
          <a:bodyPr wrap="square" rtlCol="0">
            <a:spAutoFit/>
          </a:bodyPr>
          <a:lstStyle/>
          <a:p>
            <a:r>
              <a:rPr lang="fr-FR" sz="1600"/>
              <a:t>Si anomalie</a:t>
            </a:r>
          </a:p>
        </p:txBody>
      </p:sp>
      <p:cxnSp>
        <p:nvCxnSpPr>
          <p:cNvPr id="90" name="Connecteur droit avec flèche 89">
            <a:extLst>
              <a:ext uri="{FF2B5EF4-FFF2-40B4-BE49-F238E27FC236}">
                <a16:creationId xmlns:a16="http://schemas.microsoft.com/office/drawing/2014/main" id="{F4B1D2A4-C868-D66F-217D-0725F470BF52}"/>
              </a:ext>
            </a:extLst>
          </p:cNvPr>
          <p:cNvCxnSpPr>
            <a:cxnSpLocks/>
            <a:endCxn id="86" idx="0"/>
          </p:cNvCxnSpPr>
          <p:nvPr/>
        </p:nvCxnSpPr>
        <p:spPr>
          <a:xfrm>
            <a:off x="11958504" y="6638647"/>
            <a:ext cx="34972" cy="471350"/>
          </a:xfrm>
          <a:prstGeom prst="straightConnector1">
            <a:avLst/>
          </a:prstGeom>
          <a:ln w="19050">
            <a:solidFill>
              <a:schemeClr val="tx1"/>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cxnSp>
      <p:sp>
        <p:nvSpPr>
          <p:cNvPr id="93" name="ZoneTexte 92">
            <a:extLst>
              <a:ext uri="{FF2B5EF4-FFF2-40B4-BE49-F238E27FC236}">
                <a16:creationId xmlns:a16="http://schemas.microsoft.com/office/drawing/2014/main" id="{E21912B7-D540-9934-37A1-6FC827A865F6}"/>
              </a:ext>
            </a:extLst>
          </p:cNvPr>
          <p:cNvSpPr txBox="1"/>
          <p:nvPr/>
        </p:nvSpPr>
        <p:spPr>
          <a:xfrm>
            <a:off x="12974984" y="7066253"/>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sp>
        <p:nvSpPr>
          <p:cNvPr id="94" name="ZoneTexte 93">
            <a:extLst>
              <a:ext uri="{FF2B5EF4-FFF2-40B4-BE49-F238E27FC236}">
                <a16:creationId xmlns:a16="http://schemas.microsoft.com/office/drawing/2014/main" id="{B2829B5D-5A0A-C175-F212-DD9CF0EB3644}"/>
              </a:ext>
            </a:extLst>
          </p:cNvPr>
          <p:cNvSpPr txBox="1"/>
          <p:nvPr/>
        </p:nvSpPr>
        <p:spPr>
          <a:xfrm>
            <a:off x="11265796" y="7466613"/>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chemeClr val="accent3">
                    <a:lumMod val="75000"/>
                  </a:schemeClr>
                </a:solidFill>
                <a:latin typeface="Calibri"/>
              </a:rPr>
              <a:t>Oui</a:t>
            </a:r>
            <a:endParaRPr lang="fr-FR" sz="1800" kern="1200" dirty="0">
              <a:solidFill>
                <a:schemeClr val="accent3">
                  <a:lumMod val="75000"/>
                </a:schemeClr>
              </a:solidFill>
              <a:latin typeface="Calibri"/>
              <a:ea typeface="+mn-ea"/>
              <a:cs typeface="+mn-cs"/>
            </a:endParaRPr>
          </a:p>
        </p:txBody>
      </p:sp>
      <p:cxnSp>
        <p:nvCxnSpPr>
          <p:cNvPr id="288" name="Connecteur droit 287">
            <a:extLst>
              <a:ext uri="{FF2B5EF4-FFF2-40B4-BE49-F238E27FC236}">
                <a16:creationId xmlns:a16="http://schemas.microsoft.com/office/drawing/2014/main" id="{46E239F8-8D48-5F46-E284-12F56FA65E28}"/>
              </a:ext>
            </a:extLst>
          </p:cNvPr>
          <p:cNvCxnSpPr>
            <a:cxnSpLocks/>
          </p:cNvCxnSpPr>
          <p:nvPr/>
        </p:nvCxnSpPr>
        <p:spPr>
          <a:xfrm flipH="1">
            <a:off x="10906513" y="6389145"/>
            <a:ext cx="591930" cy="189984"/>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94" name="Parchemin : vertical 293">
            <a:extLst>
              <a:ext uri="{FF2B5EF4-FFF2-40B4-BE49-F238E27FC236}">
                <a16:creationId xmlns:a16="http://schemas.microsoft.com/office/drawing/2014/main" id="{7944C28F-15B3-85AE-B412-CA4F7CAECB1D}"/>
              </a:ext>
            </a:extLst>
          </p:cNvPr>
          <p:cNvSpPr/>
          <p:nvPr/>
        </p:nvSpPr>
        <p:spPr>
          <a:xfrm>
            <a:off x="2293074" y="7150443"/>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Workflow</a:t>
            </a:r>
          </a:p>
        </p:txBody>
      </p:sp>
      <p:sp>
        <p:nvSpPr>
          <p:cNvPr id="297" name="Parchemin : vertical 296">
            <a:extLst>
              <a:ext uri="{FF2B5EF4-FFF2-40B4-BE49-F238E27FC236}">
                <a16:creationId xmlns:a16="http://schemas.microsoft.com/office/drawing/2014/main" id="{B531D573-4D0C-567E-AC3A-2694FBE2573F}"/>
              </a:ext>
            </a:extLst>
          </p:cNvPr>
          <p:cNvSpPr/>
          <p:nvPr/>
        </p:nvSpPr>
        <p:spPr>
          <a:xfrm>
            <a:off x="9877264" y="7526277"/>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303" name="Organigramme : Disque magnétique 302">
            <a:extLst>
              <a:ext uri="{FF2B5EF4-FFF2-40B4-BE49-F238E27FC236}">
                <a16:creationId xmlns:a16="http://schemas.microsoft.com/office/drawing/2014/main" id="{F5C1F81C-FB74-A607-9668-D2B743049E5A}"/>
              </a:ext>
            </a:extLst>
          </p:cNvPr>
          <p:cNvSpPr/>
          <p:nvPr/>
        </p:nvSpPr>
        <p:spPr>
          <a:xfrm>
            <a:off x="13132070" y="7509492"/>
            <a:ext cx="1258400" cy="615184"/>
          </a:xfrm>
          <a:prstGeom prst="flowChartMagneticDisk">
            <a:avLst/>
          </a:prstGeom>
          <a:solidFill>
            <a:srgbClr val="EF1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305" name="ZoneTexte 304">
            <a:extLst>
              <a:ext uri="{FF2B5EF4-FFF2-40B4-BE49-F238E27FC236}">
                <a16:creationId xmlns:a16="http://schemas.microsoft.com/office/drawing/2014/main" id="{DEF1CFEE-F3F1-E168-1225-A3868D47772E}"/>
              </a:ext>
            </a:extLst>
          </p:cNvPr>
          <p:cNvSpPr txBox="1"/>
          <p:nvPr/>
        </p:nvSpPr>
        <p:spPr>
          <a:xfrm>
            <a:off x="14381238" y="7601641"/>
            <a:ext cx="2825112" cy="830997"/>
          </a:xfrm>
          <a:prstGeom prst="rect">
            <a:avLst/>
          </a:prstGeom>
          <a:noFill/>
        </p:spPr>
        <p:txBody>
          <a:bodyPr wrap="square" rtlCol="0">
            <a:spAutoFit/>
          </a:bodyPr>
          <a:lstStyle/>
          <a:p>
            <a:r>
              <a:rPr lang="fr-FR" sz="1600"/>
              <a:t>Moulinette : calcul des HS/HC (journalier automate régulier)</a:t>
            </a:r>
            <a:endParaRPr lang="fr-FR" sz="4800"/>
          </a:p>
        </p:txBody>
      </p:sp>
      <p:cxnSp>
        <p:nvCxnSpPr>
          <p:cNvPr id="307" name="Connecteur droit avec flèche 306">
            <a:extLst>
              <a:ext uri="{FF2B5EF4-FFF2-40B4-BE49-F238E27FC236}">
                <a16:creationId xmlns:a16="http://schemas.microsoft.com/office/drawing/2014/main" id="{C23464E0-35AF-CDEF-BD1F-36DBDA2D68DC}"/>
              </a:ext>
            </a:extLst>
          </p:cNvPr>
          <p:cNvCxnSpPr>
            <a:stCxn id="86" idx="3"/>
            <a:endCxn id="303" idx="2"/>
          </p:cNvCxnSpPr>
          <p:nvPr/>
        </p:nvCxnSpPr>
        <p:spPr>
          <a:xfrm>
            <a:off x="12622677" y="7318412"/>
            <a:ext cx="509394" cy="498672"/>
          </a:xfrm>
          <a:prstGeom prst="straightConnector1">
            <a:avLst/>
          </a:prstGeom>
          <a:ln>
            <a:headEnd type="none" w="med" len="med"/>
            <a:tailEnd type="arrow" w="med" len="med"/>
          </a:ln>
        </p:spPr>
        <p:style>
          <a:lnRef idx="2">
            <a:schemeClr val="accent5"/>
          </a:lnRef>
          <a:fillRef idx="0">
            <a:schemeClr val="accent5"/>
          </a:fillRef>
          <a:effectRef idx="1">
            <a:schemeClr val="accent5"/>
          </a:effectRef>
          <a:fontRef idx="minor">
            <a:schemeClr val="tx1"/>
          </a:fontRef>
        </p:style>
      </p:cxnSp>
      <p:sp>
        <p:nvSpPr>
          <p:cNvPr id="308" name="Organigramme : Bande perforée 307">
            <a:extLst>
              <a:ext uri="{FF2B5EF4-FFF2-40B4-BE49-F238E27FC236}">
                <a16:creationId xmlns:a16="http://schemas.microsoft.com/office/drawing/2014/main" id="{C636D7F3-03A1-9C78-4E45-BC6EB993F614}"/>
              </a:ext>
            </a:extLst>
          </p:cNvPr>
          <p:cNvSpPr/>
          <p:nvPr/>
        </p:nvSpPr>
        <p:spPr>
          <a:xfrm>
            <a:off x="13004121" y="8629155"/>
            <a:ext cx="2039115" cy="1122106"/>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rgbClr val="FFFFFF"/>
                </a:solidFill>
              </a:rPr>
              <a:t>Etat de sortie des HS/HC réalisées groupés</a:t>
            </a:r>
          </a:p>
        </p:txBody>
      </p:sp>
      <p:sp>
        <p:nvSpPr>
          <p:cNvPr id="309" name="Parchemin : vertical 308">
            <a:extLst>
              <a:ext uri="{FF2B5EF4-FFF2-40B4-BE49-F238E27FC236}">
                <a16:creationId xmlns:a16="http://schemas.microsoft.com/office/drawing/2014/main" id="{816CCCB7-21A7-2AA9-1950-CC5A9426C4BD}"/>
              </a:ext>
            </a:extLst>
          </p:cNvPr>
          <p:cNvSpPr/>
          <p:nvPr/>
        </p:nvSpPr>
        <p:spPr>
          <a:xfrm>
            <a:off x="8488869" y="4270014"/>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Workflow</a:t>
            </a:r>
          </a:p>
        </p:txBody>
      </p:sp>
      <p:cxnSp>
        <p:nvCxnSpPr>
          <p:cNvPr id="321" name="Connecteur droit avec flèche 320">
            <a:extLst>
              <a:ext uri="{FF2B5EF4-FFF2-40B4-BE49-F238E27FC236}">
                <a16:creationId xmlns:a16="http://schemas.microsoft.com/office/drawing/2014/main" id="{744CAB8D-19BD-D42D-25B5-8E43092DBB81}"/>
              </a:ext>
            </a:extLst>
          </p:cNvPr>
          <p:cNvCxnSpPr/>
          <p:nvPr/>
        </p:nvCxnSpPr>
        <p:spPr>
          <a:xfrm>
            <a:off x="13698004" y="8159249"/>
            <a:ext cx="0" cy="76220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25" name="Organigramme : Décision 324">
            <a:extLst>
              <a:ext uri="{FF2B5EF4-FFF2-40B4-BE49-F238E27FC236}">
                <a16:creationId xmlns:a16="http://schemas.microsoft.com/office/drawing/2014/main" id="{C405D4AE-0276-37E7-C852-7B2C968C235A}"/>
              </a:ext>
            </a:extLst>
          </p:cNvPr>
          <p:cNvSpPr/>
          <p:nvPr/>
        </p:nvSpPr>
        <p:spPr>
          <a:xfrm>
            <a:off x="10780349" y="9438256"/>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331" name="Connecteur droit avec flèche 330">
            <a:extLst>
              <a:ext uri="{FF2B5EF4-FFF2-40B4-BE49-F238E27FC236}">
                <a16:creationId xmlns:a16="http://schemas.microsoft.com/office/drawing/2014/main" id="{C5297767-5B2D-1A31-DCB4-71D3498863F8}"/>
              </a:ext>
            </a:extLst>
          </p:cNvPr>
          <p:cNvCxnSpPr>
            <a:endCxn id="325" idx="3"/>
          </p:cNvCxnSpPr>
          <p:nvPr/>
        </p:nvCxnSpPr>
        <p:spPr>
          <a:xfrm flipH="1">
            <a:off x="11752935" y="9530409"/>
            <a:ext cx="1222050" cy="8907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3" name="ZoneTexte 332">
            <a:extLst>
              <a:ext uri="{FF2B5EF4-FFF2-40B4-BE49-F238E27FC236}">
                <a16:creationId xmlns:a16="http://schemas.microsoft.com/office/drawing/2014/main" id="{027F736A-3664-9746-8843-CADA111B169A}"/>
              </a:ext>
            </a:extLst>
          </p:cNvPr>
          <p:cNvSpPr txBox="1"/>
          <p:nvPr/>
        </p:nvSpPr>
        <p:spPr>
          <a:xfrm>
            <a:off x="10970189" y="9064758"/>
            <a:ext cx="1676400" cy="338554"/>
          </a:xfrm>
          <a:prstGeom prst="rect">
            <a:avLst/>
          </a:prstGeom>
          <a:noFill/>
        </p:spPr>
        <p:txBody>
          <a:bodyPr wrap="square" rtlCol="0">
            <a:spAutoFit/>
          </a:bodyPr>
          <a:lstStyle/>
          <a:p>
            <a:r>
              <a:rPr lang="fr-FR" sz="1600"/>
              <a:t>Validation GAP</a:t>
            </a:r>
          </a:p>
        </p:txBody>
      </p:sp>
      <p:sp>
        <p:nvSpPr>
          <p:cNvPr id="335" name="ZoneTexte 334">
            <a:extLst>
              <a:ext uri="{FF2B5EF4-FFF2-40B4-BE49-F238E27FC236}">
                <a16:creationId xmlns:a16="http://schemas.microsoft.com/office/drawing/2014/main" id="{F114B8BB-D77E-5BFB-707B-EFC24A9A7260}"/>
              </a:ext>
            </a:extLst>
          </p:cNvPr>
          <p:cNvSpPr txBox="1"/>
          <p:nvPr/>
        </p:nvSpPr>
        <p:spPr>
          <a:xfrm>
            <a:off x="10292694" y="9391941"/>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schemeClr val="accent5">
                    <a:lumMod val="75000"/>
                  </a:schemeClr>
                </a:solidFill>
                <a:latin typeface="Calibri"/>
                <a:ea typeface="+mn-ea"/>
                <a:cs typeface="+mn-cs"/>
              </a:rPr>
              <a:t>Non</a:t>
            </a:r>
          </a:p>
        </p:txBody>
      </p:sp>
      <p:sp>
        <p:nvSpPr>
          <p:cNvPr id="336" name="ZoneTexte 335">
            <a:extLst>
              <a:ext uri="{FF2B5EF4-FFF2-40B4-BE49-F238E27FC236}">
                <a16:creationId xmlns:a16="http://schemas.microsoft.com/office/drawing/2014/main" id="{A72F9EDC-5C62-454D-1732-4B9FB0B20615}"/>
              </a:ext>
            </a:extLst>
          </p:cNvPr>
          <p:cNvSpPr txBox="1"/>
          <p:nvPr/>
        </p:nvSpPr>
        <p:spPr>
          <a:xfrm>
            <a:off x="13247359" y="11012630"/>
            <a:ext cx="1222049"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schemeClr val="accent3">
                    <a:lumMod val="75000"/>
                  </a:schemeClr>
                </a:solidFill>
                <a:latin typeface="Calibri"/>
              </a:rPr>
              <a:t>Oui</a:t>
            </a:r>
            <a:endParaRPr lang="fr-FR" sz="1800" kern="1200">
              <a:solidFill>
                <a:schemeClr val="accent3">
                  <a:lumMod val="75000"/>
                </a:schemeClr>
              </a:solidFill>
              <a:latin typeface="Calibri"/>
              <a:ea typeface="+mn-ea"/>
              <a:cs typeface="+mn-cs"/>
            </a:endParaRPr>
          </a:p>
        </p:txBody>
      </p:sp>
      <p:sp>
        <p:nvSpPr>
          <p:cNvPr id="337" name="Parchemin : vertical 336">
            <a:extLst>
              <a:ext uri="{FF2B5EF4-FFF2-40B4-BE49-F238E27FC236}">
                <a16:creationId xmlns:a16="http://schemas.microsoft.com/office/drawing/2014/main" id="{073B5313-8868-E545-FF8F-D6AAF22BE757}"/>
              </a:ext>
            </a:extLst>
          </p:cNvPr>
          <p:cNvSpPr/>
          <p:nvPr/>
        </p:nvSpPr>
        <p:spPr>
          <a:xfrm>
            <a:off x="15408016" y="9299905"/>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cxnSp>
        <p:nvCxnSpPr>
          <p:cNvPr id="341" name="Connecteur droit avec flèche 340">
            <a:extLst>
              <a:ext uri="{FF2B5EF4-FFF2-40B4-BE49-F238E27FC236}">
                <a16:creationId xmlns:a16="http://schemas.microsoft.com/office/drawing/2014/main" id="{C8ACF7A2-6A78-A11A-4E63-30403E226B10}"/>
              </a:ext>
            </a:extLst>
          </p:cNvPr>
          <p:cNvCxnSpPr>
            <a:endCxn id="337" idx="1"/>
          </p:cNvCxnSpPr>
          <p:nvPr/>
        </p:nvCxnSpPr>
        <p:spPr>
          <a:xfrm flipV="1">
            <a:off x="14797220" y="9509472"/>
            <a:ext cx="663188" cy="926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45" name="ZoneTexte 344">
            <a:extLst>
              <a:ext uri="{FF2B5EF4-FFF2-40B4-BE49-F238E27FC236}">
                <a16:creationId xmlns:a16="http://schemas.microsoft.com/office/drawing/2014/main" id="{AA8F71F9-8122-4D19-852B-FA798B4D42FB}"/>
              </a:ext>
            </a:extLst>
          </p:cNvPr>
          <p:cNvSpPr txBox="1"/>
          <p:nvPr/>
        </p:nvSpPr>
        <p:spPr>
          <a:xfrm>
            <a:off x="9680918" y="8669798"/>
            <a:ext cx="3009900" cy="369332"/>
          </a:xfrm>
          <a:prstGeom prst="rect">
            <a:avLst/>
          </a:prstGeom>
          <a:noFill/>
        </p:spPr>
        <p:txBody>
          <a:bodyPr wrap="square" rtlCol="0">
            <a:spAutoFit/>
          </a:bodyPr>
          <a:lstStyle/>
          <a:p>
            <a:r>
              <a:rPr lang="fr-FR" sz="1800" b="1">
                <a:solidFill>
                  <a:srgbClr val="FF0000"/>
                </a:solidFill>
              </a:rPr>
              <a:t>Etape intermédiaire</a:t>
            </a:r>
          </a:p>
        </p:txBody>
      </p:sp>
      <p:sp>
        <p:nvSpPr>
          <p:cNvPr id="346" name="Organigramme : Bande perforée 345">
            <a:extLst>
              <a:ext uri="{FF2B5EF4-FFF2-40B4-BE49-F238E27FC236}">
                <a16:creationId xmlns:a16="http://schemas.microsoft.com/office/drawing/2014/main" id="{F89BAB0F-1A3A-32C7-4E6D-5A1DB9A419C7}"/>
              </a:ext>
            </a:extLst>
          </p:cNvPr>
          <p:cNvSpPr/>
          <p:nvPr/>
        </p:nvSpPr>
        <p:spPr>
          <a:xfrm>
            <a:off x="21173962" y="12278621"/>
            <a:ext cx="2373338" cy="1324234"/>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rgbClr val="FFFFFF"/>
                </a:solidFill>
              </a:rPr>
              <a:t>Etat de sortie des HS/HC réalisées format CNPR</a:t>
            </a:r>
          </a:p>
        </p:txBody>
      </p:sp>
      <p:cxnSp>
        <p:nvCxnSpPr>
          <p:cNvPr id="351" name="Connecteur : en angle 350">
            <a:extLst>
              <a:ext uri="{FF2B5EF4-FFF2-40B4-BE49-F238E27FC236}">
                <a16:creationId xmlns:a16="http://schemas.microsoft.com/office/drawing/2014/main" id="{886E8CB5-8636-6DC6-1805-36CDD62308F6}"/>
              </a:ext>
            </a:extLst>
          </p:cNvPr>
          <p:cNvCxnSpPr>
            <a:cxnSpLocks/>
          </p:cNvCxnSpPr>
          <p:nvPr/>
        </p:nvCxnSpPr>
        <p:spPr>
          <a:xfrm>
            <a:off x="11264399" y="10223043"/>
            <a:ext cx="9949013" cy="2675240"/>
          </a:xfrm>
          <a:prstGeom prst="bentConnector3">
            <a:avLst/>
          </a:prstGeom>
          <a:ln>
            <a:headEnd type="none" w="med" len="med"/>
            <a:tailEnd type="arrow" w="med" len="med"/>
          </a:ln>
        </p:spPr>
        <p:style>
          <a:lnRef idx="2">
            <a:schemeClr val="accent3"/>
          </a:lnRef>
          <a:fillRef idx="0">
            <a:schemeClr val="accent3"/>
          </a:fillRef>
          <a:effectRef idx="1">
            <a:schemeClr val="accent3"/>
          </a:effectRef>
          <a:fontRef idx="minor">
            <a:schemeClr val="tx1"/>
          </a:fontRef>
        </p:style>
      </p:cxnSp>
      <p:sp>
        <p:nvSpPr>
          <p:cNvPr id="3" name="Espace réservé du texte 5">
            <a:extLst>
              <a:ext uri="{FF2B5EF4-FFF2-40B4-BE49-F238E27FC236}">
                <a16:creationId xmlns:a16="http://schemas.microsoft.com/office/drawing/2014/main" id="{F1FBE655-594D-E237-8EEC-D102A7D6D86E}"/>
              </a:ext>
            </a:extLst>
          </p:cNvPr>
          <p:cNvSpPr txBox="1">
            <a:spLocks/>
          </p:cNvSpPr>
          <p:nvPr/>
        </p:nvSpPr>
        <p:spPr>
          <a:xfrm>
            <a:off x="3954332" y="-49369"/>
            <a:ext cx="19896610" cy="15799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b">
            <a:spAutoFit/>
          </a:bodyPr>
          <a:lstStyle>
            <a:lvl1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1pPr>
            <a:lvl2pPr marL="12192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2pPr>
            <a:lvl3pPr marL="18288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3pPr>
            <a:lvl4pPr marL="24384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4pPr>
            <a:lvl5pPr marL="30480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5pPr>
            <a:lvl6pPr marL="34290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6pPr>
            <a:lvl7pPr marL="40386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7pPr>
            <a:lvl8pPr marL="46482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8pPr>
            <a:lvl9pPr marL="52578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9pPr>
          </a:lstStyle>
          <a:p>
            <a:pPr hangingPunct="1"/>
            <a:r>
              <a:rPr lang="fr-FR" dirty="0"/>
              <a:t>8 – V2  – Expression de besoin – Logigramme HS/HC –Demande Manager</a:t>
            </a:r>
            <a:endParaRPr lang="en-GB" dirty="0"/>
          </a:p>
        </p:txBody>
      </p:sp>
      <p:sp>
        <p:nvSpPr>
          <p:cNvPr id="5" name="Numéro de diapositive">
            <a:extLst>
              <a:ext uri="{FF2B5EF4-FFF2-40B4-BE49-F238E27FC236}">
                <a16:creationId xmlns:a16="http://schemas.microsoft.com/office/drawing/2014/main" id="{3FFD4206-021D-32E1-40D7-94A300D6CB84}"/>
              </a:ext>
            </a:extLst>
          </p:cNvPr>
          <p:cNvSpPr txBox="1">
            <a:spLocks/>
          </p:cNvSpPr>
          <p:nvPr/>
        </p:nvSpPr>
        <p:spPr>
          <a:xfrm>
            <a:off x="23708646" y="12775849"/>
            <a:ext cx="484451" cy="4142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z="2000" smtClean="0">
                <a:solidFill>
                  <a:srgbClr val="FFFFFF"/>
                </a:solidFill>
              </a:rPr>
              <a:pPr/>
              <a:t>20</a:t>
            </a:fld>
            <a:endParaRPr lang="fr-FR" sz="2000">
              <a:solidFill>
                <a:srgbClr val="FFFFFF"/>
              </a:solidFill>
            </a:endParaRPr>
          </a:p>
        </p:txBody>
      </p:sp>
      <p:sp>
        <p:nvSpPr>
          <p:cNvPr id="7" name="Rectangle : coins arrondis 6">
            <a:extLst>
              <a:ext uri="{FF2B5EF4-FFF2-40B4-BE49-F238E27FC236}">
                <a16:creationId xmlns:a16="http://schemas.microsoft.com/office/drawing/2014/main" id="{25D3DF9E-791A-76F6-8F61-8D90CCEC2622}"/>
              </a:ext>
            </a:extLst>
          </p:cNvPr>
          <p:cNvSpPr/>
          <p:nvPr/>
        </p:nvSpPr>
        <p:spPr>
          <a:xfrm>
            <a:off x="7444610" y="2325093"/>
            <a:ext cx="2927288" cy="1401169"/>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a:solidFill>
                  <a:prstClr val="black"/>
                </a:solidFill>
                <a:latin typeface="Calibri"/>
              </a:rPr>
              <a:t>Demander au manager de confirmer les dates de réalisation ou de les modifier</a:t>
            </a:r>
          </a:p>
        </p:txBody>
      </p:sp>
      <p:cxnSp>
        <p:nvCxnSpPr>
          <p:cNvPr id="11" name="Connecteur droit avec flèche 10">
            <a:extLst>
              <a:ext uri="{FF2B5EF4-FFF2-40B4-BE49-F238E27FC236}">
                <a16:creationId xmlns:a16="http://schemas.microsoft.com/office/drawing/2014/main" id="{7F4B1D00-6F12-C1B3-CB9B-47AA862AA8A0}"/>
              </a:ext>
            </a:extLst>
          </p:cNvPr>
          <p:cNvCxnSpPr>
            <a:cxnSpLocks/>
          </p:cNvCxnSpPr>
          <p:nvPr/>
        </p:nvCxnSpPr>
        <p:spPr>
          <a:xfrm flipV="1">
            <a:off x="10761638" y="3937240"/>
            <a:ext cx="3966500" cy="79921"/>
          </a:xfrm>
          <a:prstGeom prst="straightConnector1">
            <a:avLst/>
          </a:prstGeom>
          <a:ln>
            <a:headEnd type="none" w="med" len="med"/>
            <a:tailEnd type="arrow" w="med" len="med"/>
          </a:ln>
        </p:spPr>
        <p:style>
          <a:lnRef idx="2">
            <a:schemeClr val="accent3"/>
          </a:lnRef>
          <a:fillRef idx="0">
            <a:schemeClr val="accent3"/>
          </a:fillRef>
          <a:effectRef idx="1">
            <a:schemeClr val="accent3"/>
          </a:effectRef>
          <a:fontRef idx="minor">
            <a:schemeClr val="tx1"/>
          </a:fontRef>
        </p:style>
      </p:cxnSp>
      <p:sp>
        <p:nvSpPr>
          <p:cNvPr id="18" name="Parchemin : vertical 17">
            <a:extLst>
              <a:ext uri="{FF2B5EF4-FFF2-40B4-BE49-F238E27FC236}">
                <a16:creationId xmlns:a16="http://schemas.microsoft.com/office/drawing/2014/main" id="{A232E7B5-CE40-DFE0-1170-A8B446C1F0C1}"/>
              </a:ext>
            </a:extLst>
          </p:cNvPr>
          <p:cNvSpPr/>
          <p:nvPr/>
        </p:nvSpPr>
        <p:spPr>
          <a:xfrm>
            <a:off x="6344097" y="4681771"/>
            <a:ext cx="1778237" cy="1296734"/>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r>
              <a:rPr lang="fr-FR" sz="1200" b="1" dirty="0">
                <a:solidFill>
                  <a:schemeClr val="tx1"/>
                </a:solidFill>
              </a:rPr>
              <a:t>Directeur ou sous directeur ou manager éventuellement</a:t>
            </a:r>
            <a:endParaRPr lang="fr-FR" sz="1600" dirty="0">
              <a:solidFill>
                <a:schemeClr val="tx1"/>
              </a:solidFill>
            </a:endParaRPr>
          </a:p>
        </p:txBody>
      </p:sp>
      <p:sp>
        <p:nvSpPr>
          <p:cNvPr id="13" name="Parchemin : vertical 12">
            <a:extLst>
              <a:ext uri="{FF2B5EF4-FFF2-40B4-BE49-F238E27FC236}">
                <a16:creationId xmlns:a16="http://schemas.microsoft.com/office/drawing/2014/main" id="{4C36728A-A0CE-06DF-3F10-6AEE549E0D40}"/>
              </a:ext>
            </a:extLst>
          </p:cNvPr>
          <p:cNvSpPr/>
          <p:nvPr/>
        </p:nvSpPr>
        <p:spPr>
          <a:xfrm>
            <a:off x="2254443" y="6304242"/>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pPr algn="ctr"/>
            <a:r>
              <a:rPr lang="fr-FR" sz="1600" dirty="0">
                <a:solidFill>
                  <a:schemeClr val="tx1"/>
                </a:solidFill>
              </a:rPr>
              <a:t>Manager</a:t>
            </a:r>
          </a:p>
        </p:txBody>
      </p:sp>
      <p:sp>
        <p:nvSpPr>
          <p:cNvPr id="22" name="Parchemin : vertical 21">
            <a:extLst>
              <a:ext uri="{FF2B5EF4-FFF2-40B4-BE49-F238E27FC236}">
                <a16:creationId xmlns:a16="http://schemas.microsoft.com/office/drawing/2014/main" id="{1249C695-C7B1-4D2A-1A2D-EA53E515D21C}"/>
              </a:ext>
            </a:extLst>
          </p:cNvPr>
          <p:cNvSpPr/>
          <p:nvPr/>
        </p:nvSpPr>
        <p:spPr>
          <a:xfrm>
            <a:off x="8434097" y="4765834"/>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pPr algn="ctr"/>
            <a:r>
              <a:rPr lang="fr-FR" sz="1600" dirty="0">
                <a:solidFill>
                  <a:schemeClr val="tx1"/>
                </a:solidFill>
              </a:rPr>
              <a:t>GAP+ Salarié</a:t>
            </a:r>
          </a:p>
        </p:txBody>
      </p:sp>
      <p:sp>
        <p:nvSpPr>
          <p:cNvPr id="23" name="Parchemin : vertical 22">
            <a:extLst>
              <a:ext uri="{FF2B5EF4-FFF2-40B4-BE49-F238E27FC236}">
                <a16:creationId xmlns:a16="http://schemas.microsoft.com/office/drawing/2014/main" id="{FC920982-AA18-A12D-71AD-F55592B010D3}"/>
              </a:ext>
            </a:extLst>
          </p:cNvPr>
          <p:cNvSpPr/>
          <p:nvPr/>
        </p:nvSpPr>
        <p:spPr>
          <a:xfrm>
            <a:off x="9608988" y="6282943"/>
            <a:ext cx="1473733" cy="1202807"/>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 GAP+ Salarié</a:t>
            </a:r>
          </a:p>
        </p:txBody>
      </p:sp>
      <p:cxnSp>
        <p:nvCxnSpPr>
          <p:cNvPr id="29" name="Connecteur droit avec flèche 28">
            <a:extLst>
              <a:ext uri="{FF2B5EF4-FFF2-40B4-BE49-F238E27FC236}">
                <a16:creationId xmlns:a16="http://schemas.microsoft.com/office/drawing/2014/main" id="{B5CE1885-D919-5685-EF6E-FCF2C54513B7}"/>
              </a:ext>
            </a:extLst>
          </p:cNvPr>
          <p:cNvCxnSpPr>
            <a:cxnSpLocks/>
          </p:cNvCxnSpPr>
          <p:nvPr/>
        </p:nvCxnSpPr>
        <p:spPr>
          <a:xfrm flipH="1">
            <a:off x="12055750" y="3972953"/>
            <a:ext cx="2533815" cy="1810890"/>
          </a:xfrm>
          <a:prstGeom prst="straightConnector1">
            <a:avLst/>
          </a:prstGeom>
          <a:ln>
            <a:headEnd type="none" w="med" len="med"/>
            <a:tailEnd type="arrow" w="med" len="med"/>
          </a:ln>
        </p:spPr>
        <p:style>
          <a:lnRef idx="2">
            <a:schemeClr val="accent3"/>
          </a:lnRef>
          <a:fillRef idx="0">
            <a:schemeClr val="accent3"/>
          </a:fillRef>
          <a:effectRef idx="1">
            <a:schemeClr val="accent3"/>
          </a:effectRef>
          <a:fontRef idx="minor">
            <a:schemeClr val="tx1"/>
          </a:fontRef>
        </p:style>
      </p:cxnSp>
      <p:cxnSp>
        <p:nvCxnSpPr>
          <p:cNvPr id="31" name="Connecteur droit avec flèche 30">
            <a:extLst>
              <a:ext uri="{FF2B5EF4-FFF2-40B4-BE49-F238E27FC236}">
                <a16:creationId xmlns:a16="http://schemas.microsoft.com/office/drawing/2014/main" id="{EECADA60-18F7-C1B8-26B9-92CFA22DB227}"/>
              </a:ext>
            </a:extLst>
          </p:cNvPr>
          <p:cNvCxnSpPr>
            <a:cxnSpLocks/>
          </p:cNvCxnSpPr>
          <p:nvPr/>
        </p:nvCxnSpPr>
        <p:spPr>
          <a:xfrm flipH="1">
            <a:off x="10545125" y="9648795"/>
            <a:ext cx="216513" cy="602414"/>
          </a:xfrm>
          <a:prstGeom prst="straightConnector1">
            <a:avLst/>
          </a:prstGeom>
          <a:ln>
            <a:headEnd type="none" w="med" len="med"/>
            <a:tailEnd type="arrow" w="med" len="med"/>
          </a:ln>
        </p:spPr>
        <p:style>
          <a:lnRef idx="2">
            <a:schemeClr val="accent5"/>
          </a:lnRef>
          <a:fillRef idx="0">
            <a:schemeClr val="accent5"/>
          </a:fillRef>
          <a:effectRef idx="1">
            <a:schemeClr val="accent5"/>
          </a:effectRef>
          <a:fontRef idx="minor">
            <a:schemeClr val="tx1"/>
          </a:fontRef>
        </p:style>
      </p:cxnSp>
      <p:sp>
        <p:nvSpPr>
          <p:cNvPr id="224" name="Parchemin : vertical 223">
            <a:extLst>
              <a:ext uri="{FF2B5EF4-FFF2-40B4-BE49-F238E27FC236}">
                <a16:creationId xmlns:a16="http://schemas.microsoft.com/office/drawing/2014/main" id="{B5BD630E-4CF2-603B-96EF-B4C75B188ED1}"/>
              </a:ext>
            </a:extLst>
          </p:cNvPr>
          <p:cNvSpPr/>
          <p:nvPr/>
        </p:nvSpPr>
        <p:spPr>
          <a:xfrm>
            <a:off x="16623779" y="8733898"/>
            <a:ext cx="1473733" cy="1202807"/>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  Salarié</a:t>
            </a:r>
          </a:p>
        </p:txBody>
      </p:sp>
      <p:cxnSp>
        <p:nvCxnSpPr>
          <p:cNvPr id="238" name="Connecteur droit 237">
            <a:extLst>
              <a:ext uri="{FF2B5EF4-FFF2-40B4-BE49-F238E27FC236}">
                <a16:creationId xmlns:a16="http://schemas.microsoft.com/office/drawing/2014/main" id="{5ED25473-08C2-ECE9-C37B-B7950C7AC9EC}"/>
              </a:ext>
            </a:extLst>
          </p:cNvPr>
          <p:cNvCxnSpPr>
            <a:cxnSpLocks/>
          </p:cNvCxnSpPr>
          <p:nvPr/>
        </p:nvCxnSpPr>
        <p:spPr>
          <a:xfrm flipH="1">
            <a:off x="11229726" y="9800700"/>
            <a:ext cx="36916" cy="389480"/>
          </a:xfrm>
          <a:prstGeom prst="line">
            <a:avLst/>
          </a:prstGeom>
          <a:ln w="31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41" name="ZoneTexte 240">
            <a:extLst>
              <a:ext uri="{FF2B5EF4-FFF2-40B4-BE49-F238E27FC236}">
                <a16:creationId xmlns:a16="http://schemas.microsoft.com/office/drawing/2014/main" id="{9B7BC796-6B4A-9EA3-9CB4-717CFFD0A399}"/>
              </a:ext>
            </a:extLst>
          </p:cNvPr>
          <p:cNvSpPr txBox="1"/>
          <p:nvPr/>
        </p:nvSpPr>
        <p:spPr>
          <a:xfrm>
            <a:off x="9587970" y="9769673"/>
            <a:ext cx="1308604"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1800" dirty="0">
                <a:solidFill>
                  <a:prstClr val="black"/>
                </a:solidFill>
                <a:latin typeface="Calibri"/>
              </a:rPr>
              <a:t>Mise en attente pour contacter le manager</a:t>
            </a:r>
          </a:p>
        </p:txBody>
      </p:sp>
      <p:sp>
        <p:nvSpPr>
          <p:cNvPr id="9" name="Organigramme : Décision 8">
            <a:extLst>
              <a:ext uri="{FF2B5EF4-FFF2-40B4-BE49-F238E27FC236}">
                <a16:creationId xmlns:a16="http://schemas.microsoft.com/office/drawing/2014/main" id="{1BFC8FE0-1902-5095-9947-23A5BD523769}"/>
              </a:ext>
            </a:extLst>
          </p:cNvPr>
          <p:cNvSpPr/>
          <p:nvPr/>
        </p:nvSpPr>
        <p:spPr>
          <a:xfrm>
            <a:off x="11085865" y="11266424"/>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7" name="ZoneTexte 26">
            <a:extLst>
              <a:ext uri="{FF2B5EF4-FFF2-40B4-BE49-F238E27FC236}">
                <a16:creationId xmlns:a16="http://schemas.microsoft.com/office/drawing/2014/main" id="{6E7D07DB-D57F-BE19-5472-3B446BDB246B}"/>
              </a:ext>
            </a:extLst>
          </p:cNvPr>
          <p:cNvSpPr txBox="1"/>
          <p:nvPr/>
        </p:nvSpPr>
        <p:spPr>
          <a:xfrm>
            <a:off x="11347479" y="9859438"/>
            <a:ext cx="1222049"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srgbClr val="00B050"/>
                </a:solidFill>
                <a:latin typeface="Calibri"/>
              </a:rPr>
              <a:t>Oui</a:t>
            </a:r>
            <a:endParaRPr lang="fr-FR" sz="1800" kern="1200">
              <a:solidFill>
                <a:srgbClr val="00B050"/>
              </a:solidFill>
              <a:latin typeface="Calibri"/>
              <a:ea typeface="+mn-ea"/>
              <a:cs typeface="+mn-cs"/>
            </a:endParaRPr>
          </a:p>
        </p:txBody>
      </p:sp>
      <p:sp>
        <p:nvSpPr>
          <p:cNvPr id="228" name="ZoneTexte 227">
            <a:extLst>
              <a:ext uri="{FF2B5EF4-FFF2-40B4-BE49-F238E27FC236}">
                <a16:creationId xmlns:a16="http://schemas.microsoft.com/office/drawing/2014/main" id="{4D75AAC0-8236-332D-CBA4-A66BC5F2C896}"/>
              </a:ext>
            </a:extLst>
          </p:cNvPr>
          <p:cNvSpPr txBox="1"/>
          <p:nvPr/>
        </p:nvSpPr>
        <p:spPr>
          <a:xfrm>
            <a:off x="10597207" y="11073361"/>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sp>
        <p:nvSpPr>
          <p:cNvPr id="229" name="ZoneTexte 228">
            <a:extLst>
              <a:ext uri="{FF2B5EF4-FFF2-40B4-BE49-F238E27FC236}">
                <a16:creationId xmlns:a16="http://schemas.microsoft.com/office/drawing/2014/main" id="{0A2E47E0-68D0-B4FC-DEFC-0768FF11CF0C}"/>
              </a:ext>
            </a:extLst>
          </p:cNvPr>
          <p:cNvSpPr txBox="1"/>
          <p:nvPr/>
        </p:nvSpPr>
        <p:spPr>
          <a:xfrm>
            <a:off x="11159953" y="10603975"/>
            <a:ext cx="2347760" cy="646331"/>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Validation Gestionnaire GAP ?</a:t>
            </a:r>
          </a:p>
        </p:txBody>
      </p:sp>
      <p:sp>
        <p:nvSpPr>
          <p:cNvPr id="2" name="Parchemin : vertical 1">
            <a:extLst>
              <a:ext uri="{FF2B5EF4-FFF2-40B4-BE49-F238E27FC236}">
                <a16:creationId xmlns:a16="http://schemas.microsoft.com/office/drawing/2014/main" id="{C49F34E3-5AB6-7EBA-C3A6-3EB7C23825A4}"/>
              </a:ext>
            </a:extLst>
          </p:cNvPr>
          <p:cNvSpPr/>
          <p:nvPr/>
        </p:nvSpPr>
        <p:spPr>
          <a:xfrm>
            <a:off x="7973037" y="9661899"/>
            <a:ext cx="1517144" cy="972634"/>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Direction GAP</a:t>
            </a:r>
          </a:p>
        </p:txBody>
      </p:sp>
      <p:cxnSp>
        <p:nvCxnSpPr>
          <p:cNvPr id="26" name="Connecteur droit avec flèche 25">
            <a:extLst>
              <a:ext uri="{FF2B5EF4-FFF2-40B4-BE49-F238E27FC236}">
                <a16:creationId xmlns:a16="http://schemas.microsoft.com/office/drawing/2014/main" id="{00B418BB-069E-1D98-FD02-63806CDF859F}"/>
              </a:ext>
            </a:extLst>
          </p:cNvPr>
          <p:cNvCxnSpPr/>
          <p:nvPr/>
        </p:nvCxnSpPr>
        <p:spPr>
          <a:xfrm>
            <a:off x="10654701" y="10690992"/>
            <a:ext cx="364830" cy="18466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250" name="Connecteur droit avec flèche 249">
            <a:extLst>
              <a:ext uri="{FF2B5EF4-FFF2-40B4-BE49-F238E27FC236}">
                <a16:creationId xmlns:a16="http://schemas.microsoft.com/office/drawing/2014/main" id="{468924AE-1133-32A6-5597-DA7B298E9C7D}"/>
              </a:ext>
            </a:extLst>
          </p:cNvPr>
          <p:cNvCxnSpPr>
            <a:cxnSpLocks/>
          </p:cNvCxnSpPr>
          <p:nvPr/>
        </p:nvCxnSpPr>
        <p:spPr>
          <a:xfrm>
            <a:off x="12030042" y="11439485"/>
            <a:ext cx="4139298"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53" name="Parchemin : vertical 252">
            <a:extLst>
              <a:ext uri="{FF2B5EF4-FFF2-40B4-BE49-F238E27FC236}">
                <a16:creationId xmlns:a16="http://schemas.microsoft.com/office/drawing/2014/main" id="{B99C61FA-4062-7624-09FA-DF71D4896186}"/>
              </a:ext>
            </a:extLst>
          </p:cNvPr>
          <p:cNvSpPr/>
          <p:nvPr/>
        </p:nvSpPr>
        <p:spPr>
          <a:xfrm>
            <a:off x="8029099" y="10645494"/>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55" name="Organigramme : Décision 254">
            <a:extLst>
              <a:ext uri="{FF2B5EF4-FFF2-40B4-BE49-F238E27FC236}">
                <a16:creationId xmlns:a16="http://schemas.microsoft.com/office/drawing/2014/main" id="{07E829D2-165B-0EFB-5A86-37C6F2D257A2}"/>
              </a:ext>
            </a:extLst>
          </p:cNvPr>
          <p:cNvSpPr/>
          <p:nvPr/>
        </p:nvSpPr>
        <p:spPr>
          <a:xfrm>
            <a:off x="8197108" y="11308917"/>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40" name="Connecteur droit avec flèche 39">
            <a:extLst>
              <a:ext uri="{FF2B5EF4-FFF2-40B4-BE49-F238E27FC236}">
                <a16:creationId xmlns:a16="http://schemas.microsoft.com/office/drawing/2014/main" id="{BC57C18B-2047-4084-A580-76D901A1443B}"/>
              </a:ext>
            </a:extLst>
          </p:cNvPr>
          <p:cNvCxnSpPr>
            <a:cxnSpLocks/>
          </p:cNvCxnSpPr>
          <p:nvPr/>
        </p:nvCxnSpPr>
        <p:spPr>
          <a:xfrm>
            <a:off x="9305814" y="11575924"/>
            <a:ext cx="6933091" cy="108000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41" name="ZoneTexte 40">
            <a:extLst>
              <a:ext uri="{FF2B5EF4-FFF2-40B4-BE49-F238E27FC236}">
                <a16:creationId xmlns:a16="http://schemas.microsoft.com/office/drawing/2014/main" id="{27D91C25-7E12-F5DD-C8B0-7BE0BC1BDA14}"/>
              </a:ext>
            </a:extLst>
          </p:cNvPr>
          <p:cNvSpPr txBox="1"/>
          <p:nvPr/>
        </p:nvSpPr>
        <p:spPr>
          <a:xfrm>
            <a:off x="13399760" y="12191162"/>
            <a:ext cx="1784898"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chemeClr val="accent3">
                    <a:lumMod val="75000"/>
                  </a:schemeClr>
                </a:solidFill>
                <a:latin typeface="Calibri"/>
              </a:rPr>
              <a:t>Oui</a:t>
            </a:r>
            <a:endParaRPr lang="fr-FR" sz="1800" kern="1200" dirty="0">
              <a:solidFill>
                <a:schemeClr val="accent3">
                  <a:lumMod val="75000"/>
                </a:schemeClr>
              </a:solidFill>
              <a:latin typeface="Calibri"/>
              <a:ea typeface="+mn-ea"/>
              <a:cs typeface="+mn-cs"/>
            </a:endParaRPr>
          </a:p>
        </p:txBody>
      </p:sp>
      <p:sp>
        <p:nvSpPr>
          <p:cNvPr id="42" name="ZoneTexte 41">
            <a:extLst>
              <a:ext uri="{FF2B5EF4-FFF2-40B4-BE49-F238E27FC236}">
                <a16:creationId xmlns:a16="http://schemas.microsoft.com/office/drawing/2014/main" id="{AEFACCCE-A50A-DC12-835C-40D7F95A0CB4}"/>
              </a:ext>
            </a:extLst>
          </p:cNvPr>
          <p:cNvSpPr txBox="1"/>
          <p:nvPr/>
        </p:nvSpPr>
        <p:spPr>
          <a:xfrm>
            <a:off x="7738237" y="11075743"/>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sp>
        <p:nvSpPr>
          <p:cNvPr id="47" name="Rectangle 46">
            <a:extLst>
              <a:ext uri="{FF2B5EF4-FFF2-40B4-BE49-F238E27FC236}">
                <a16:creationId xmlns:a16="http://schemas.microsoft.com/office/drawing/2014/main" id="{7191701D-AE42-9735-E8BD-EC1A422DF538}"/>
              </a:ext>
            </a:extLst>
          </p:cNvPr>
          <p:cNvSpPr/>
          <p:nvPr/>
        </p:nvSpPr>
        <p:spPr>
          <a:xfrm>
            <a:off x="7167953" y="11419098"/>
            <a:ext cx="802098" cy="36202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kern="1200">
                <a:solidFill>
                  <a:prstClr val="black"/>
                </a:solidFill>
                <a:latin typeface="Calibri"/>
              </a:rPr>
              <a:t>Fin</a:t>
            </a:r>
          </a:p>
        </p:txBody>
      </p:sp>
      <p:cxnSp>
        <p:nvCxnSpPr>
          <p:cNvPr id="49" name="Connecteur droit avec flèche 48">
            <a:extLst>
              <a:ext uri="{FF2B5EF4-FFF2-40B4-BE49-F238E27FC236}">
                <a16:creationId xmlns:a16="http://schemas.microsoft.com/office/drawing/2014/main" id="{D2D410A2-65CF-182F-2295-E4A25D5A0EA2}"/>
              </a:ext>
            </a:extLst>
          </p:cNvPr>
          <p:cNvCxnSpPr>
            <a:endCxn id="253" idx="3"/>
          </p:cNvCxnSpPr>
          <p:nvPr/>
        </p:nvCxnSpPr>
        <p:spPr>
          <a:xfrm flipH="1" flipV="1">
            <a:off x="9285311" y="10855061"/>
            <a:ext cx="1684878" cy="5966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1" name="Connecteur droit avec flèche 50">
            <a:extLst>
              <a:ext uri="{FF2B5EF4-FFF2-40B4-BE49-F238E27FC236}">
                <a16:creationId xmlns:a16="http://schemas.microsoft.com/office/drawing/2014/main" id="{C39DCF01-1147-BA84-2741-6B7EE380BB26}"/>
              </a:ext>
            </a:extLst>
          </p:cNvPr>
          <p:cNvCxnSpPr>
            <a:cxnSpLocks/>
            <a:stCxn id="255" idx="1"/>
          </p:cNvCxnSpPr>
          <p:nvPr/>
        </p:nvCxnSpPr>
        <p:spPr>
          <a:xfrm flipH="1">
            <a:off x="7937367" y="11490139"/>
            <a:ext cx="259741" cy="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8" name="Connecteur droit avec flèche 57">
            <a:extLst>
              <a:ext uri="{FF2B5EF4-FFF2-40B4-BE49-F238E27FC236}">
                <a16:creationId xmlns:a16="http://schemas.microsoft.com/office/drawing/2014/main" id="{4BD8A00D-C9C7-675F-731F-9D8A32CA27C6}"/>
              </a:ext>
            </a:extLst>
          </p:cNvPr>
          <p:cNvCxnSpPr/>
          <p:nvPr/>
        </p:nvCxnSpPr>
        <p:spPr>
          <a:xfrm>
            <a:off x="8663608" y="11075743"/>
            <a:ext cx="0" cy="1906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Organigramme : Décision 18">
            <a:extLst>
              <a:ext uri="{FF2B5EF4-FFF2-40B4-BE49-F238E27FC236}">
                <a16:creationId xmlns:a16="http://schemas.microsoft.com/office/drawing/2014/main" id="{6C9276BE-812B-A47F-C386-C70AC64D6C51}"/>
              </a:ext>
            </a:extLst>
          </p:cNvPr>
          <p:cNvSpPr/>
          <p:nvPr/>
        </p:nvSpPr>
        <p:spPr>
          <a:xfrm>
            <a:off x="4722552" y="5750526"/>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30" name="Parchemin : vertical 29">
            <a:extLst>
              <a:ext uri="{FF2B5EF4-FFF2-40B4-BE49-F238E27FC236}">
                <a16:creationId xmlns:a16="http://schemas.microsoft.com/office/drawing/2014/main" id="{76478473-96D7-8659-BE02-5E8B2B9C1BEE}"/>
              </a:ext>
            </a:extLst>
          </p:cNvPr>
          <p:cNvSpPr/>
          <p:nvPr/>
        </p:nvSpPr>
        <p:spPr>
          <a:xfrm>
            <a:off x="15560416" y="10297584"/>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39" name="ZoneTexte 238">
            <a:extLst>
              <a:ext uri="{FF2B5EF4-FFF2-40B4-BE49-F238E27FC236}">
                <a16:creationId xmlns:a16="http://schemas.microsoft.com/office/drawing/2014/main" id="{5A07DA14-082A-6F8C-7F42-F76B50D45E28}"/>
              </a:ext>
            </a:extLst>
          </p:cNvPr>
          <p:cNvSpPr txBox="1"/>
          <p:nvPr/>
        </p:nvSpPr>
        <p:spPr>
          <a:xfrm>
            <a:off x="3746428" y="4920344"/>
            <a:ext cx="1879444" cy="584775"/>
          </a:xfrm>
          <a:prstGeom prst="rect">
            <a:avLst/>
          </a:prstGeom>
          <a:noFill/>
        </p:spPr>
        <p:txBody>
          <a:bodyPr wrap="square" rtlCol="0">
            <a:spAutoFit/>
          </a:bodyPr>
          <a:lstStyle/>
          <a:p>
            <a:pPr defTabSz="1828800" hangingPunct="1">
              <a:defRPr/>
            </a:pPr>
            <a:r>
              <a:rPr lang="fr-FR" sz="1600" b="1" dirty="0">
                <a:solidFill>
                  <a:schemeClr val="tx1"/>
                </a:solidFill>
              </a:rPr>
              <a:t>validation Manager OK</a:t>
            </a:r>
          </a:p>
        </p:txBody>
      </p:sp>
      <p:cxnSp>
        <p:nvCxnSpPr>
          <p:cNvPr id="245" name="Connecteur droit avec flèche 244">
            <a:extLst>
              <a:ext uri="{FF2B5EF4-FFF2-40B4-BE49-F238E27FC236}">
                <a16:creationId xmlns:a16="http://schemas.microsoft.com/office/drawing/2014/main" id="{188F65A7-4A06-901A-C7A4-27570ECC8169}"/>
              </a:ext>
            </a:extLst>
          </p:cNvPr>
          <p:cNvCxnSpPr/>
          <p:nvPr/>
        </p:nvCxnSpPr>
        <p:spPr>
          <a:xfrm flipH="1">
            <a:off x="2117833" y="5961309"/>
            <a:ext cx="2644475" cy="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47" name="ZoneTexte 246">
            <a:extLst>
              <a:ext uri="{FF2B5EF4-FFF2-40B4-BE49-F238E27FC236}">
                <a16:creationId xmlns:a16="http://schemas.microsoft.com/office/drawing/2014/main" id="{4C6A73AE-4AE3-C59C-EA56-7A6A2DCFC0A1}"/>
              </a:ext>
            </a:extLst>
          </p:cNvPr>
          <p:cNvSpPr txBox="1"/>
          <p:nvPr/>
        </p:nvSpPr>
        <p:spPr>
          <a:xfrm>
            <a:off x="3365395" y="5591977"/>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rgbClr val="FF0000"/>
                </a:solidFill>
                <a:latin typeface="Calibri"/>
                <a:ea typeface="+mn-ea"/>
                <a:cs typeface="+mn-cs"/>
              </a:rPr>
              <a:t>Non</a:t>
            </a:r>
          </a:p>
        </p:txBody>
      </p:sp>
      <p:cxnSp>
        <p:nvCxnSpPr>
          <p:cNvPr id="249" name="Connecteur droit avec flèche 248">
            <a:extLst>
              <a:ext uri="{FF2B5EF4-FFF2-40B4-BE49-F238E27FC236}">
                <a16:creationId xmlns:a16="http://schemas.microsoft.com/office/drawing/2014/main" id="{4568B00C-1457-E026-350A-0FE6865D6E00}"/>
              </a:ext>
            </a:extLst>
          </p:cNvPr>
          <p:cNvCxnSpPr>
            <a:cxnSpLocks/>
            <a:stCxn id="263" idx="8"/>
          </p:cNvCxnSpPr>
          <p:nvPr/>
        </p:nvCxnSpPr>
        <p:spPr>
          <a:xfrm flipH="1">
            <a:off x="5237288" y="4994122"/>
            <a:ext cx="199126" cy="64447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6" name="Rectangle : coins arrondis 35">
            <a:extLst>
              <a:ext uri="{FF2B5EF4-FFF2-40B4-BE49-F238E27FC236}">
                <a16:creationId xmlns:a16="http://schemas.microsoft.com/office/drawing/2014/main" id="{3FD5391F-AE05-25E8-8B99-28CCB72D61B3}"/>
              </a:ext>
            </a:extLst>
          </p:cNvPr>
          <p:cNvSpPr/>
          <p:nvPr/>
        </p:nvSpPr>
        <p:spPr>
          <a:xfrm>
            <a:off x="4016894" y="6654236"/>
            <a:ext cx="2629736" cy="822474"/>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828800" hangingPunct="1">
              <a:lnSpc>
                <a:spcPts val="2600"/>
              </a:lnSpc>
              <a:defRPr/>
            </a:pPr>
            <a:r>
              <a:rPr lang="fr-FR" sz="2000" kern="1200">
                <a:solidFill>
                  <a:prstClr val="black"/>
                </a:solidFill>
                <a:latin typeface="Calibri"/>
              </a:rPr>
              <a:t>Validation salarié</a:t>
            </a:r>
          </a:p>
          <a:p>
            <a:pPr defTabSz="1828800" hangingPunct="1">
              <a:lnSpc>
                <a:spcPts val="2600"/>
              </a:lnSpc>
              <a:defRPr/>
            </a:pPr>
            <a:r>
              <a:rPr lang="fr-FR" sz="2000" kern="1200">
                <a:solidFill>
                  <a:prstClr val="black"/>
                </a:solidFill>
                <a:latin typeface="Calibri"/>
              </a:rPr>
              <a:t>Multi-demandes</a:t>
            </a:r>
          </a:p>
        </p:txBody>
      </p:sp>
      <p:cxnSp>
        <p:nvCxnSpPr>
          <p:cNvPr id="38" name="Connecteur : en angle 37">
            <a:extLst>
              <a:ext uri="{FF2B5EF4-FFF2-40B4-BE49-F238E27FC236}">
                <a16:creationId xmlns:a16="http://schemas.microsoft.com/office/drawing/2014/main" id="{41405411-1682-43FB-3898-C3193B71CE35}"/>
              </a:ext>
            </a:extLst>
          </p:cNvPr>
          <p:cNvCxnSpPr>
            <a:cxnSpLocks/>
          </p:cNvCxnSpPr>
          <p:nvPr/>
        </p:nvCxnSpPr>
        <p:spPr>
          <a:xfrm>
            <a:off x="5757460" y="5952126"/>
            <a:ext cx="327975" cy="647381"/>
          </a:xfrm>
          <a:prstGeom prst="bentConnector2">
            <a:avLst/>
          </a:prstGeom>
          <a:ln>
            <a:tailEnd type="triangle"/>
          </a:ln>
        </p:spPr>
        <p:style>
          <a:lnRef idx="2">
            <a:schemeClr val="accent3"/>
          </a:lnRef>
          <a:fillRef idx="0">
            <a:schemeClr val="accent3"/>
          </a:fillRef>
          <a:effectRef idx="1">
            <a:schemeClr val="accent3"/>
          </a:effectRef>
          <a:fontRef idx="minor">
            <a:schemeClr val="tx1"/>
          </a:fontRef>
        </p:style>
      </p:cxnSp>
      <p:sp>
        <p:nvSpPr>
          <p:cNvPr id="48" name="ZoneTexte 47">
            <a:extLst>
              <a:ext uri="{FF2B5EF4-FFF2-40B4-BE49-F238E27FC236}">
                <a16:creationId xmlns:a16="http://schemas.microsoft.com/office/drawing/2014/main" id="{3E1B8842-0192-96E1-500D-CC9A110E5BA8}"/>
              </a:ext>
            </a:extLst>
          </p:cNvPr>
          <p:cNvSpPr txBox="1"/>
          <p:nvPr/>
        </p:nvSpPr>
        <p:spPr>
          <a:xfrm>
            <a:off x="6225017" y="6093548"/>
            <a:ext cx="726268"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rgbClr val="00B050"/>
                </a:solidFill>
                <a:latin typeface="Calibri"/>
              </a:rPr>
              <a:t>Oui</a:t>
            </a:r>
            <a:endParaRPr lang="fr-FR" sz="1800" kern="1200" dirty="0">
              <a:solidFill>
                <a:srgbClr val="00B050"/>
              </a:solidFill>
              <a:latin typeface="Calibri"/>
              <a:ea typeface="+mn-ea"/>
              <a:cs typeface="+mn-cs"/>
            </a:endParaRPr>
          </a:p>
        </p:txBody>
      </p:sp>
      <p:cxnSp>
        <p:nvCxnSpPr>
          <p:cNvPr id="52" name="Connecteur : en angle 51">
            <a:extLst>
              <a:ext uri="{FF2B5EF4-FFF2-40B4-BE49-F238E27FC236}">
                <a16:creationId xmlns:a16="http://schemas.microsoft.com/office/drawing/2014/main" id="{CF4E5E5E-3C9C-F592-83DD-AD5086317443}"/>
              </a:ext>
            </a:extLst>
          </p:cNvPr>
          <p:cNvCxnSpPr>
            <a:cxnSpLocks/>
          </p:cNvCxnSpPr>
          <p:nvPr/>
        </p:nvCxnSpPr>
        <p:spPr>
          <a:xfrm rot="10800000" flipV="1">
            <a:off x="3595230" y="7197829"/>
            <a:ext cx="590328" cy="237756"/>
          </a:xfrm>
          <a:prstGeom prst="bentConnector3">
            <a:avLst/>
          </a:prstGeom>
          <a:ln>
            <a:tailEnd type="triangle"/>
          </a:ln>
        </p:spPr>
        <p:style>
          <a:lnRef idx="2">
            <a:schemeClr val="dk1"/>
          </a:lnRef>
          <a:fillRef idx="0">
            <a:schemeClr val="dk1"/>
          </a:fillRef>
          <a:effectRef idx="1">
            <a:schemeClr val="dk1"/>
          </a:effectRef>
          <a:fontRef idx="minor">
            <a:schemeClr val="tx1"/>
          </a:fontRef>
        </p:style>
      </p:cxnSp>
      <p:sp>
        <p:nvSpPr>
          <p:cNvPr id="54" name="Organigramme : Décision 53">
            <a:extLst>
              <a:ext uri="{FF2B5EF4-FFF2-40B4-BE49-F238E27FC236}">
                <a16:creationId xmlns:a16="http://schemas.microsoft.com/office/drawing/2014/main" id="{10FC217C-3F86-42AA-B4DF-260347EFD661}"/>
              </a:ext>
            </a:extLst>
          </p:cNvPr>
          <p:cNvSpPr/>
          <p:nvPr/>
        </p:nvSpPr>
        <p:spPr>
          <a:xfrm>
            <a:off x="2231500" y="7796805"/>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55" name="ZoneTexte 54">
            <a:extLst>
              <a:ext uri="{FF2B5EF4-FFF2-40B4-BE49-F238E27FC236}">
                <a16:creationId xmlns:a16="http://schemas.microsoft.com/office/drawing/2014/main" id="{C60D913F-CDFF-6164-FD11-69CCF9A10536}"/>
              </a:ext>
            </a:extLst>
          </p:cNvPr>
          <p:cNvSpPr txBox="1"/>
          <p:nvPr/>
        </p:nvSpPr>
        <p:spPr>
          <a:xfrm>
            <a:off x="3201093" y="8090908"/>
            <a:ext cx="1784898"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rgbClr val="00B050"/>
                </a:solidFill>
                <a:latin typeface="Calibri"/>
              </a:rPr>
              <a:t>Oui</a:t>
            </a:r>
            <a:endParaRPr lang="fr-FR" sz="1800" kern="1200" dirty="0">
              <a:solidFill>
                <a:srgbClr val="00B050"/>
              </a:solidFill>
              <a:latin typeface="Calibri"/>
              <a:ea typeface="+mn-ea"/>
              <a:cs typeface="+mn-cs"/>
            </a:endParaRPr>
          </a:p>
        </p:txBody>
      </p:sp>
      <p:cxnSp>
        <p:nvCxnSpPr>
          <p:cNvPr id="60" name="Connecteur droit 59">
            <a:extLst>
              <a:ext uri="{FF2B5EF4-FFF2-40B4-BE49-F238E27FC236}">
                <a16:creationId xmlns:a16="http://schemas.microsoft.com/office/drawing/2014/main" id="{5E0D73C2-9837-9D21-E959-1A66B512E358}"/>
              </a:ext>
            </a:extLst>
          </p:cNvPr>
          <p:cNvCxnSpPr>
            <a:endCxn id="54" idx="1"/>
          </p:cNvCxnSpPr>
          <p:nvPr/>
        </p:nvCxnSpPr>
        <p:spPr>
          <a:xfrm>
            <a:off x="2147565" y="7945411"/>
            <a:ext cx="83935" cy="32616"/>
          </a:xfrm>
          <a:prstGeom prst="line">
            <a:avLst/>
          </a:prstGeom>
          <a:ln/>
        </p:spPr>
        <p:style>
          <a:lnRef idx="1">
            <a:schemeClr val="dk1"/>
          </a:lnRef>
          <a:fillRef idx="0">
            <a:schemeClr val="dk1"/>
          </a:fillRef>
          <a:effectRef idx="0">
            <a:schemeClr val="dk1"/>
          </a:effectRef>
          <a:fontRef idx="minor">
            <a:schemeClr val="tx1"/>
          </a:fontRef>
        </p:style>
      </p:cxnSp>
      <p:cxnSp>
        <p:nvCxnSpPr>
          <p:cNvPr id="62" name="Connecteur droit avec flèche 61">
            <a:extLst>
              <a:ext uri="{FF2B5EF4-FFF2-40B4-BE49-F238E27FC236}">
                <a16:creationId xmlns:a16="http://schemas.microsoft.com/office/drawing/2014/main" id="{D88A64A0-36E4-0481-E760-3BCB06059869}"/>
              </a:ext>
            </a:extLst>
          </p:cNvPr>
          <p:cNvCxnSpPr>
            <a:cxnSpLocks/>
          </p:cNvCxnSpPr>
          <p:nvPr/>
        </p:nvCxnSpPr>
        <p:spPr>
          <a:xfrm>
            <a:off x="3204086" y="7978027"/>
            <a:ext cx="919" cy="1381137"/>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63" name="Parchemin : vertical 62">
            <a:extLst>
              <a:ext uri="{FF2B5EF4-FFF2-40B4-BE49-F238E27FC236}">
                <a16:creationId xmlns:a16="http://schemas.microsoft.com/office/drawing/2014/main" id="{8A120F47-892D-71EA-150E-08C3F8D19B75}"/>
              </a:ext>
            </a:extLst>
          </p:cNvPr>
          <p:cNvSpPr/>
          <p:nvPr/>
        </p:nvSpPr>
        <p:spPr>
          <a:xfrm>
            <a:off x="5405495" y="8737172"/>
            <a:ext cx="2039115" cy="1586473"/>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pPr algn="ctr"/>
            <a:r>
              <a:rPr lang="fr-FR" sz="1600" dirty="0">
                <a:solidFill>
                  <a:schemeClr val="tx1"/>
                </a:solidFill>
              </a:rPr>
              <a:t>Manager demandeur + </a:t>
            </a:r>
          </a:p>
          <a:p>
            <a:pPr algn="ctr"/>
            <a:r>
              <a:rPr lang="fr-FR" sz="1600" dirty="0">
                <a:solidFill>
                  <a:schemeClr val="tx1"/>
                </a:solidFill>
              </a:rPr>
              <a:t>GAP + </a:t>
            </a:r>
          </a:p>
          <a:p>
            <a:pPr algn="ctr"/>
            <a:r>
              <a:rPr lang="fr-FR" sz="1600" dirty="0">
                <a:solidFill>
                  <a:schemeClr val="tx1"/>
                </a:solidFill>
              </a:rPr>
              <a:t>Destinataires workflow</a:t>
            </a:r>
          </a:p>
        </p:txBody>
      </p:sp>
      <p:cxnSp>
        <p:nvCxnSpPr>
          <p:cNvPr id="258" name="Connecteur droit avec flèche 257">
            <a:extLst>
              <a:ext uri="{FF2B5EF4-FFF2-40B4-BE49-F238E27FC236}">
                <a16:creationId xmlns:a16="http://schemas.microsoft.com/office/drawing/2014/main" id="{BA0FFF27-717D-3783-9478-9CC58A1B47A4}"/>
              </a:ext>
            </a:extLst>
          </p:cNvPr>
          <p:cNvCxnSpPr>
            <a:endCxn id="43" idx="0"/>
          </p:cNvCxnSpPr>
          <p:nvPr/>
        </p:nvCxnSpPr>
        <p:spPr>
          <a:xfrm>
            <a:off x="10127750" y="3657137"/>
            <a:ext cx="244148" cy="16982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60" name="ZoneTexte 259">
            <a:extLst>
              <a:ext uri="{FF2B5EF4-FFF2-40B4-BE49-F238E27FC236}">
                <a16:creationId xmlns:a16="http://schemas.microsoft.com/office/drawing/2014/main" id="{CFB1CE7F-FB48-D3C2-823B-8C599DCE4B35}"/>
              </a:ext>
            </a:extLst>
          </p:cNvPr>
          <p:cNvSpPr txBox="1"/>
          <p:nvPr/>
        </p:nvSpPr>
        <p:spPr>
          <a:xfrm>
            <a:off x="254679" y="6005387"/>
            <a:ext cx="1424542" cy="369332"/>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Salarié</a:t>
            </a:r>
          </a:p>
        </p:txBody>
      </p:sp>
      <p:sp>
        <p:nvSpPr>
          <p:cNvPr id="263" name="Bulle narrative : ronde 262">
            <a:extLst>
              <a:ext uri="{FF2B5EF4-FFF2-40B4-BE49-F238E27FC236}">
                <a16:creationId xmlns:a16="http://schemas.microsoft.com/office/drawing/2014/main" id="{8378C3F5-D067-0E6F-5B2F-8C54737F44B7}"/>
              </a:ext>
            </a:extLst>
          </p:cNvPr>
          <p:cNvSpPr/>
          <p:nvPr/>
        </p:nvSpPr>
        <p:spPr>
          <a:xfrm>
            <a:off x="4888237" y="3809353"/>
            <a:ext cx="1879444" cy="1053128"/>
          </a:xfrm>
          <a:prstGeom prst="wedgeEllipseCallout">
            <a:avLst/>
          </a:prstGeom>
          <a:solidFill>
            <a:srgbClr val="FFFFFF"/>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1400" kern="1200" dirty="0">
                <a:solidFill>
                  <a:prstClr val="black"/>
                </a:solidFill>
                <a:latin typeface="Calibri"/>
              </a:rPr>
              <a:t>Popup </a:t>
            </a:r>
            <a:r>
              <a:rPr lang="fr-FR" sz="1400" kern="1200" dirty="0" err="1">
                <a:solidFill>
                  <a:prstClr val="black"/>
                </a:solidFill>
                <a:latin typeface="Calibri"/>
              </a:rPr>
              <a:t>valid</a:t>
            </a:r>
            <a:r>
              <a:rPr lang="fr-FR" sz="1400" kern="1200" dirty="0">
                <a:solidFill>
                  <a:prstClr val="black"/>
                </a:solidFill>
                <a:latin typeface="Calibri"/>
              </a:rPr>
              <a:t>. des règles de gestion par le manager</a:t>
            </a:r>
            <a:endParaRPr kumimoji="0" lang="fr-FR" sz="1400" b="0" i="0" u="none" strike="noStrike" cap="none" spc="0" normalizeH="0" baseline="0" dirty="0">
              <a:ln>
                <a:noFill/>
              </a:ln>
              <a:solidFill>
                <a:srgbClr val="5E5E5E"/>
              </a:solidFill>
              <a:effectLst/>
              <a:uFillTx/>
              <a:latin typeface="+mj-lt"/>
              <a:ea typeface="+mj-ea"/>
              <a:cs typeface="+mj-cs"/>
              <a:sym typeface="Helvetica Neue"/>
            </a:endParaRPr>
          </a:p>
        </p:txBody>
      </p:sp>
      <p:sp>
        <p:nvSpPr>
          <p:cNvPr id="265" name="ZoneTexte 264">
            <a:extLst>
              <a:ext uri="{FF2B5EF4-FFF2-40B4-BE49-F238E27FC236}">
                <a16:creationId xmlns:a16="http://schemas.microsoft.com/office/drawing/2014/main" id="{B0D5849D-14D2-610F-1578-73181300A95B}"/>
              </a:ext>
            </a:extLst>
          </p:cNvPr>
          <p:cNvSpPr txBox="1"/>
          <p:nvPr/>
        </p:nvSpPr>
        <p:spPr>
          <a:xfrm>
            <a:off x="1643604" y="7780789"/>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rgbClr val="FF0000"/>
                </a:solidFill>
                <a:latin typeface="Calibri"/>
                <a:ea typeface="+mn-ea"/>
                <a:cs typeface="+mn-cs"/>
              </a:rPr>
              <a:t>Non</a:t>
            </a:r>
          </a:p>
        </p:txBody>
      </p:sp>
      <p:cxnSp>
        <p:nvCxnSpPr>
          <p:cNvPr id="269" name="Connecteur droit avec flèche 268">
            <a:extLst>
              <a:ext uri="{FF2B5EF4-FFF2-40B4-BE49-F238E27FC236}">
                <a16:creationId xmlns:a16="http://schemas.microsoft.com/office/drawing/2014/main" id="{D3BA7016-404B-D0A0-6863-9CEBEA23A746}"/>
              </a:ext>
            </a:extLst>
          </p:cNvPr>
          <p:cNvCxnSpPr>
            <a:cxnSpLocks/>
            <a:endCxn id="54" idx="0"/>
          </p:cNvCxnSpPr>
          <p:nvPr/>
        </p:nvCxnSpPr>
        <p:spPr>
          <a:xfrm flipH="1">
            <a:off x="2717793" y="7485750"/>
            <a:ext cx="2044515" cy="31105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70" name="Parchemin : vertical 269">
            <a:extLst>
              <a:ext uri="{FF2B5EF4-FFF2-40B4-BE49-F238E27FC236}">
                <a16:creationId xmlns:a16="http://schemas.microsoft.com/office/drawing/2014/main" id="{D37D247C-03E6-319C-22DF-A1E668651B6C}"/>
              </a:ext>
            </a:extLst>
          </p:cNvPr>
          <p:cNvSpPr/>
          <p:nvPr/>
        </p:nvSpPr>
        <p:spPr>
          <a:xfrm>
            <a:off x="856705" y="4924104"/>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pPr algn="ctr"/>
            <a:r>
              <a:rPr lang="fr-FR" sz="1600" dirty="0">
                <a:solidFill>
                  <a:schemeClr val="tx1"/>
                </a:solidFill>
              </a:rPr>
              <a:t>Manager</a:t>
            </a:r>
          </a:p>
        </p:txBody>
      </p:sp>
      <p:sp>
        <p:nvSpPr>
          <p:cNvPr id="277" name="Organigramme : Disque magnétique 276">
            <a:extLst>
              <a:ext uri="{FF2B5EF4-FFF2-40B4-BE49-F238E27FC236}">
                <a16:creationId xmlns:a16="http://schemas.microsoft.com/office/drawing/2014/main" id="{7B632976-E9B9-4A94-795D-CF160FFFB5B0}"/>
              </a:ext>
            </a:extLst>
          </p:cNvPr>
          <p:cNvSpPr/>
          <p:nvPr/>
        </p:nvSpPr>
        <p:spPr>
          <a:xfrm>
            <a:off x="2152655" y="9350036"/>
            <a:ext cx="1258400" cy="615184"/>
          </a:xfrm>
          <a:prstGeom prst="flowChartMagneticDisk">
            <a:avLst/>
          </a:prstGeom>
          <a:solidFill>
            <a:srgbClr val="EF1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78" name="ZoneTexte 277">
            <a:extLst>
              <a:ext uri="{FF2B5EF4-FFF2-40B4-BE49-F238E27FC236}">
                <a16:creationId xmlns:a16="http://schemas.microsoft.com/office/drawing/2014/main" id="{294CD825-C706-5CBD-C0A4-ACB334B08268}"/>
              </a:ext>
            </a:extLst>
          </p:cNvPr>
          <p:cNvSpPr txBox="1"/>
          <p:nvPr/>
        </p:nvSpPr>
        <p:spPr>
          <a:xfrm>
            <a:off x="1948671" y="10047568"/>
            <a:ext cx="1810952"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1600" dirty="0"/>
              <a:t>Validation système</a:t>
            </a:r>
            <a:endParaRPr kumimoji="0" lang="fr-FR" sz="1600" b="0" i="0" u="none" strike="noStrike" cap="none" spc="0" normalizeH="0" baseline="0" dirty="0">
              <a:ln>
                <a:noFill/>
              </a:ln>
              <a:solidFill>
                <a:srgbClr val="5E5E5E"/>
              </a:solidFill>
              <a:effectLst/>
              <a:uFillTx/>
              <a:latin typeface="+mj-lt"/>
              <a:ea typeface="+mj-ea"/>
              <a:cs typeface="+mj-cs"/>
              <a:sym typeface="Helvetica Neue"/>
            </a:endParaRPr>
          </a:p>
        </p:txBody>
      </p:sp>
      <p:sp>
        <p:nvSpPr>
          <p:cNvPr id="281" name="Organigramme : Décision 280">
            <a:extLst>
              <a:ext uri="{FF2B5EF4-FFF2-40B4-BE49-F238E27FC236}">
                <a16:creationId xmlns:a16="http://schemas.microsoft.com/office/drawing/2014/main" id="{435DECE1-580D-C1FF-AF2A-EE2FC59A2C63}"/>
              </a:ext>
            </a:extLst>
          </p:cNvPr>
          <p:cNvSpPr/>
          <p:nvPr/>
        </p:nvSpPr>
        <p:spPr>
          <a:xfrm>
            <a:off x="3954332" y="9476406"/>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283" name="Connecteur droit avec flèche 282">
            <a:extLst>
              <a:ext uri="{FF2B5EF4-FFF2-40B4-BE49-F238E27FC236}">
                <a16:creationId xmlns:a16="http://schemas.microsoft.com/office/drawing/2014/main" id="{5F287B06-6952-B499-C325-8A17EF658D66}"/>
              </a:ext>
            </a:extLst>
          </p:cNvPr>
          <p:cNvCxnSpPr/>
          <p:nvPr/>
        </p:nvCxnSpPr>
        <p:spPr>
          <a:xfrm flipV="1">
            <a:off x="3479171" y="9657628"/>
            <a:ext cx="442811" cy="11204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6" name="Connecteur droit avec flèche 285">
            <a:extLst>
              <a:ext uri="{FF2B5EF4-FFF2-40B4-BE49-F238E27FC236}">
                <a16:creationId xmlns:a16="http://schemas.microsoft.com/office/drawing/2014/main" id="{89C74614-4095-1642-6741-D9B910955A64}"/>
              </a:ext>
            </a:extLst>
          </p:cNvPr>
          <p:cNvCxnSpPr/>
          <p:nvPr/>
        </p:nvCxnSpPr>
        <p:spPr>
          <a:xfrm flipV="1">
            <a:off x="4430337" y="9359164"/>
            <a:ext cx="1149398" cy="8672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87" name="ZoneTexte 286">
            <a:extLst>
              <a:ext uri="{FF2B5EF4-FFF2-40B4-BE49-F238E27FC236}">
                <a16:creationId xmlns:a16="http://schemas.microsoft.com/office/drawing/2014/main" id="{6CED8D4A-2074-6909-4DA9-11C60EDD3C02}"/>
              </a:ext>
            </a:extLst>
          </p:cNvPr>
          <p:cNvSpPr txBox="1"/>
          <p:nvPr/>
        </p:nvSpPr>
        <p:spPr>
          <a:xfrm>
            <a:off x="4642060" y="9005542"/>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rgbClr val="00B050"/>
                </a:solidFill>
                <a:latin typeface="Calibri"/>
              </a:rPr>
              <a:t>Oui</a:t>
            </a:r>
            <a:endParaRPr lang="fr-FR" sz="1800" kern="1200" dirty="0">
              <a:solidFill>
                <a:srgbClr val="00B050"/>
              </a:solidFill>
              <a:latin typeface="Calibri"/>
              <a:ea typeface="+mn-ea"/>
              <a:cs typeface="+mn-cs"/>
            </a:endParaRPr>
          </a:p>
        </p:txBody>
      </p:sp>
      <p:cxnSp>
        <p:nvCxnSpPr>
          <p:cNvPr id="69" name="Connecteur droit 68">
            <a:extLst>
              <a:ext uri="{FF2B5EF4-FFF2-40B4-BE49-F238E27FC236}">
                <a16:creationId xmlns:a16="http://schemas.microsoft.com/office/drawing/2014/main" id="{0498766B-9868-D099-BA8F-1F4505FB615B}"/>
              </a:ext>
            </a:extLst>
          </p:cNvPr>
          <p:cNvCxnSpPr>
            <a:cxnSpLocks/>
            <a:endCxn id="225" idx="0"/>
          </p:cNvCxnSpPr>
          <p:nvPr/>
        </p:nvCxnSpPr>
        <p:spPr>
          <a:xfrm flipH="1">
            <a:off x="3440070" y="9950002"/>
            <a:ext cx="982765" cy="1287662"/>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72" name="Connecteur droit 71">
            <a:extLst>
              <a:ext uri="{FF2B5EF4-FFF2-40B4-BE49-F238E27FC236}">
                <a16:creationId xmlns:a16="http://schemas.microsoft.com/office/drawing/2014/main" id="{3BFBA71A-CD0D-8C56-2702-6D8BC5C6ADDA}"/>
              </a:ext>
            </a:extLst>
          </p:cNvPr>
          <p:cNvCxnSpPr>
            <a:cxnSpLocks/>
          </p:cNvCxnSpPr>
          <p:nvPr/>
        </p:nvCxnSpPr>
        <p:spPr>
          <a:xfrm flipH="1" flipV="1">
            <a:off x="1730135" y="10783325"/>
            <a:ext cx="1207229" cy="656160"/>
          </a:xfrm>
          <a:prstGeom prst="line">
            <a:avLst/>
          </a:prstGeom>
          <a:ln/>
        </p:spPr>
        <p:style>
          <a:lnRef idx="2">
            <a:schemeClr val="accent5"/>
          </a:lnRef>
          <a:fillRef idx="0">
            <a:schemeClr val="accent5"/>
          </a:fillRef>
          <a:effectRef idx="1">
            <a:schemeClr val="accent5"/>
          </a:effectRef>
          <a:fontRef idx="minor">
            <a:schemeClr val="tx1"/>
          </a:fontRef>
        </p:style>
      </p:cxnSp>
      <p:cxnSp>
        <p:nvCxnSpPr>
          <p:cNvPr id="10" name="Connecteur droit avec flèche 9">
            <a:extLst>
              <a:ext uri="{FF2B5EF4-FFF2-40B4-BE49-F238E27FC236}">
                <a16:creationId xmlns:a16="http://schemas.microsoft.com/office/drawing/2014/main" id="{05083401-1919-CDCB-834C-715824EA0256}"/>
              </a:ext>
            </a:extLst>
          </p:cNvPr>
          <p:cNvCxnSpPr/>
          <p:nvPr/>
        </p:nvCxnSpPr>
        <p:spPr>
          <a:xfrm flipH="1">
            <a:off x="11125927" y="7353143"/>
            <a:ext cx="219824" cy="162425"/>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28" name="Connecteur droit avec flèche 27">
            <a:extLst>
              <a:ext uri="{FF2B5EF4-FFF2-40B4-BE49-F238E27FC236}">
                <a16:creationId xmlns:a16="http://schemas.microsoft.com/office/drawing/2014/main" id="{942DC1D5-B17D-AA40-B633-984B7897FB4B}"/>
              </a:ext>
            </a:extLst>
          </p:cNvPr>
          <p:cNvCxnSpPr/>
          <p:nvPr/>
        </p:nvCxnSpPr>
        <p:spPr>
          <a:xfrm flipV="1">
            <a:off x="5804742" y="5558783"/>
            <a:ext cx="520713" cy="343409"/>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25" name="Organigramme : Décision 224">
            <a:extLst>
              <a:ext uri="{FF2B5EF4-FFF2-40B4-BE49-F238E27FC236}">
                <a16:creationId xmlns:a16="http://schemas.microsoft.com/office/drawing/2014/main" id="{39D41D76-0934-D3C2-A221-ACFD3F1F9460}"/>
              </a:ext>
            </a:extLst>
          </p:cNvPr>
          <p:cNvSpPr/>
          <p:nvPr/>
        </p:nvSpPr>
        <p:spPr>
          <a:xfrm>
            <a:off x="2953777" y="11237664"/>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230" name="Connecteur droit avec flèche 229">
            <a:extLst>
              <a:ext uri="{FF2B5EF4-FFF2-40B4-BE49-F238E27FC236}">
                <a16:creationId xmlns:a16="http://schemas.microsoft.com/office/drawing/2014/main" id="{C675E2C1-9ADE-A78A-D940-58AF7B0E7218}"/>
              </a:ext>
            </a:extLst>
          </p:cNvPr>
          <p:cNvCxnSpPr/>
          <p:nvPr/>
        </p:nvCxnSpPr>
        <p:spPr>
          <a:xfrm flipH="1">
            <a:off x="2071313" y="5978505"/>
            <a:ext cx="2644475" cy="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31" name="ZoneTexte 230">
            <a:extLst>
              <a:ext uri="{FF2B5EF4-FFF2-40B4-BE49-F238E27FC236}">
                <a16:creationId xmlns:a16="http://schemas.microsoft.com/office/drawing/2014/main" id="{6BD98B74-843B-592E-09C9-67662988D43F}"/>
              </a:ext>
            </a:extLst>
          </p:cNvPr>
          <p:cNvSpPr txBox="1"/>
          <p:nvPr/>
        </p:nvSpPr>
        <p:spPr>
          <a:xfrm>
            <a:off x="2640951" y="10777215"/>
            <a:ext cx="1879444" cy="338554"/>
          </a:xfrm>
          <a:prstGeom prst="rect">
            <a:avLst/>
          </a:prstGeom>
          <a:noFill/>
        </p:spPr>
        <p:txBody>
          <a:bodyPr wrap="square" rtlCol="0">
            <a:spAutoFit/>
          </a:bodyPr>
          <a:lstStyle/>
          <a:p>
            <a:pPr defTabSz="1828800" hangingPunct="1">
              <a:defRPr/>
            </a:pPr>
            <a:r>
              <a:rPr lang="fr-FR" sz="1600" b="1" dirty="0">
                <a:solidFill>
                  <a:schemeClr val="tx1"/>
                </a:solidFill>
              </a:rPr>
              <a:t>Accord DRH</a:t>
            </a:r>
          </a:p>
        </p:txBody>
      </p:sp>
      <p:sp>
        <p:nvSpPr>
          <p:cNvPr id="232" name="Organigramme : Bande perforée 231">
            <a:extLst>
              <a:ext uri="{FF2B5EF4-FFF2-40B4-BE49-F238E27FC236}">
                <a16:creationId xmlns:a16="http://schemas.microsoft.com/office/drawing/2014/main" id="{0246F645-0E7B-C79F-0AA0-BB345085C076}"/>
              </a:ext>
            </a:extLst>
          </p:cNvPr>
          <p:cNvSpPr/>
          <p:nvPr/>
        </p:nvSpPr>
        <p:spPr>
          <a:xfrm>
            <a:off x="19331947" y="6462880"/>
            <a:ext cx="3068134" cy="1611597"/>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rgbClr val="FFFFFF"/>
                </a:solidFill>
              </a:rPr>
              <a:t>Etat de sortie pour les salariés concernés détail du paiement + mois </a:t>
            </a:r>
            <a:r>
              <a:rPr lang="fr-FR" sz="1600">
                <a:solidFill>
                  <a:srgbClr val="FFFFFF"/>
                </a:solidFill>
              </a:rPr>
              <a:t>de paie</a:t>
            </a:r>
            <a:endParaRPr lang="fr-FR" sz="1600" dirty="0">
              <a:solidFill>
                <a:srgbClr val="FFFFFF"/>
              </a:solidFill>
            </a:endParaRPr>
          </a:p>
        </p:txBody>
      </p:sp>
      <p:cxnSp>
        <p:nvCxnSpPr>
          <p:cNvPr id="20" name="Connecteur droit avec flèche 19">
            <a:extLst>
              <a:ext uri="{FF2B5EF4-FFF2-40B4-BE49-F238E27FC236}">
                <a16:creationId xmlns:a16="http://schemas.microsoft.com/office/drawing/2014/main" id="{5CF7BF78-E2F5-80E3-3149-40EE351B36BA}"/>
              </a:ext>
            </a:extLst>
          </p:cNvPr>
          <p:cNvCxnSpPr/>
          <p:nvPr/>
        </p:nvCxnSpPr>
        <p:spPr>
          <a:xfrm flipV="1">
            <a:off x="1722057" y="7968764"/>
            <a:ext cx="425508" cy="2814561"/>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1" name="ZoneTexte 20">
            <a:extLst>
              <a:ext uri="{FF2B5EF4-FFF2-40B4-BE49-F238E27FC236}">
                <a16:creationId xmlns:a16="http://schemas.microsoft.com/office/drawing/2014/main" id="{50C0D588-D35D-085B-D86F-A71A2C478028}"/>
              </a:ext>
            </a:extLst>
          </p:cNvPr>
          <p:cNvSpPr txBox="1"/>
          <p:nvPr/>
        </p:nvSpPr>
        <p:spPr>
          <a:xfrm>
            <a:off x="1784681" y="11152644"/>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rgbClr val="FF0000"/>
                </a:solidFill>
                <a:latin typeface="Calibri"/>
                <a:ea typeface="+mn-ea"/>
                <a:cs typeface="+mn-cs"/>
              </a:rPr>
              <a:t>Non</a:t>
            </a:r>
          </a:p>
        </p:txBody>
      </p:sp>
      <p:sp>
        <p:nvSpPr>
          <p:cNvPr id="24" name="ZoneTexte 23">
            <a:extLst>
              <a:ext uri="{FF2B5EF4-FFF2-40B4-BE49-F238E27FC236}">
                <a16:creationId xmlns:a16="http://schemas.microsoft.com/office/drawing/2014/main" id="{D65A9A13-5166-9E7F-9E72-66ACEFE1A0F3}"/>
              </a:ext>
            </a:extLst>
          </p:cNvPr>
          <p:cNvSpPr txBox="1"/>
          <p:nvPr/>
        </p:nvSpPr>
        <p:spPr>
          <a:xfrm>
            <a:off x="4109616" y="10217466"/>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rgbClr val="FF0000"/>
                </a:solidFill>
                <a:latin typeface="Calibri"/>
                <a:ea typeface="+mn-ea"/>
                <a:cs typeface="+mn-cs"/>
              </a:rPr>
              <a:t>Non</a:t>
            </a:r>
          </a:p>
        </p:txBody>
      </p:sp>
      <p:sp>
        <p:nvSpPr>
          <p:cNvPr id="25" name="Parchemin : vertical 24">
            <a:extLst>
              <a:ext uri="{FF2B5EF4-FFF2-40B4-BE49-F238E27FC236}">
                <a16:creationId xmlns:a16="http://schemas.microsoft.com/office/drawing/2014/main" id="{DD731F94-F32B-BF5E-ABE1-BB5920E10F13}"/>
              </a:ext>
            </a:extLst>
          </p:cNvPr>
          <p:cNvSpPr/>
          <p:nvPr/>
        </p:nvSpPr>
        <p:spPr>
          <a:xfrm>
            <a:off x="4391594" y="11018190"/>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Workflow</a:t>
            </a:r>
          </a:p>
        </p:txBody>
      </p:sp>
      <p:cxnSp>
        <p:nvCxnSpPr>
          <p:cNvPr id="227" name="Connecteur droit avec flèche 226">
            <a:extLst>
              <a:ext uri="{FF2B5EF4-FFF2-40B4-BE49-F238E27FC236}">
                <a16:creationId xmlns:a16="http://schemas.microsoft.com/office/drawing/2014/main" id="{5CAD7045-2845-700F-948F-B7CA45E6BB23}"/>
              </a:ext>
            </a:extLst>
          </p:cNvPr>
          <p:cNvCxnSpPr>
            <a:stCxn id="225" idx="3"/>
          </p:cNvCxnSpPr>
          <p:nvPr/>
        </p:nvCxnSpPr>
        <p:spPr>
          <a:xfrm flipV="1">
            <a:off x="3926363" y="9976791"/>
            <a:ext cx="1617271" cy="1442095"/>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33" name="ZoneTexte 232">
            <a:extLst>
              <a:ext uri="{FF2B5EF4-FFF2-40B4-BE49-F238E27FC236}">
                <a16:creationId xmlns:a16="http://schemas.microsoft.com/office/drawing/2014/main" id="{6DAF5E60-31A9-0275-3102-FB7E4DE934C9}"/>
              </a:ext>
            </a:extLst>
          </p:cNvPr>
          <p:cNvSpPr txBox="1"/>
          <p:nvPr/>
        </p:nvSpPr>
        <p:spPr>
          <a:xfrm>
            <a:off x="4845711" y="10419309"/>
            <a:ext cx="726268"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rgbClr val="00B050"/>
                </a:solidFill>
                <a:latin typeface="Calibri"/>
              </a:rPr>
              <a:t>Oui</a:t>
            </a:r>
            <a:endParaRPr lang="fr-FR" sz="1800" kern="1200" dirty="0">
              <a:solidFill>
                <a:srgbClr val="00B050"/>
              </a:solidFill>
              <a:latin typeface="Calibri"/>
              <a:ea typeface="+mn-ea"/>
              <a:cs typeface="+mn-cs"/>
            </a:endParaRPr>
          </a:p>
        </p:txBody>
      </p:sp>
      <p:sp>
        <p:nvSpPr>
          <p:cNvPr id="234" name="Parchemin : vertical 233">
            <a:extLst>
              <a:ext uri="{FF2B5EF4-FFF2-40B4-BE49-F238E27FC236}">
                <a16:creationId xmlns:a16="http://schemas.microsoft.com/office/drawing/2014/main" id="{9890D494-F741-4255-0105-5140736ED42E}"/>
              </a:ext>
            </a:extLst>
          </p:cNvPr>
          <p:cNvSpPr/>
          <p:nvPr/>
        </p:nvSpPr>
        <p:spPr>
          <a:xfrm>
            <a:off x="155437" y="10101857"/>
            <a:ext cx="1778237" cy="1296734"/>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r>
              <a:rPr lang="fr-FR" sz="1200" b="1" dirty="0">
                <a:solidFill>
                  <a:schemeClr val="tx1"/>
                </a:solidFill>
              </a:rPr>
              <a:t>Directeur ou sous directeur ou manager éventuellement</a:t>
            </a:r>
            <a:endParaRPr lang="fr-FR" sz="1600" dirty="0">
              <a:solidFill>
                <a:schemeClr val="tx1"/>
              </a:solidFill>
            </a:endParaRPr>
          </a:p>
        </p:txBody>
      </p:sp>
      <p:cxnSp>
        <p:nvCxnSpPr>
          <p:cNvPr id="236" name="Connecteur droit avec flèche 235">
            <a:extLst>
              <a:ext uri="{FF2B5EF4-FFF2-40B4-BE49-F238E27FC236}">
                <a16:creationId xmlns:a16="http://schemas.microsoft.com/office/drawing/2014/main" id="{B132B0F9-8F3A-2C95-9A98-0CE4B3FDEFC4}"/>
              </a:ext>
            </a:extLst>
          </p:cNvPr>
          <p:cNvCxnSpPr/>
          <p:nvPr/>
        </p:nvCxnSpPr>
        <p:spPr>
          <a:xfrm flipV="1">
            <a:off x="16869020" y="8090908"/>
            <a:ext cx="4173067" cy="2513067"/>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3709943048"/>
      </p:ext>
    </p:extLst>
  </p:cSld>
  <p:clrMapOvr>
    <a:masterClrMapping/>
  </p:clrMapOvr>
  <p:transition>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au 2">
            <a:extLst>
              <a:ext uri="{FF2B5EF4-FFF2-40B4-BE49-F238E27FC236}">
                <a16:creationId xmlns:a16="http://schemas.microsoft.com/office/drawing/2014/main" id="{18B9917A-B4F8-A4B3-704B-86F8E3074841}"/>
              </a:ext>
            </a:extLst>
          </p:cNvPr>
          <p:cNvGraphicFramePr>
            <a:graphicFrameLocks noGrp="1"/>
          </p:cNvGraphicFramePr>
          <p:nvPr>
            <p:extLst>
              <p:ext uri="{D42A27DB-BD31-4B8C-83A1-F6EECF244321}">
                <p14:modId xmlns:p14="http://schemas.microsoft.com/office/powerpoint/2010/main" val="3832294700"/>
              </p:ext>
            </p:extLst>
          </p:nvPr>
        </p:nvGraphicFramePr>
        <p:xfrm>
          <a:off x="124319" y="1318132"/>
          <a:ext cx="23151213" cy="12997903"/>
        </p:xfrm>
        <a:graphic>
          <a:graphicData uri="http://schemas.openxmlformats.org/drawingml/2006/table">
            <a:tbl>
              <a:tblPr firstRow="1" bandRow="1">
                <a:tableStyleId>{5940675A-B579-460E-94D1-54222C63F5DA}</a:tableStyleId>
              </a:tblPr>
              <a:tblGrid>
                <a:gridCol w="1678138">
                  <a:extLst>
                    <a:ext uri="{9D8B030D-6E8A-4147-A177-3AD203B41FA5}">
                      <a16:colId xmlns:a16="http://schemas.microsoft.com/office/drawing/2014/main" val="3175292577"/>
                    </a:ext>
                  </a:extLst>
                </a:gridCol>
                <a:gridCol w="5707273">
                  <a:extLst>
                    <a:ext uri="{9D8B030D-6E8A-4147-A177-3AD203B41FA5}">
                      <a16:colId xmlns:a16="http://schemas.microsoft.com/office/drawing/2014/main" val="2290661369"/>
                    </a:ext>
                  </a:extLst>
                </a:gridCol>
                <a:gridCol w="10647963">
                  <a:extLst>
                    <a:ext uri="{9D8B030D-6E8A-4147-A177-3AD203B41FA5}">
                      <a16:colId xmlns:a16="http://schemas.microsoft.com/office/drawing/2014/main" val="2445149046"/>
                    </a:ext>
                  </a:extLst>
                </a:gridCol>
                <a:gridCol w="5117839">
                  <a:extLst>
                    <a:ext uri="{9D8B030D-6E8A-4147-A177-3AD203B41FA5}">
                      <a16:colId xmlns:a16="http://schemas.microsoft.com/office/drawing/2014/main" val="3394108044"/>
                    </a:ext>
                  </a:extLst>
                </a:gridCol>
              </a:tblGrid>
              <a:tr h="1230269">
                <a:tc>
                  <a:txBody>
                    <a:bodyPr/>
                    <a:lstStyle/>
                    <a:p>
                      <a:pPr marL="0" algn="ctr" defTabSz="914400" rtl="0" eaLnBrk="1" latinLnBrk="0" hangingPunct="1"/>
                      <a:r>
                        <a:rPr lang="fr-FR" sz="2400" b="1" kern="1200">
                          <a:solidFill>
                            <a:schemeClr val="bg1"/>
                          </a:solidFill>
                          <a:latin typeface="+mn-lt"/>
                          <a:ea typeface="+mn-ea"/>
                          <a:cs typeface="+mn-cs"/>
                        </a:rPr>
                        <a:t>Acteurs</a:t>
                      </a: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dirty="0">
                          <a:solidFill>
                            <a:schemeClr val="bg1"/>
                          </a:solidFill>
                          <a:latin typeface="+mn-lt"/>
                          <a:ea typeface="+mn-ea"/>
                          <a:cs typeface="+mn-cs"/>
                        </a:rPr>
                        <a:t>Création de la demande</a:t>
                      </a:r>
                    </a:p>
                    <a:p>
                      <a:pPr marL="0" algn="ctr" defTabSz="914400" rtl="0" eaLnBrk="1" latinLnBrk="0" hangingPunct="1"/>
                      <a:r>
                        <a:rPr lang="fr-FR" sz="1600" b="1" kern="1200" dirty="0">
                          <a:solidFill>
                            <a:schemeClr val="bg1"/>
                          </a:solidFill>
                          <a:latin typeface="+mn-lt"/>
                          <a:ea typeface="+mn-ea"/>
                          <a:cs typeface="+mn-cs"/>
                        </a:rPr>
                        <a:t>Validée au préalable sous G2C : Gestion Changement de Calendrier</a:t>
                      </a: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 date fin + 5 du dernier vendredi - calendaire   </a:t>
                      </a:r>
                    </a:p>
                  </a:txBody>
                  <a:tcPr marL="182880" marR="182880" marT="91440" marB="91440"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Avant la clôture de la paie</a:t>
                      </a:r>
                    </a:p>
                  </a:txBody>
                  <a:tcPr marL="182880" marR="182880" marT="91440" marB="91440"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9127642"/>
                  </a:ext>
                </a:extLst>
              </a:tr>
              <a:tr h="2644474">
                <a:tc>
                  <a:txBody>
                    <a:bodyPr/>
                    <a:lstStyle/>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0922311"/>
                  </a:ext>
                </a:extLst>
              </a:tr>
              <a:tr h="2984716">
                <a:tc>
                  <a:txBody>
                    <a:bodyPr/>
                    <a:lstStyle/>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8384408"/>
                  </a:ext>
                </a:extLst>
              </a:tr>
              <a:tr h="3799492">
                <a:tc>
                  <a:txBody>
                    <a:bodyPr/>
                    <a:lstStyle/>
                    <a:p>
                      <a:pPr algn="ctr"/>
                      <a:endParaRPr lang="fr-FR" sz="2200" b="1" spc="0"/>
                    </a:p>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2266090"/>
                  </a:ext>
                </a:extLst>
              </a:tr>
              <a:tr h="2338952">
                <a:tc>
                  <a:txBody>
                    <a:bodyPr/>
                    <a:lstStyle/>
                    <a:p>
                      <a:pPr algn="ctr"/>
                      <a:endParaRPr lang="fr-FR" sz="2200" b="1" spc="0"/>
                    </a:p>
                    <a:p>
                      <a:pPr algn="ctr"/>
                      <a:endParaRPr lang="fr-FR" sz="18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dirty="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6335305"/>
                  </a:ext>
                </a:extLst>
              </a:tr>
            </a:tbl>
          </a:graphicData>
        </a:graphic>
      </p:graphicFrame>
      <p:grpSp>
        <p:nvGrpSpPr>
          <p:cNvPr id="139" name="Groupe 138">
            <a:extLst>
              <a:ext uri="{FF2B5EF4-FFF2-40B4-BE49-F238E27FC236}">
                <a16:creationId xmlns:a16="http://schemas.microsoft.com/office/drawing/2014/main" id="{DBB38C55-E0CE-4406-8EA4-EF7BEA5A1994}"/>
              </a:ext>
            </a:extLst>
          </p:cNvPr>
          <p:cNvGrpSpPr/>
          <p:nvPr/>
        </p:nvGrpSpPr>
        <p:grpSpPr>
          <a:xfrm>
            <a:off x="239717" y="8995888"/>
            <a:ext cx="1424542" cy="969332"/>
            <a:chOff x="-4599" y="2709954"/>
            <a:chExt cx="712271" cy="484666"/>
          </a:xfrm>
        </p:grpSpPr>
        <p:grpSp>
          <p:nvGrpSpPr>
            <p:cNvPr id="140" name="Groupe 139">
              <a:extLst>
                <a:ext uri="{FF2B5EF4-FFF2-40B4-BE49-F238E27FC236}">
                  <a16:creationId xmlns:a16="http://schemas.microsoft.com/office/drawing/2014/main" id="{AA4CC702-C9A3-46BA-A2CD-41C61D50BC17}"/>
                </a:ext>
              </a:extLst>
            </p:cNvPr>
            <p:cNvGrpSpPr/>
            <p:nvPr/>
          </p:nvGrpSpPr>
          <p:grpSpPr>
            <a:xfrm>
              <a:off x="225456" y="2709954"/>
              <a:ext cx="272783" cy="285000"/>
              <a:chOff x="234981" y="3192758"/>
              <a:chExt cx="272783" cy="285000"/>
            </a:xfrm>
          </p:grpSpPr>
          <p:sp>
            <p:nvSpPr>
              <p:cNvPr id="143" name="Forme libre : forme 142">
                <a:extLst>
                  <a:ext uri="{FF2B5EF4-FFF2-40B4-BE49-F238E27FC236}">
                    <a16:creationId xmlns:a16="http://schemas.microsoft.com/office/drawing/2014/main" id="{A1768CA8-CC28-48F2-A23C-8E3A787EB412}"/>
                  </a:ext>
                </a:extLst>
              </p:cNvPr>
              <p:cNvSpPr/>
              <p:nvPr/>
            </p:nvSpPr>
            <p:spPr>
              <a:xfrm>
                <a:off x="234981" y="3357758"/>
                <a:ext cx="272783" cy="120000"/>
              </a:xfrm>
              <a:custGeom>
                <a:avLst/>
                <a:gdLst>
                  <a:gd name="connsiteX0" fmla="*/ 259144 w 272783"/>
                  <a:gd name="connsiteY0" fmla="*/ 36000 h 120000"/>
                  <a:gd name="connsiteX1" fmla="*/ 192653 w 272783"/>
                  <a:gd name="connsiteY1" fmla="*/ 7500 h 120000"/>
                  <a:gd name="connsiteX2" fmla="*/ 136392 w 272783"/>
                  <a:gd name="connsiteY2" fmla="*/ 0 h 120000"/>
                  <a:gd name="connsiteX3" fmla="*/ 80130 w 272783"/>
                  <a:gd name="connsiteY3" fmla="*/ 7500 h 120000"/>
                  <a:gd name="connsiteX4" fmla="*/ 13639 w 272783"/>
                  <a:gd name="connsiteY4" fmla="*/ 36000 h 120000"/>
                  <a:gd name="connsiteX5" fmla="*/ 0 w 272783"/>
                  <a:gd name="connsiteY5" fmla="*/ 60000 h 120000"/>
                  <a:gd name="connsiteX6" fmla="*/ 0 w 272783"/>
                  <a:gd name="connsiteY6" fmla="*/ 120000 h 120000"/>
                  <a:gd name="connsiteX7" fmla="*/ 272783 w 272783"/>
                  <a:gd name="connsiteY7" fmla="*/ 120000 h 120000"/>
                  <a:gd name="connsiteX8" fmla="*/ 272783 w 272783"/>
                  <a:gd name="connsiteY8" fmla="*/ 60000 h 120000"/>
                  <a:gd name="connsiteX9" fmla="*/ 259144 w 272783"/>
                  <a:gd name="connsiteY9" fmla="*/ 36000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2783" h="120000">
                    <a:moveTo>
                      <a:pt x="259144" y="36000"/>
                    </a:moveTo>
                    <a:cubicBezTo>
                      <a:pt x="240390" y="22500"/>
                      <a:pt x="216522" y="13500"/>
                      <a:pt x="192653" y="7500"/>
                    </a:cubicBezTo>
                    <a:cubicBezTo>
                      <a:pt x="175604" y="3000"/>
                      <a:pt x="156850" y="0"/>
                      <a:pt x="136392" y="0"/>
                    </a:cubicBezTo>
                    <a:cubicBezTo>
                      <a:pt x="117638" y="0"/>
                      <a:pt x="98884" y="3000"/>
                      <a:pt x="80130" y="7500"/>
                    </a:cubicBezTo>
                    <a:cubicBezTo>
                      <a:pt x="56262" y="13500"/>
                      <a:pt x="32393" y="24000"/>
                      <a:pt x="13639" y="36000"/>
                    </a:cubicBezTo>
                    <a:cubicBezTo>
                      <a:pt x="5115" y="42000"/>
                      <a:pt x="0" y="51000"/>
                      <a:pt x="0" y="60000"/>
                    </a:cubicBezTo>
                    <a:lnTo>
                      <a:pt x="0" y="120000"/>
                    </a:lnTo>
                    <a:lnTo>
                      <a:pt x="272783" y="120000"/>
                    </a:lnTo>
                    <a:lnTo>
                      <a:pt x="272783" y="60000"/>
                    </a:lnTo>
                    <a:cubicBezTo>
                      <a:pt x="272783" y="51000"/>
                      <a:pt x="267669" y="42000"/>
                      <a:pt x="259144" y="36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4" name="Forme libre : forme 143">
                <a:extLst>
                  <a:ext uri="{FF2B5EF4-FFF2-40B4-BE49-F238E27FC236}">
                    <a16:creationId xmlns:a16="http://schemas.microsoft.com/office/drawing/2014/main" id="{685A5E2F-CA46-4EA7-94F2-A65339BCF83B}"/>
                  </a:ext>
                </a:extLst>
              </p:cNvPr>
              <p:cNvSpPr/>
              <p:nvPr/>
            </p:nvSpPr>
            <p:spPr>
              <a:xfrm>
                <a:off x="296358" y="3192758"/>
                <a:ext cx="190522" cy="142500"/>
              </a:xfrm>
              <a:custGeom>
                <a:avLst/>
                <a:gdLst>
                  <a:gd name="connsiteX0" fmla="*/ 8524 w 190522"/>
                  <a:gd name="connsiteY0" fmla="*/ 39000 h 142500"/>
                  <a:gd name="connsiteX1" fmla="*/ 14492 w 190522"/>
                  <a:gd name="connsiteY1" fmla="*/ 36750 h 142500"/>
                  <a:gd name="connsiteX2" fmla="*/ 14492 w 190522"/>
                  <a:gd name="connsiteY2" fmla="*/ 36750 h 142500"/>
                  <a:gd name="connsiteX3" fmla="*/ 75015 w 190522"/>
                  <a:gd name="connsiteY3" fmla="*/ 15000 h 142500"/>
                  <a:gd name="connsiteX4" fmla="*/ 160260 w 190522"/>
                  <a:gd name="connsiteY4" fmla="*/ 90000 h 142500"/>
                  <a:gd name="connsiteX5" fmla="*/ 160260 w 190522"/>
                  <a:gd name="connsiteY5" fmla="*/ 107250 h 142500"/>
                  <a:gd name="connsiteX6" fmla="*/ 111244 w 190522"/>
                  <a:gd name="connsiteY6" fmla="*/ 121500 h 142500"/>
                  <a:gd name="connsiteX7" fmla="*/ 104851 w 190522"/>
                  <a:gd name="connsiteY7" fmla="*/ 120000 h 142500"/>
                  <a:gd name="connsiteX8" fmla="*/ 92064 w 190522"/>
                  <a:gd name="connsiteY8" fmla="*/ 131250 h 142500"/>
                  <a:gd name="connsiteX9" fmla="*/ 104851 w 190522"/>
                  <a:gd name="connsiteY9" fmla="*/ 142500 h 142500"/>
                  <a:gd name="connsiteX10" fmla="*/ 116785 w 190522"/>
                  <a:gd name="connsiteY10" fmla="*/ 135750 h 142500"/>
                  <a:gd name="connsiteX11" fmla="*/ 184555 w 190522"/>
                  <a:gd name="connsiteY11" fmla="*/ 115875 h 142500"/>
                  <a:gd name="connsiteX12" fmla="*/ 190522 w 190522"/>
                  <a:gd name="connsiteY12" fmla="*/ 108750 h 142500"/>
                  <a:gd name="connsiteX13" fmla="*/ 190522 w 190522"/>
                  <a:gd name="connsiteY13" fmla="*/ 75000 h 142500"/>
                  <a:gd name="connsiteX14" fmla="*/ 181998 w 190522"/>
                  <a:gd name="connsiteY14" fmla="*/ 67500 h 142500"/>
                  <a:gd name="connsiteX15" fmla="*/ 174326 w 190522"/>
                  <a:gd name="connsiteY15" fmla="*/ 67500 h 142500"/>
                  <a:gd name="connsiteX16" fmla="*/ 75015 w 190522"/>
                  <a:gd name="connsiteY16" fmla="*/ 0 h 142500"/>
                  <a:gd name="connsiteX17" fmla="*/ 3410 w 190522"/>
                  <a:gd name="connsiteY17" fmla="*/ 25500 h 142500"/>
                  <a:gd name="connsiteX18" fmla="*/ 0 w 190522"/>
                  <a:gd name="connsiteY18" fmla="*/ 31500 h 142500"/>
                  <a:gd name="connsiteX19" fmla="*/ 8524 w 190522"/>
                  <a:gd name="connsiteY19" fmla="*/ 39000 h 14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0522" h="142500">
                    <a:moveTo>
                      <a:pt x="8524" y="39000"/>
                    </a:moveTo>
                    <a:cubicBezTo>
                      <a:pt x="11082" y="39000"/>
                      <a:pt x="13213" y="38250"/>
                      <a:pt x="14492" y="36750"/>
                    </a:cubicBezTo>
                    <a:lnTo>
                      <a:pt x="14492" y="36750"/>
                    </a:lnTo>
                    <a:cubicBezTo>
                      <a:pt x="30262" y="23250"/>
                      <a:pt x="51573" y="15000"/>
                      <a:pt x="75015" y="15000"/>
                    </a:cubicBezTo>
                    <a:cubicBezTo>
                      <a:pt x="121900" y="15000"/>
                      <a:pt x="160260" y="48750"/>
                      <a:pt x="160260" y="90000"/>
                    </a:cubicBezTo>
                    <a:lnTo>
                      <a:pt x="160260" y="107250"/>
                    </a:lnTo>
                    <a:lnTo>
                      <a:pt x="111244" y="121500"/>
                    </a:lnTo>
                    <a:cubicBezTo>
                      <a:pt x="109113" y="120750"/>
                      <a:pt x="106982" y="120000"/>
                      <a:pt x="104851" y="120000"/>
                    </a:cubicBezTo>
                    <a:cubicBezTo>
                      <a:pt x="97605" y="120000"/>
                      <a:pt x="92064" y="124875"/>
                      <a:pt x="92064" y="131250"/>
                    </a:cubicBezTo>
                    <a:cubicBezTo>
                      <a:pt x="92064" y="137625"/>
                      <a:pt x="97605" y="142500"/>
                      <a:pt x="104851" y="142500"/>
                    </a:cubicBezTo>
                    <a:cubicBezTo>
                      <a:pt x="109966" y="142500"/>
                      <a:pt x="114654" y="139875"/>
                      <a:pt x="116785" y="135750"/>
                    </a:cubicBezTo>
                    <a:lnTo>
                      <a:pt x="184555" y="115875"/>
                    </a:lnTo>
                    <a:cubicBezTo>
                      <a:pt x="187965" y="114750"/>
                      <a:pt x="190522" y="112125"/>
                      <a:pt x="190522" y="108750"/>
                    </a:cubicBezTo>
                    <a:lnTo>
                      <a:pt x="190522" y="75000"/>
                    </a:lnTo>
                    <a:cubicBezTo>
                      <a:pt x="190522" y="70875"/>
                      <a:pt x="186686" y="67500"/>
                      <a:pt x="181998" y="67500"/>
                    </a:cubicBezTo>
                    <a:lnTo>
                      <a:pt x="174326" y="67500"/>
                    </a:lnTo>
                    <a:cubicBezTo>
                      <a:pt x="162818" y="28875"/>
                      <a:pt x="122753" y="0"/>
                      <a:pt x="75015" y="0"/>
                    </a:cubicBezTo>
                    <a:cubicBezTo>
                      <a:pt x="47311" y="0"/>
                      <a:pt x="22164" y="9750"/>
                      <a:pt x="3410" y="25500"/>
                    </a:cubicBezTo>
                    <a:cubicBezTo>
                      <a:pt x="1279" y="27000"/>
                      <a:pt x="0" y="28875"/>
                      <a:pt x="0" y="31500"/>
                    </a:cubicBezTo>
                    <a:cubicBezTo>
                      <a:pt x="0" y="35625"/>
                      <a:pt x="3836" y="39000"/>
                      <a:pt x="8524" y="39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5" name="Forme libre : forme 144">
                <a:extLst>
                  <a:ext uri="{FF2B5EF4-FFF2-40B4-BE49-F238E27FC236}">
                    <a16:creationId xmlns:a16="http://schemas.microsoft.com/office/drawing/2014/main" id="{2E7419C2-A5DB-4E74-9D1C-E4FBD84E5649}"/>
                  </a:ext>
                </a:extLst>
              </p:cNvPr>
              <p:cNvSpPr/>
              <p:nvPr/>
            </p:nvSpPr>
            <p:spPr>
              <a:xfrm>
                <a:off x="303177" y="3222758"/>
                <a:ext cx="136391" cy="120000"/>
              </a:xfrm>
              <a:custGeom>
                <a:avLst/>
                <a:gdLst>
                  <a:gd name="connsiteX0" fmla="*/ 135965 w 136391"/>
                  <a:gd name="connsiteY0" fmla="*/ 66375 h 120000"/>
                  <a:gd name="connsiteX1" fmla="*/ 136392 w 136391"/>
                  <a:gd name="connsiteY1" fmla="*/ 60000 h 120000"/>
                  <a:gd name="connsiteX2" fmla="*/ 68196 w 136391"/>
                  <a:gd name="connsiteY2" fmla="*/ 0 h 120000"/>
                  <a:gd name="connsiteX3" fmla="*/ 0 w 136391"/>
                  <a:gd name="connsiteY3" fmla="*/ 60000 h 120000"/>
                  <a:gd name="connsiteX4" fmla="*/ 68196 w 136391"/>
                  <a:gd name="connsiteY4" fmla="*/ 120000 h 120000"/>
                  <a:gd name="connsiteX5" fmla="*/ 72458 w 136391"/>
                  <a:gd name="connsiteY5" fmla="*/ 119625 h 120000"/>
                  <a:gd name="connsiteX6" fmla="*/ 72458 w 136391"/>
                  <a:gd name="connsiteY6" fmla="*/ 101250 h 120000"/>
                  <a:gd name="connsiteX7" fmla="*/ 72458 w 136391"/>
                  <a:gd name="connsiteY7" fmla="*/ 101250 h 120000"/>
                  <a:gd name="connsiteX8" fmla="*/ 75015 w 136391"/>
                  <a:gd name="connsiteY8" fmla="*/ 91125 h 120000"/>
                  <a:gd name="connsiteX9" fmla="*/ 89933 w 136391"/>
                  <a:gd name="connsiteY9" fmla="*/ 79875 h 120000"/>
                  <a:gd name="connsiteX10" fmla="*/ 135965 w 136391"/>
                  <a:gd name="connsiteY10" fmla="*/ 66375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91" h="120000">
                    <a:moveTo>
                      <a:pt x="135965" y="66375"/>
                    </a:moveTo>
                    <a:cubicBezTo>
                      <a:pt x="136392" y="64125"/>
                      <a:pt x="136392" y="62250"/>
                      <a:pt x="136392" y="60000"/>
                    </a:cubicBezTo>
                    <a:cubicBezTo>
                      <a:pt x="136392" y="27000"/>
                      <a:pt x="105704" y="0"/>
                      <a:pt x="68196" y="0"/>
                    </a:cubicBezTo>
                    <a:cubicBezTo>
                      <a:pt x="30688" y="0"/>
                      <a:pt x="0" y="27000"/>
                      <a:pt x="0" y="60000"/>
                    </a:cubicBezTo>
                    <a:cubicBezTo>
                      <a:pt x="0" y="93000"/>
                      <a:pt x="30688" y="120000"/>
                      <a:pt x="68196" y="120000"/>
                    </a:cubicBezTo>
                    <a:cubicBezTo>
                      <a:pt x="69475" y="120000"/>
                      <a:pt x="71179" y="120000"/>
                      <a:pt x="72458" y="119625"/>
                    </a:cubicBezTo>
                    <a:lnTo>
                      <a:pt x="72458" y="101250"/>
                    </a:lnTo>
                    <a:lnTo>
                      <a:pt x="72458" y="101250"/>
                    </a:lnTo>
                    <a:cubicBezTo>
                      <a:pt x="72458" y="97875"/>
                      <a:pt x="73311" y="94500"/>
                      <a:pt x="75015" y="91125"/>
                    </a:cubicBezTo>
                    <a:cubicBezTo>
                      <a:pt x="77999" y="85875"/>
                      <a:pt x="83114" y="81750"/>
                      <a:pt x="89933" y="79875"/>
                    </a:cubicBezTo>
                    <a:lnTo>
                      <a:pt x="135965" y="66375"/>
                    </a:ln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42" name="ZoneTexte 141">
              <a:extLst>
                <a:ext uri="{FF2B5EF4-FFF2-40B4-BE49-F238E27FC236}">
                  <a16:creationId xmlns:a16="http://schemas.microsoft.com/office/drawing/2014/main" id="{AE5DA05F-0BCD-4625-8E75-D2A14BC4A8ED}"/>
                </a:ext>
              </a:extLst>
            </p:cNvPr>
            <p:cNvSpPr txBox="1"/>
            <p:nvPr/>
          </p:nvSpPr>
          <p:spPr>
            <a:xfrm>
              <a:off x="-4599" y="3009954"/>
              <a:ext cx="712271" cy="184666"/>
            </a:xfrm>
            <a:prstGeom prst="rect">
              <a:avLst/>
            </a:prstGeom>
            <a:noFill/>
          </p:spPr>
          <p:txBody>
            <a:bodyPr wrap="square" rtlCol="0">
              <a:spAutoFit/>
            </a:bodyPr>
            <a:lstStyle/>
            <a:p>
              <a:pPr defTabSz="1828800" hangingPunct="1">
                <a:defRPr/>
              </a:pPr>
              <a:r>
                <a:rPr lang="fr-FR" sz="1800" b="1" kern="1200" dirty="0">
                  <a:solidFill>
                    <a:prstClr val="black"/>
                  </a:solidFill>
                  <a:latin typeface="Calibri"/>
                  <a:ea typeface="+mn-ea"/>
                  <a:cs typeface="+mn-cs"/>
                </a:rPr>
                <a:t>GAP</a:t>
              </a:r>
            </a:p>
          </p:txBody>
        </p:sp>
      </p:grpSp>
      <p:grpSp>
        <p:nvGrpSpPr>
          <p:cNvPr id="168" name="Groupe 167">
            <a:extLst>
              <a:ext uri="{FF2B5EF4-FFF2-40B4-BE49-F238E27FC236}">
                <a16:creationId xmlns:a16="http://schemas.microsoft.com/office/drawing/2014/main" id="{37657C22-0588-4BD7-9791-EBD068598345}"/>
              </a:ext>
            </a:extLst>
          </p:cNvPr>
          <p:cNvGrpSpPr/>
          <p:nvPr/>
        </p:nvGrpSpPr>
        <p:grpSpPr>
          <a:xfrm>
            <a:off x="190902" y="12278621"/>
            <a:ext cx="1687352" cy="834850"/>
            <a:chOff x="-25171" y="6097798"/>
            <a:chExt cx="775786" cy="417425"/>
          </a:xfrm>
        </p:grpSpPr>
        <p:grpSp>
          <p:nvGrpSpPr>
            <p:cNvPr id="169" name="Groupe 168">
              <a:extLst>
                <a:ext uri="{FF2B5EF4-FFF2-40B4-BE49-F238E27FC236}">
                  <a16:creationId xmlns:a16="http://schemas.microsoft.com/office/drawing/2014/main" id="{E83D5C6A-948C-43B7-9549-15495E81E18D}"/>
                </a:ext>
              </a:extLst>
            </p:cNvPr>
            <p:cNvGrpSpPr/>
            <p:nvPr/>
          </p:nvGrpSpPr>
          <p:grpSpPr>
            <a:xfrm>
              <a:off x="230478" y="6097798"/>
              <a:ext cx="254768" cy="258213"/>
              <a:chOff x="230478" y="5852857"/>
              <a:chExt cx="254768" cy="258213"/>
            </a:xfrm>
          </p:grpSpPr>
          <p:sp>
            <p:nvSpPr>
              <p:cNvPr id="171" name="Forme libre : forme 170">
                <a:extLst>
                  <a:ext uri="{FF2B5EF4-FFF2-40B4-BE49-F238E27FC236}">
                    <a16:creationId xmlns:a16="http://schemas.microsoft.com/office/drawing/2014/main" id="{3A2DE3FB-9054-4084-A4A6-5D2C15425E27}"/>
                  </a:ext>
                </a:extLst>
              </p:cNvPr>
              <p:cNvSpPr/>
              <p:nvPr/>
            </p:nvSpPr>
            <p:spPr>
              <a:xfrm>
                <a:off x="294170" y="5852857"/>
                <a:ext cx="127384" cy="121512"/>
              </a:xfrm>
              <a:custGeom>
                <a:avLst/>
                <a:gdLst>
                  <a:gd name="connsiteX0" fmla="*/ 127384 w 127384"/>
                  <a:gd name="connsiteY0" fmla="*/ 60756 h 121512"/>
                  <a:gd name="connsiteX1" fmla="*/ 63692 w 127384"/>
                  <a:gd name="connsiteY1" fmla="*/ 121512 h 121512"/>
                  <a:gd name="connsiteX2" fmla="*/ 0 w 127384"/>
                  <a:gd name="connsiteY2" fmla="*/ 60756 h 121512"/>
                  <a:gd name="connsiteX3" fmla="*/ 63692 w 127384"/>
                  <a:gd name="connsiteY3" fmla="*/ 0 h 121512"/>
                  <a:gd name="connsiteX4" fmla="*/ 127384 w 127384"/>
                  <a:gd name="connsiteY4" fmla="*/ 60756 h 121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384" h="121512">
                    <a:moveTo>
                      <a:pt x="127384" y="60756"/>
                    </a:moveTo>
                    <a:cubicBezTo>
                      <a:pt x="127384" y="94311"/>
                      <a:pt x="98868" y="121512"/>
                      <a:pt x="63692" y="121512"/>
                    </a:cubicBezTo>
                    <a:cubicBezTo>
                      <a:pt x="28516" y="121512"/>
                      <a:pt x="0" y="94311"/>
                      <a:pt x="0" y="60756"/>
                    </a:cubicBezTo>
                    <a:cubicBezTo>
                      <a:pt x="0" y="27201"/>
                      <a:pt x="28516" y="0"/>
                      <a:pt x="63692" y="0"/>
                    </a:cubicBezTo>
                    <a:cubicBezTo>
                      <a:pt x="98868" y="0"/>
                      <a:pt x="127384" y="27201"/>
                      <a:pt x="127384" y="60756"/>
                    </a:cubicBez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72" name="Forme libre : forme 171">
                <a:extLst>
                  <a:ext uri="{FF2B5EF4-FFF2-40B4-BE49-F238E27FC236}">
                    <a16:creationId xmlns:a16="http://schemas.microsoft.com/office/drawing/2014/main" id="{B8E0CDFB-140F-4A60-85F9-11BF76FA6548}"/>
                  </a:ext>
                </a:extLst>
              </p:cNvPr>
              <p:cNvSpPr/>
              <p:nvPr/>
            </p:nvSpPr>
            <p:spPr>
              <a:xfrm>
                <a:off x="230478" y="5989558"/>
                <a:ext cx="254768" cy="121512"/>
              </a:xfrm>
              <a:custGeom>
                <a:avLst/>
                <a:gdLst>
                  <a:gd name="connsiteX0" fmla="*/ 254768 w 254768"/>
                  <a:gd name="connsiteY0" fmla="*/ 121512 h 121512"/>
                  <a:gd name="connsiteX1" fmla="*/ 254768 w 254768"/>
                  <a:gd name="connsiteY1" fmla="*/ 60756 h 121512"/>
                  <a:gd name="connsiteX2" fmla="*/ 242030 w 254768"/>
                  <a:gd name="connsiteY2" fmla="*/ 36454 h 121512"/>
                  <a:gd name="connsiteX3" fmla="*/ 179930 w 254768"/>
                  <a:gd name="connsiteY3" fmla="*/ 7595 h 121512"/>
                  <a:gd name="connsiteX4" fmla="*/ 127384 w 254768"/>
                  <a:gd name="connsiteY4" fmla="*/ 0 h 121512"/>
                  <a:gd name="connsiteX5" fmla="*/ 74838 w 254768"/>
                  <a:gd name="connsiteY5" fmla="*/ 7595 h 121512"/>
                  <a:gd name="connsiteX6" fmla="*/ 12738 w 254768"/>
                  <a:gd name="connsiteY6" fmla="*/ 36454 h 121512"/>
                  <a:gd name="connsiteX7" fmla="*/ 0 w 254768"/>
                  <a:gd name="connsiteY7" fmla="*/ 60756 h 121512"/>
                  <a:gd name="connsiteX8" fmla="*/ 0 w 254768"/>
                  <a:gd name="connsiteY8" fmla="*/ 121512 h 121512"/>
                  <a:gd name="connsiteX9" fmla="*/ 254768 w 254768"/>
                  <a:gd name="connsiteY9" fmla="*/ 121512 h 121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768" h="121512">
                    <a:moveTo>
                      <a:pt x="254768" y="121512"/>
                    </a:moveTo>
                    <a:lnTo>
                      <a:pt x="254768" y="60756"/>
                    </a:lnTo>
                    <a:cubicBezTo>
                      <a:pt x="254768" y="51643"/>
                      <a:pt x="249991" y="42529"/>
                      <a:pt x="242030" y="36454"/>
                    </a:cubicBezTo>
                    <a:cubicBezTo>
                      <a:pt x="224514" y="22784"/>
                      <a:pt x="202222" y="13670"/>
                      <a:pt x="179930" y="7595"/>
                    </a:cubicBezTo>
                    <a:cubicBezTo>
                      <a:pt x="164007" y="3038"/>
                      <a:pt x="146492" y="0"/>
                      <a:pt x="127384" y="0"/>
                    </a:cubicBezTo>
                    <a:cubicBezTo>
                      <a:pt x="109869" y="0"/>
                      <a:pt x="92353" y="3038"/>
                      <a:pt x="74838" y="7595"/>
                    </a:cubicBezTo>
                    <a:cubicBezTo>
                      <a:pt x="52546" y="13670"/>
                      <a:pt x="30254" y="24302"/>
                      <a:pt x="12738" y="36454"/>
                    </a:cubicBezTo>
                    <a:cubicBezTo>
                      <a:pt x="4777" y="42529"/>
                      <a:pt x="0" y="51643"/>
                      <a:pt x="0" y="60756"/>
                    </a:cubicBezTo>
                    <a:lnTo>
                      <a:pt x="0" y="121512"/>
                    </a:lnTo>
                    <a:lnTo>
                      <a:pt x="254768" y="121512"/>
                    </a:ln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70" name="ZoneTexte 169">
              <a:extLst>
                <a:ext uri="{FF2B5EF4-FFF2-40B4-BE49-F238E27FC236}">
                  <a16:creationId xmlns:a16="http://schemas.microsoft.com/office/drawing/2014/main" id="{5EF1CC1A-354D-4489-93ED-4DA04977D70D}"/>
                </a:ext>
              </a:extLst>
            </p:cNvPr>
            <p:cNvSpPr txBox="1"/>
            <p:nvPr/>
          </p:nvSpPr>
          <p:spPr>
            <a:xfrm>
              <a:off x="-25171" y="6330557"/>
              <a:ext cx="775786" cy="184666"/>
            </a:xfrm>
            <a:prstGeom prst="rect">
              <a:avLst/>
            </a:prstGeom>
            <a:noFill/>
          </p:spPr>
          <p:txBody>
            <a:bodyPr wrap="square" rtlCol="0">
              <a:spAutoFit/>
            </a:bodyPr>
            <a:lstStyle/>
            <a:p>
              <a:pPr defTabSz="1828800" hangingPunct="1">
                <a:defRPr/>
              </a:pPr>
              <a:r>
                <a:rPr lang="fr-FR" sz="1800" b="1">
                  <a:solidFill>
                    <a:prstClr val="black"/>
                  </a:solidFill>
                  <a:latin typeface="Calibri"/>
                </a:rPr>
                <a:t>CNPR</a:t>
              </a:r>
              <a:endParaRPr lang="fr-FR" sz="1800" b="1" kern="1200">
                <a:solidFill>
                  <a:prstClr val="black"/>
                </a:solidFill>
                <a:latin typeface="Calibri"/>
                <a:ea typeface="+mn-ea"/>
                <a:cs typeface="+mn-cs"/>
              </a:endParaRPr>
            </a:p>
          </p:txBody>
        </p:sp>
      </p:grpSp>
      <p:sp>
        <p:nvSpPr>
          <p:cNvPr id="323" name="ZoneTexte 322">
            <a:extLst>
              <a:ext uri="{FF2B5EF4-FFF2-40B4-BE49-F238E27FC236}">
                <a16:creationId xmlns:a16="http://schemas.microsoft.com/office/drawing/2014/main" id="{6B5B15D6-A9EC-4709-B09C-2DD9ECC13393}"/>
              </a:ext>
            </a:extLst>
          </p:cNvPr>
          <p:cNvSpPr txBox="1"/>
          <p:nvPr/>
        </p:nvSpPr>
        <p:spPr>
          <a:xfrm>
            <a:off x="170106" y="6532319"/>
            <a:ext cx="1879844" cy="369332"/>
          </a:xfrm>
          <a:prstGeom prst="rect">
            <a:avLst/>
          </a:prstGeom>
          <a:noFill/>
        </p:spPr>
        <p:txBody>
          <a:bodyPr wrap="square" rtlCol="0">
            <a:spAutoFit/>
          </a:bodyPr>
          <a:lstStyle/>
          <a:p>
            <a:pPr defTabSz="1828800" hangingPunct="1">
              <a:defRPr/>
            </a:pPr>
            <a:r>
              <a:rPr lang="fr-FR" sz="1800" b="1" kern="1200" dirty="0">
                <a:solidFill>
                  <a:prstClr val="black"/>
                </a:solidFill>
                <a:latin typeface="Calibri"/>
                <a:ea typeface="+mn-ea"/>
                <a:cs typeface="+mn-cs"/>
              </a:rPr>
              <a:t>Manager</a:t>
            </a:r>
          </a:p>
        </p:txBody>
      </p:sp>
      <p:sp>
        <p:nvSpPr>
          <p:cNvPr id="109" name="Rectangle : coins arrondis 108">
            <a:extLst>
              <a:ext uri="{FF2B5EF4-FFF2-40B4-BE49-F238E27FC236}">
                <a16:creationId xmlns:a16="http://schemas.microsoft.com/office/drawing/2014/main" id="{CE01B5EC-ADD3-4CC4-AB0E-59AB2457C9E1}"/>
              </a:ext>
            </a:extLst>
          </p:cNvPr>
          <p:cNvSpPr/>
          <p:nvPr/>
        </p:nvSpPr>
        <p:spPr>
          <a:xfrm>
            <a:off x="1878253" y="2466554"/>
            <a:ext cx="3816885" cy="1096286"/>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dirty="0">
                <a:solidFill>
                  <a:prstClr val="black"/>
                </a:solidFill>
                <a:latin typeface="Calibri"/>
              </a:rPr>
              <a:t>Demande préalable </a:t>
            </a:r>
            <a:r>
              <a:rPr lang="fr-FR" sz="1600" kern="1200" dirty="0">
                <a:solidFill>
                  <a:prstClr val="black"/>
                </a:solidFill>
                <a:latin typeface="Calibri"/>
              </a:rPr>
              <a:t>HS/HC</a:t>
            </a:r>
          </a:p>
          <a:p>
            <a:pPr defTabSz="1828800" hangingPunct="1">
              <a:defRPr/>
            </a:pPr>
            <a:r>
              <a:rPr lang="fr-FR" sz="1600" kern="1200" dirty="0">
                <a:solidFill>
                  <a:prstClr val="black"/>
                </a:solidFill>
                <a:latin typeface="Calibri"/>
              </a:rPr>
              <a:t>Indiquer le n° G2C ou </a:t>
            </a:r>
            <a:r>
              <a:rPr lang="fr-FR" sz="1600" b="1" kern="1200" dirty="0">
                <a:solidFill>
                  <a:prstClr val="black"/>
                </a:solidFill>
                <a:latin typeface="Calibri"/>
              </a:rPr>
              <a:t>le n° </a:t>
            </a:r>
            <a:r>
              <a:rPr lang="fr-FR" sz="1600" b="1" kern="1200" dirty="0" err="1">
                <a:solidFill>
                  <a:prstClr val="black"/>
                </a:solidFill>
                <a:latin typeface="Calibri"/>
              </a:rPr>
              <a:t>Redmind</a:t>
            </a:r>
            <a:endParaRPr lang="fr-FR" sz="1600" b="1" kern="1200" dirty="0">
              <a:solidFill>
                <a:prstClr val="black"/>
              </a:solidFill>
              <a:latin typeface="Calibri"/>
            </a:endParaRPr>
          </a:p>
          <a:p>
            <a:pPr defTabSz="1828800" hangingPunct="1">
              <a:defRPr/>
            </a:pPr>
            <a:r>
              <a:rPr lang="fr-FR" sz="1600" kern="1200" dirty="0">
                <a:solidFill>
                  <a:prstClr val="black"/>
                </a:solidFill>
                <a:latin typeface="Calibri"/>
              </a:rPr>
              <a:t> + Les destinataires messages workflow</a:t>
            </a:r>
          </a:p>
        </p:txBody>
      </p:sp>
      <p:sp>
        <p:nvSpPr>
          <p:cNvPr id="115" name="Rectangle 114">
            <a:extLst>
              <a:ext uri="{FF2B5EF4-FFF2-40B4-BE49-F238E27FC236}">
                <a16:creationId xmlns:a16="http://schemas.microsoft.com/office/drawing/2014/main" id="{9775E191-388F-4DA9-9EBB-2D0396BF914F}"/>
              </a:ext>
            </a:extLst>
          </p:cNvPr>
          <p:cNvSpPr/>
          <p:nvPr/>
        </p:nvSpPr>
        <p:spPr>
          <a:xfrm>
            <a:off x="2153913" y="3720181"/>
            <a:ext cx="2376000" cy="42480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dirty="0">
                <a:solidFill>
                  <a:prstClr val="black"/>
                </a:solidFill>
                <a:latin typeface="Calibri"/>
              </a:rPr>
              <a:t>Masque de saisie</a:t>
            </a:r>
            <a:endParaRPr lang="fr-FR" sz="2000" kern="1200" dirty="0">
              <a:solidFill>
                <a:prstClr val="black"/>
              </a:solidFill>
              <a:latin typeface="Calibri"/>
            </a:endParaRPr>
          </a:p>
        </p:txBody>
      </p:sp>
      <p:cxnSp>
        <p:nvCxnSpPr>
          <p:cNvPr id="116" name="Connecteur droit avec flèche 115">
            <a:extLst>
              <a:ext uri="{FF2B5EF4-FFF2-40B4-BE49-F238E27FC236}">
                <a16:creationId xmlns:a16="http://schemas.microsoft.com/office/drawing/2014/main" id="{7B4A163B-2662-4A7A-AC54-6AC067DB3EDB}"/>
              </a:ext>
            </a:extLst>
          </p:cNvPr>
          <p:cNvCxnSpPr>
            <a:cxnSpLocks/>
            <a:stCxn id="115" idx="0"/>
            <a:endCxn id="109" idx="2"/>
          </p:cNvCxnSpPr>
          <p:nvPr/>
        </p:nvCxnSpPr>
        <p:spPr>
          <a:xfrm flipV="1">
            <a:off x="3341913" y="3562840"/>
            <a:ext cx="444783" cy="157341"/>
          </a:xfrm>
          <a:prstGeom prst="straightConnector1">
            <a:avLst/>
          </a:prstGeom>
          <a:ln w="31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Connecteur : en angle 16">
            <a:extLst>
              <a:ext uri="{FF2B5EF4-FFF2-40B4-BE49-F238E27FC236}">
                <a16:creationId xmlns:a16="http://schemas.microsoft.com/office/drawing/2014/main" id="{BDF09F04-5533-4679-91AD-37C1FB7B90A5}"/>
              </a:ext>
            </a:extLst>
          </p:cNvPr>
          <p:cNvCxnSpPr>
            <a:cxnSpLocks/>
          </p:cNvCxnSpPr>
          <p:nvPr/>
        </p:nvCxnSpPr>
        <p:spPr>
          <a:xfrm flipV="1">
            <a:off x="4521328" y="3719137"/>
            <a:ext cx="1472245" cy="213946"/>
          </a:xfrm>
          <a:prstGeom prst="bentConnector3">
            <a:avLst>
              <a:gd name="adj1" fmla="val 50000"/>
            </a:avLst>
          </a:prstGeom>
          <a:ln w="19050">
            <a:solidFill>
              <a:schemeClr val="tx1"/>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cxnSp>
      <p:sp>
        <p:nvSpPr>
          <p:cNvPr id="6" name="Titre 5">
            <a:extLst>
              <a:ext uri="{FF2B5EF4-FFF2-40B4-BE49-F238E27FC236}">
                <a16:creationId xmlns:a16="http://schemas.microsoft.com/office/drawing/2014/main" id="{0CBF8B94-52F5-4683-AC69-1F186703845F}"/>
              </a:ext>
            </a:extLst>
          </p:cNvPr>
          <p:cNvSpPr>
            <a:spLocks noGrp="1"/>
          </p:cNvSpPr>
          <p:nvPr>
            <p:ph type="ctrTitle"/>
          </p:nvPr>
        </p:nvSpPr>
        <p:spPr>
          <a:xfrm>
            <a:off x="20069767" y="-126776"/>
            <a:ext cx="4279134" cy="492488"/>
          </a:xfrm>
        </p:spPr>
        <p:txBody>
          <a:bodyPr>
            <a:noAutofit/>
          </a:bodyPr>
          <a:lstStyle/>
          <a:p>
            <a:r>
              <a:rPr lang="fr-FR" sz="2400">
                <a:noFill/>
              </a:rPr>
              <a:t>Processus de recette (VF)</a:t>
            </a:r>
          </a:p>
        </p:txBody>
      </p:sp>
      <p:sp>
        <p:nvSpPr>
          <p:cNvPr id="43" name="Organigramme : Décision 42">
            <a:extLst>
              <a:ext uri="{FF2B5EF4-FFF2-40B4-BE49-F238E27FC236}">
                <a16:creationId xmlns:a16="http://schemas.microsoft.com/office/drawing/2014/main" id="{F629586A-6D99-DDB6-347F-EAF62CDFAF61}"/>
              </a:ext>
            </a:extLst>
          </p:cNvPr>
          <p:cNvSpPr/>
          <p:nvPr/>
        </p:nvSpPr>
        <p:spPr>
          <a:xfrm>
            <a:off x="9885605" y="3826962"/>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45" name="ZoneTexte 44">
            <a:extLst>
              <a:ext uri="{FF2B5EF4-FFF2-40B4-BE49-F238E27FC236}">
                <a16:creationId xmlns:a16="http://schemas.microsoft.com/office/drawing/2014/main" id="{E28C7FFC-E348-92CD-96EC-E80588BD78E6}"/>
              </a:ext>
            </a:extLst>
          </p:cNvPr>
          <p:cNvSpPr txBox="1"/>
          <p:nvPr/>
        </p:nvSpPr>
        <p:spPr>
          <a:xfrm>
            <a:off x="13038250" y="3945222"/>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rgbClr val="00B050"/>
                </a:solidFill>
                <a:latin typeface="Calibri"/>
              </a:rPr>
              <a:t>Oui</a:t>
            </a:r>
            <a:endParaRPr lang="fr-FR" sz="1800" kern="1200" dirty="0">
              <a:solidFill>
                <a:srgbClr val="00B050"/>
              </a:solidFill>
              <a:latin typeface="Calibri"/>
              <a:ea typeface="+mn-ea"/>
              <a:cs typeface="+mn-cs"/>
            </a:endParaRPr>
          </a:p>
        </p:txBody>
      </p:sp>
      <p:sp>
        <p:nvSpPr>
          <p:cNvPr id="46" name="ZoneTexte 45">
            <a:extLst>
              <a:ext uri="{FF2B5EF4-FFF2-40B4-BE49-F238E27FC236}">
                <a16:creationId xmlns:a16="http://schemas.microsoft.com/office/drawing/2014/main" id="{A672B754-141B-3180-7F56-BCDC934F2D50}"/>
              </a:ext>
            </a:extLst>
          </p:cNvPr>
          <p:cNvSpPr txBox="1"/>
          <p:nvPr/>
        </p:nvSpPr>
        <p:spPr>
          <a:xfrm>
            <a:off x="9186339" y="3741662"/>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cxnSp>
        <p:nvCxnSpPr>
          <p:cNvPr id="57" name="Connecteur : en angle 56">
            <a:extLst>
              <a:ext uri="{FF2B5EF4-FFF2-40B4-BE49-F238E27FC236}">
                <a16:creationId xmlns:a16="http://schemas.microsoft.com/office/drawing/2014/main" id="{0492D92D-29EA-F8C3-F719-EC1D654E9AC9}"/>
              </a:ext>
            </a:extLst>
          </p:cNvPr>
          <p:cNvCxnSpPr>
            <a:cxnSpLocks/>
          </p:cNvCxnSpPr>
          <p:nvPr/>
        </p:nvCxnSpPr>
        <p:spPr>
          <a:xfrm rot="10800000" flipV="1">
            <a:off x="9428547" y="4064826"/>
            <a:ext cx="536864" cy="181222"/>
          </a:xfrm>
          <a:prstGeom prst="bentConnector2">
            <a:avLst/>
          </a:prstGeom>
          <a:ln>
            <a:headEnd type="none" w="med" len="med"/>
            <a:tailEnd type="arrow" w="med" len="med"/>
          </a:ln>
        </p:spPr>
        <p:style>
          <a:lnRef idx="2">
            <a:schemeClr val="accent5"/>
          </a:lnRef>
          <a:fillRef idx="0">
            <a:schemeClr val="accent5"/>
          </a:fillRef>
          <a:effectRef idx="1">
            <a:schemeClr val="accent5"/>
          </a:effectRef>
          <a:fontRef idx="minor">
            <a:schemeClr val="tx1"/>
          </a:fontRef>
        </p:style>
      </p:cxnSp>
      <p:sp>
        <p:nvSpPr>
          <p:cNvPr id="271" name="Organigramme : Disque magnétique 270">
            <a:extLst>
              <a:ext uri="{FF2B5EF4-FFF2-40B4-BE49-F238E27FC236}">
                <a16:creationId xmlns:a16="http://schemas.microsoft.com/office/drawing/2014/main" id="{735840D9-4F37-79A9-A8D4-F69100142AB5}"/>
              </a:ext>
            </a:extLst>
          </p:cNvPr>
          <p:cNvSpPr/>
          <p:nvPr/>
        </p:nvSpPr>
        <p:spPr>
          <a:xfrm>
            <a:off x="11400842" y="5910940"/>
            <a:ext cx="1258400" cy="615184"/>
          </a:xfrm>
          <a:prstGeom prst="flowChartMagneticDisk">
            <a:avLst/>
          </a:prstGeom>
          <a:solidFill>
            <a:srgbClr val="EF1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79" name="Rectangle 278">
            <a:extLst>
              <a:ext uri="{FF2B5EF4-FFF2-40B4-BE49-F238E27FC236}">
                <a16:creationId xmlns:a16="http://schemas.microsoft.com/office/drawing/2014/main" id="{38C7EF6F-485D-A3C5-1049-917167F531FD}"/>
              </a:ext>
            </a:extLst>
          </p:cNvPr>
          <p:cNvSpPr/>
          <p:nvPr/>
        </p:nvSpPr>
        <p:spPr>
          <a:xfrm>
            <a:off x="2078077" y="4370280"/>
            <a:ext cx="802098" cy="362020"/>
          </a:xfrm>
          <a:prstGeom prst="rect">
            <a:avLst/>
          </a:prstGeom>
          <a:solidFill>
            <a:schemeClr val="accent5"/>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kern="1200" dirty="0">
                <a:solidFill>
                  <a:prstClr val="black"/>
                </a:solidFill>
                <a:latin typeface="Calibri"/>
              </a:rPr>
              <a:t>Fin</a:t>
            </a:r>
          </a:p>
        </p:txBody>
      </p:sp>
      <p:cxnSp>
        <p:nvCxnSpPr>
          <p:cNvPr id="285" name="Connecteur droit avec flèche 284">
            <a:extLst>
              <a:ext uri="{FF2B5EF4-FFF2-40B4-BE49-F238E27FC236}">
                <a16:creationId xmlns:a16="http://schemas.microsoft.com/office/drawing/2014/main" id="{E892A2DF-01D7-E74B-64C3-443C80C0C803}"/>
              </a:ext>
            </a:extLst>
          </p:cNvPr>
          <p:cNvCxnSpPr>
            <a:cxnSpLocks/>
          </p:cNvCxnSpPr>
          <p:nvPr/>
        </p:nvCxnSpPr>
        <p:spPr>
          <a:xfrm flipV="1">
            <a:off x="1878253" y="4765834"/>
            <a:ext cx="311279" cy="3251305"/>
          </a:xfrm>
          <a:prstGeom prst="straightConnector1">
            <a:avLst/>
          </a:prstGeom>
          <a:ln>
            <a:headEnd type="none" w="med" len="med"/>
            <a:tailEnd type="arrow" w="med" len="med"/>
          </a:ln>
        </p:spPr>
        <p:style>
          <a:lnRef idx="2">
            <a:schemeClr val="accent5"/>
          </a:lnRef>
          <a:fillRef idx="0">
            <a:schemeClr val="accent5"/>
          </a:fillRef>
          <a:effectRef idx="1">
            <a:schemeClr val="accent5"/>
          </a:effectRef>
          <a:fontRef idx="minor">
            <a:schemeClr val="tx1"/>
          </a:fontRef>
        </p:style>
      </p:cxnSp>
      <p:sp>
        <p:nvSpPr>
          <p:cNvPr id="85" name="ZoneTexte 84">
            <a:extLst>
              <a:ext uri="{FF2B5EF4-FFF2-40B4-BE49-F238E27FC236}">
                <a16:creationId xmlns:a16="http://schemas.microsoft.com/office/drawing/2014/main" id="{1944852F-7599-658C-A82C-AD06FAB36B7E}"/>
              </a:ext>
            </a:extLst>
          </p:cNvPr>
          <p:cNvSpPr txBox="1"/>
          <p:nvPr/>
        </p:nvSpPr>
        <p:spPr>
          <a:xfrm>
            <a:off x="13428754" y="5353381"/>
            <a:ext cx="4204230" cy="1069524"/>
          </a:xfrm>
          <a:prstGeom prst="rect">
            <a:avLst/>
          </a:prstGeom>
          <a:noFill/>
        </p:spPr>
        <p:txBody>
          <a:bodyPr wrap="square" rtlCol="0">
            <a:spAutoFit/>
          </a:bodyPr>
          <a:lstStyle/>
          <a:p>
            <a:r>
              <a:rPr lang="fr-FR" sz="1600"/>
              <a:t>Moulinette journalière : </a:t>
            </a:r>
            <a:r>
              <a:rPr lang="fr-FR" sz="1600" b="1">
                <a:latin typeface="Arial" panose="020B0604020202020204" pitchFamily="34" charset="0"/>
                <a:ea typeface="Times New Roman" panose="02020603050405020304" pitchFamily="18" charset="0"/>
              </a:rPr>
              <a:t>récupération des pointages GTA pour calcul des HS. </a:t>
            </a:r>
          </a:p>
          <a:p>
            <a:r>
              <a:rPr lang="fr-FR" sz="1050" b="1">
                <a:solidFill>
                  <a:srgbClr val="FF0000"/>
                </a:solidFill>
                <a:latin typeface="Arial" panose="020B0604020202020204" pitchFamily="34" charset="0"/>
                <a:ea typeface="Times New Roman" panose="02020603050405020304" pitchFamily="18" charset="0"/>
              </a:rPr>
              <a:t>Attention si le salarié badge entre 22h et 1h GTA considère la réalisation sur deux jours</a:t>
            </a:r>
          </a:p>
          <a:p>
            <a:r>
              <a:rPr lang="fr-FR" sz="1050" b="1">
                <a:solidFill>
                  <a:srgbClr val="FF0000"/>
                </a:solidFill>
                <a:latin typeface="Arial" panose="020B0604020202020204" pitchFamily="34" charset="0"/>
              </a:rPr>
              <a:t>Voir MOA SIRH si possibilité de récupérer les informations</a:t>
            </a:r>
            <a:endParaRPr lang="fr-FR" sz="1050">
              <a:solidFill>
                <a:srgbClr val="FF0000"/>
              </a:solidFill>
            </a:endParaRPr>
          </a:p>
        </p:txBody>
      </p:sp>
      <p:sp>
        <p:nvSpPr>
          <p:cNvPr id="86" name="Organigramme : Décision 85">
            <a:extLst>
              <a:ext uri="{FF2B5EF4-FFF2-40B4-BE49-F238E27FC236}">
                <a16:creationId xmlns:a16="http://schemas.microsoft.com/office/drawing/2014/main" id="{9E644BAC-C787-A30D-CA08-D34B1CCF5079}"/>
              </a:ext>
            </a:extLst>
          </p:cNvPr>
          <p:cNvSpPr/>
          <p:nvPr/>
        </p:nvSpPr>
        <p:spPr>
          <a:xfrm>
            <a:off x="11364276" y="7109996"/>
            <a:ext cx="1258400" cy="416832"/>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87" name="ZoneTexte 86">
            <a:extLst>
              <a:ext uri="{FF2B5EF4-FFF2-40B4-BE49-F238E27FC236}">
                <a16:creationId xmlns:a16="http://schemas.microsoft.com/office/drawing/2014/main" id="{D32EE36B-89C1-AE5B-DB13-4F3416C87DAB}"/>
              </a:ext>
            </a:extLst>
          </p:cNvPr>
          <p:cNvSpPr txBox="1"/>
          <p:nvPr/>
        </p:nvSpPr>
        <p:spPr>
          <a:xfrm>
            <a:off x="11654647" y="6825410"/>
            <a:ext cx="1815404" cy="338554"/>
          </a:xfrm>
          <a:prstGeom prst="rect">
            <a:avLst/>
          </a:prstGeom>
          <a:noFill/>
        </p:spPr>
        <p:txBody>
          <a:bodyPr wrap="square" rtlCol="0">
            <a:spAutoFit/>
          </a:bodyPr>
          <a:lstStyle/>
          <a:p>
            <a:r>
              <a:rPr lang="fr-FR" sz="1600"/>
              <a:t>Si anomalie</a:t>
            </a:r>
          </a:p>
        </p:txBody>
      </p:sp>
      <p:cxnSp>
        <p:nvCxnSpPr>
          <p:cNvPr id="90" name="Connecteur droit avec flèche 89">
            <a:extLst>
              <a:ext uri="{FF2B5EF4-FFF2-40B4-BE49-F238E27FC236}">
                <a16:creationId xmlns:a16="http://schemas.microsoft.com/office/drawing/2014/main" id="{F4B1D2A4-C868-D66F-217D-0725F470BF52}"/>
              </a:ext>
            </a:extLst>
          </p:cNvPr>
          <p:cNvCxnSpPr>
            <a:cxnSpLocks/>
            <a:endCxn id="86" idx="0"/>
          </p:cNvCxnSpPr>
          <p:nvPr/>
        </p:nvCxnSpPr>
        <p:spPr>
          <a:xfrm>
            <a:off x="11958504" y="6638647"/>
            <a:ext cx="34972" cy="471350"/>
          </a:xfrm>
          <a:prstGeom prst="straightConnector1">
            <a:avLst/>
          </a:prstGeom>
          <a:ln w="19050">
            <a:solidFill>
              <a:schemeClr val="tx1"/>
            </a:solidFill>
            <a:headEnd type="none" w="med" len="med"/>
            <a:tailEnd type="arrow" w="med" len="med"/>
          </a:ln>
          <a:effectLst/>
        </p:spPr>
        <p:style>
          <a:lnRef idx="2">
            <a:schemeClr val="accent1"/>
          </a:lnRef>
          <a:fillRef idx="0">
            <a:schemeClr val="accent1"/>
          </a:fillRef>
          <a:effectRef idx="1">
            <a:schemeClr val="accent1"/>
          </a:effectRef>
          <a:fontRef idx="minor">
            <a:schemeClr val="tx1"/>
          </a:fontRef>
        </p:style>
      </p:cxnSp>
      <p:sp>
        <p:nvSpPr>
          <p:cNvPr id="93" name="ZoneTexte 92">
            <a:extLst>
              <a:ext uri="{FF2B5EF4-FFF2-40B4-BE49-F238E27FC236}">
                <a16:creationId xmlns:a16="http://schemas.microsoft.com/office/drawing/2014/main" id="{E21912B7-D540-9934-37A1-6FC827A865F6}"/>
              </a:ext>
            </a:extLst>
          </p:cNvPr>
          <p:cNvSpPr txBox="1"/>
          <p:nvPr/>
        </p:nvSpPr>
        <p:spPr>
          <a:xfrm>
            <a:off x="12974984" y="7066253"/>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sp>
        <p:nvSpPr>
          <p:cNvPr id="94" name="ZoneTexte 93">
            <a:extLst>
              <a:ext uri="{FF2B5EF4-FFF2-40B4-BE49-F238E27FC236}">
                <a16:creationId xmlns:a16="http://schemas.microsoft.com/office/drawing/2014/main" id="{B2829B5D-5A0A-C175-F212-DD9CF0EB3644}"/>
              </a:ext>
            </a:extLst>
          </p:cNvPr>
          <p:cNvSpPr txBox="1"/>
          <p:nvPr/>
        </p:nvSpPr>
        <p:spPr>
          <a:xfrm>
            <a:off x="11265796" y="7466613"/>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chemeClr val="accent3">
                    <a:lumMod val="75000"/>
                  </a:schemeClr>
                </a:solidFill>
                <a:latin typeface="Calibri"/>
              </a:rPr>
              <a:t>Oui</a:t>
            </a:r>
            <a:endParaRPr lang="fr-FR" sz="1800" kern="1200" dirty="0">
              <a:solidFill>
                <a:schemeClr val="accent3">
                  <a:lumMod val="75000"/>
                </a:schemeClr>
              </a:solidFill>
              <a:latin typeface="Calibri"/>
              <a:ea typeface="+mn-ea"/>
              <a:cs typeface="+mn-cs"/>
            </a:endParaRPr>
          </a:p>
        </p:txBody>
      </p:sp>
      <p:cxnSp>
        <p:nvCxnSpPr>
          <p:cNvPr id="288" name="Connecteur droit 287">
            <a:extLst>
              <a:ext uri="{FF2B5EF4-FFF2-40B4-BE49-F238E27FC236}">
                <a16:creationId xmlns:a16="http://schemas.microsoft.com/office/drawing/2014/main" id="{46E239F8-8D48-5F46-E284-12F56FA65E28}"/>
              </a:ext>
            </a:extLst>
          </p:cNvPr>
          <p:cNvCxnSpPr>
            <a:cxnSpLocks/>
          </p:cNvCxnSpPr>
          <p:nvPr/>
        </p:nvCxnSpPr>
        <p:spPr>
          <a:xfrm flipH="1">
            <a:off x="10906513" y="6389145"/>
            <a:ext cx="591930" cy="189984"/>
          </a:xfrm>
          <a:prstGeom prst="line">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94" name="Parchemin : vertical 293">
            <a:extLst>
              <a:ext uri="{FF2B5EF4-FFF2-40B4-BE49-F238E27FC236}">
                <a16:creationId xmlns:a16="http://schemas.microsoft.com/office/drawing/2014/main" id="{7944C28F-15B3-85AE-B412-CA4F7CAECB1D}"/>
              </a:ext>
            </a:extLst>
          </p:cNvPr>
          <p:cNvSpPr/>
          <p:nvPr/>
        </p:nvSpPr>
        <p:spPr>
          <a:xfrm>
            <a:off x="3376339" y="5422127"/>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Workflow</a:t>
            </a:r>
          </a:p>
        </p:txBody>
      </p:sp>
      <p:sp>
        <p:nvSpPr>
          <p:cNvPr id="297" name="Parchemin : vertical 296">
            <a:extLst>
              <a:ext uri="{FF2B5EF4-FFF2-40B4-BE49-F238E27FC236}">
                <a16:creationId xmlns:a16="http://schemas.microsoft.com/office/drawing/2014/main" id="{B531D573-4D0C-567E-AC3A-2694FBE2573F}"/>
              </a:ext>
            </a:extLst>
          </p:cNvPr>
          <p:cNvSpPr/>
          <p:nvPr/>
        </p:nvSpPr>
        <p:spPr>
          <a:xfrm>
            <a:off x="9877264" y="7526277"/>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303" name="Organigramme : Disque magnétique 302">
            <a:extLst>
              <a:ext uri="{FF2B5EF4-FFF2-40B4-BE49-F238E27FC236}">
                <a16:creationId xmlns:a16="http://schemas.microsoft.com/office/drawing/2014/main" id="{F5C1F81C-FB74-A607-9668-D2B743049E5A}"/>
              </a:ext>
            </a:extLst>
          </p:cNvPr>
          <p:cNvSpPr/>
          <p:nvPr/>
        </p:nvSpPr>
        <p:spPr>
          <a:xfrm>
            <a:off x="13132070" y="7509492"/>
            <a:ext cx="1258400" cy="615184"/>
          </a:xfrm>
          <a:prstGeom prst="flowChartMagneticDisk">
            <a:avLst/>
          </a:prstGeom>
          <a:solidFill>
            <a:srgbClr val="EF1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305" name="ZoneTexte 304">
            <a:extLst>
              <a:ext uri="{FF2B5EF4-FFF2-40B4-BE49-F238E27FC236}">
                <a16:creationId xmlns:a16="http://schemas.microsoft.com/office/drawing/2014/main" id="{DEF1CFEE-F3F1-E168-1225-A3868D47772E}"/>
              </a:ext>
            </a:extLst>
          </p:cNvPr>
          <p:cNvSpPr txBox="1"/>
          <p:nvPr/>
        </p:nvSpPr>
        <p:spPr>
          <a:xfrm>
            <a:off x="14381238" y="7601641"/>
            <a:ext cx="2825112" cy="830997"/>
          </a:xfrm>
          <a:prstGeom prst="rect">
            <a:avLst/>
          </a:prstGeom>
          <a:noFill/>
        </p:spPr>
        <p:txBody>
          <a:bodyPr wrap="square" rtlCol="0">
            <a:spAutoFit/>
          </a:bodyPr>
          <a:lstStyle/>
          <a:p>
            <a:r>
              <a:rPr lang="fr-FR" sz="1600"/>
              <a:t>Moulinette : calcul des HS/HC (journalier automate régulier)</a:t>
            </a:r>
            <a:endParaRPr lang="fr-FR" sz="4800"/>
          </a:p>
        </p:txBody>
      </p:sp>
      <p:cxnSp>
        <p:nvCxnSpPr>
          <p:cNvPr id="307" name="Connecteur droit avec flèche 306">
            <a:extLst>
              <a:ext uri="{FF2B5EF4-FFF2-40B4-BE49-F238E27FC236}">
                <a16:creationId xmlns:a16="http://schemas.microsoft.com/office/drawing/2014/main" id="{C23464E0-35AF-CDEF-BD1F-36DBDA2D68DC}"/>
              </a:ext>
            </a:extLst>
          </p:cNvPr>
          <p:cNvCxnSpPr>
            <a:stCxn id="86" idx="3"/>
            <a:endCxn id="303" idx="2"/>
          </p:cNvCxnSpPr>
          <p:nvPr/>
        </p:nvCxnSpPr>
        <p:spPr>
          <a:xfrm>
            <a:off x="12622677" y="7318412"/>
            <a:ext cx="509394" cy="498672"/>
          </a:xfrm>
          <a:prstGeom prst="straightConnector1">
            <a:avLst/>
          </a:prstGeom>
          <a:ln>
            <a:headEnd type="none" w="med" len="med"/>
            <a:tailEnd type="arrow" w="med" len="med"/>
          </a:ln>
        </p:spPr>
        <p:style>
          <a:lnRef idx="2">
            <a:schemeClr val="accent5"/>
          </a:lnRef>
          <a:fillRef idx="0">
            <a:schemeClr val="accent5"/>
          </a:fillRef>
          <a:effectRef idx="1">
            <a:schemeClr val="accent5"/>
          </a:effectRef>
          <a:fontRef idx="minor">
            <a:schemeClr val="tx1"/>
          </a:fontRef>
        </p:style>
      </p:cxnSp>
      <p:sp>
        <p:nvSpPr>
          <p:cNvPr id="308" name="Organigramme : Bande perforée 307">
            <a:extLst>
              <a:ext uri="{FF2B5EF4-FFF2-40B4-BE49-F238E27FC236}">
                <a16:creationId xmlns:a16="http://schemas.microsoft.com/office/drawing/2014/main" id="{C636D7F3-03A1-9C78-4E45-BC6EB993F614}"/>
              </a:ext>
            </a:extLst>
          </p:cNvPr>
          <p:cNvSpPr/>
          <p:nvPr/>
        </p:nvSpPr>
        <p:spPr>
          <a:xfrm>
            <a:off x="13004121" y="8629155"/>
            <a:ext cx="2039115" cy="1122106"/>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rgbClr val="FFFFFF"/>
                </a:solidFill>
              </a:rPr>
              <a:t>Etat de sortie des HS/HC réalisées groupés</a:t>
            </a:r>
          </a:p>
        </p:txBody>
      </p:sp>
      <p:sp>
        <p:nvSpPr>
          <p:cNvPr id="309" name="Parchemin : vertical 308">
            <a:extLst>
              <a:ext uri="{FF2B5EF4-FFF2-40B4-BE49-F238E27FC236}">
                <a16:creationId xmlns:a16="http://schemas.microsoft.com/office/drawing/2014/main" id="{816CCCB7-21A7-2AA9-1950-CC5A9426C4BD}"/>
              </a:ext>
            </a:extLst>
          </p:cNvPr>
          <p:cNvSpPr/>
          <p:nvPr/>
        </p:nvSpPr>
        <p:spPr>
          <a:xfrm>
            <a:off x="8488869" y="4270014"/>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Workflow</a:t>
            </a:r>
          </a:p>
        </p:txBody>
      </p:sp>
      <p:cxnSp>
        <p:nvCxnSpPr>
          <p:cNvPr id="321" name="Connecteur droit avec flèche 320">
            <a:extLst>
              <a:ext uri="{FF2B5EF4-FFF2-40B4-BE49-F238E27FC236}">
                <a16:creationId xmlns:a16="http://schemas.microsoft.com/office/drawing/2014/main" id="{744CAB8D-19BD-D42D-25B5-8E43092DBB81}"/>
              </a:ext>
            </a:extLst>
          </p:cNvPr>
          <p:cNvCxnSpPr/>
          <p:nvPr/>
        </p:nvCxnSpPr>
        <p:spPr>
          <a:xfrm>
            <a:off x="13698004" y="8159249"/>
            <a:ext cx="0" cy="76220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25" name="Organigramme : Décision 324">
            <a:extLst>
              <a:ext uri="{FF2B5EF4-FFF2-40B4-BE49-F238E27FC236}">
                <a16:creationId xmlns:a16="http://schemas.microsoft.com/office/drawing/2014/main" id="{C405D4AE-0276-37E7-C852-7B2C968C235A}"/>
              </a:ext>
            </a:extLst>
          </p:cNvPr>
          <p:cNvSpPr/>
          <p:nvPr/>
        </p:nvSpPr>
        <p:spPr>
          <a:xfrm>
            <a:off x="10780349" y="9438256"/>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331" name="Connecteur droit avec flèche 330">
            <a:extLst>
              <a:ext uri="{FF2B5EF4-FFF2-40B4-BE49-F238E27FC236}">
                <a16:creationId xmlns:a16="http://schemas.microsoft.com/office/drawing/2014/main" id="{C5297767-5B2D-1A31-DCB4-71D3498863F8}"/>
              </a:ext>
            </a:extLst>
          </p:cNvPr>
          <p:cNvCxnSpPr>
            <a:endCxn id="325" idx="3"/>
          </p:cNvCxnSpPr>
          <p:nvPr/>
        </p:nvCxnSpPr>
        <p:spPr>
          <a:xfrm flipH="1">
            <a:off x="11752935" y="9530409"/>
            <a:ext cx="1222050" cy="8907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3" name="ZoneTexte 332">
            <a:extLst>
              <a:ext uri="{FF2B5EF4-FFF2-40B4-BE49-F238E27FC236}">
                <a16:creationId xmlns:a16="http://schemas.microsoft.com/office/drawing/2014/main" id="{027F736A-3664-9746-8843-CADA111B169A}"/>
              </a:ext>
            </a:extLst>
          </p:cNvPr>
          <p:cNvSpPr txBox="1"/>
          <p:nvPr/>
        </p:nvSpPr>
        <p:spPr>
          <a:xfrm>
            <a:off x="10970189" y="9064758"/>
            <a:ext cx="1676400" cy="338554"/>
          </a:xfrm>
          <a:prstGeom prst="rect">
            <a:avLst/>
          </a:prstGeom>
          <a:noFill/>
        </p:spPr>
        <p:txBody>
          <a:bodyPr wrap="square" rtlCol="0">
            <a:spAutoFit/>
          </a:bodyPr>
          <a:lstStyle/>
          <a:p>
            <a:r>
              <a:rPr lang="fr-FR" sz="1600"/>
              <a:t>Validation GAP</a:t>
            </a:r>
          </a:p>
        </p:txBody>
      </p:sp>
      <p:sp>
        <p:nvSpPr>
          <p:cNvPr id="335" name="ZoneTexte 334">
            <a:extLst>
              <a:ext uri="{FF2B5EF4-FFF2-40B4-BE49-F238E27FC236}">
                <a16:creationId xmlns:a16="http://schemas.microsoft.com/office/drawing/2014/main" id="{F114B8BB-D77E-5BFB-707B-EFC24A9A7260}"/>
              </a:ext>
            </a:extLst>
          </p:cNvPr>
          <p:cNvSpPr txBox="1"/>
          <p:nvPr/>
        </p:nvSpPr>
        <p:spPr>
          <a:xfrm>
            <a:off x="10292694" y="9391941"/>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schemeClr val="accent5">
                    <a:lumMod val="75000"/>
                  </a:schemeClr>
                </a:solidFill>
                <a:latin typeface="Calibri"/>
                <a:ea typeface="+mn-ea"/>
                <a:cs typeface="+mn-cs"/>
              </a:rPr>
              <a:t>Non</a:t>
            </a:r>
          </a:p>
        </p:txBody>
      </p:sp>
      <p:sp>
        <p:nvSpPr>
          <p:cNvPr id="336" name="ZoneTexte 335">
            <a:extLst>
              <a:ext uri="{FF2B5EF4-FFF2-40B4-BE49-F238E27FC236}">
                <a16:creationId xmlns:a16="http://schemas.microsoft.com/office/drawing/2014/main" id="{A72F9EDC-5C62-454D-1732-4B9FB0B20615}"/>
              </a:ext>
            </a:extLst>
          </p:cNvPr>
          <p:cNvSpPr txBox="1"/>
          <p:nvPr/>
        </p:nvSpPr>
        <p:spPr>
          <a:xfrm>
            <a:off x="13247359" y="11012630"/>
            <a:ext cx="1222049"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schemeClr val="accent3">
                    <a:lumMod val="75000"/>
                  </a:schemeClr>
                </a:solidFill>
                <a:latin typeface="Calibri"/>
              </a:rPr>
              <a:t>Oui</a:t>
            </a:r>
            <a:endParaRPr lang="fr-FR" sz="1800" kern="1200">
              <a:solidFill>
                <a:schemeClr val="accent3">
                  <a:lumMod val="75000"/>
                </a:schemeClr>
              </a:solidFill>
              <a:latin typeface="Calibri"/>
              <a:ea typeface="+mn-ea"/>
              <a:cs typeface="+mn-cs"/>
            </a:endParaRPr>
          </a:p>
        </p:txBody>
      </p:sp>
      <p:sp>
        <p:nvSpPr>
          <p:cNvPr id="337" name="Parchemin : vertical 336">
            <a:extLst>
              <a:ext uri="{FF2B5EF4-FFF2-40B4-BE49-F238E27FC236}">
                <a16:creationId xmlns:a16="http://schemas.microsoft.com/office/drawing/2014/main" id="{073B5313-8868-E545-FF8F-D6AAF22BE757}"/>
              </a:ext>
            </a:extLst>
          </p:cNvPr>
          <p:cNvSpPr/>
          <p:nvPr/>
        </p:nvSpPr>
        <p:spPr>
          <a:xfrm>
            <a:off x="15408016" y="9299905"/>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cxnSp>
        <p:nvCxnSpPr>
          <p:cNvPr id="341" name="Connecteur droit avec flèche 340">
            <a:extLst>
              <a:ext uri="{FF2B5EF4-FFF2-40B4-BE49-F238E27FC236}">
                <a16:creationId xmlns:a16="http://schemas.microsoft.com/office/drawing/2014/main" id="{C8ACF7A2-6A78-A11A-4E63-30403E226B10}"/>
              </a:ext>
            </a:extLst>
          </p:cNvPr>
          <p:cNvCxnSpPr>
            <a:endCxn id="337" idx="1"/>
          </p:cNvCxnSpPr>
          <p:nvPr/>
        </p:nvCxnSpPr>
        <p:spPr>
          <a:xfrm flipV="1">
            <a:off x="14797220" y="9509472"/>
            <a:ext cx="663188" cy="926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45" name="ZoneTexte 344">
            <a:extLst>
              <a:ext uri="{FF2B5EF4-FFF2-40B4-BE49-F238E27FC236}">
                <a16:creationId xmlns:a16="http://schemas.microsoft.com/office/drawing/2014/main" id="{AA8F71F9-8122-4D19-852B-FA798B4D42FB}"/>
              </a:ext>
            </a:extLst>
          </p:cNvPr>
          <p:cNvSpPr txBox="1"/>
          <p:nvPr/>
        </p:nvSpPr>
        <p:spPr>
          <a:xfrm>
            <a:off x="9680918" y="8669798"/>
            <a:ext cx="3009900" cy="369332"/>
          </a:xfrm>
          <a:prstGeom prst="rect">
            <a:avLst/>
          </a:prstGeom>
          <a:noFill/>
        </p:spPr>
        <p:txBody>
          <a:bodyPr wrap="square" rtlCol="0">
            <a:spAutoFit/>
          </a:bodyPr>
          <a:lstStyle/>
          <a:p>
            <a:r>
              <a:rPr lang="fr-FR" sz="1800" b="1">
                <a:solidFill>
                  <a:srgbClr val="FF0000"/>
                </a:solidFill>
              </a:rPr>
              <a:t>Etape intermédiaire</a:t>
            </a:r>
          </a:p>
        </p:txBody>
      </p:sp>
      <p:sp>
        <p:nvSpPr>
          <p:cNvPr id="346" name="Organigramme : Bande perforée 345">
            <a:extLst>
              <a:ext uri="{FF2B5EF4-FFF2-40B4-BE49-F238E27FC236}">
                <a16:creationId xmlns:a16="http://schemas.microsoft.com/office/drawing/2014/main" id="{F89BAB0F-1A3A-32C7-4E6D-5A1DB9A419C7}"/>
              </a:ext>
            </a:extLst>
          </p:cNvPr>
          <p:cNvSpPr/>
          <p:nvPr/>
        </p:nvSpPr>
        <p:spPr>
          <a:xfrm>
            <a:off x="21173962" y="12278621"/>
            <a:ext cx="2373338" cy="1324234"/>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rgbClr val="FFFFFF"/>
                </a:solidFill>
              </a:rPr>
              <a:t>Etat de sortie des HS/HC réalisées format CNPR</a:t>
            </a:r>
          </a:p>
        </p:txBody>
      </p:sp>
      <p:cxnSp>
        <p:nvCxnSpPr>
          <p:cNvPr id="351" name="Connecteur : en angle 350">
            <a:extLst>
              <a:ext uri="{FF2B5EF4-FFF2-40B4-BE49-F238E27FC236}">
                <a16:creationId xmlns:a16="http://schemas.microsoft.com/office/drawing/2014/main" id="{886E8CB5-8636-6DC6-1805-36CDD62308F6}"/>
              </a:ext>
            </a:extLst>
          </p:cNvPr>
          <p:cNvCxnSpPr>
            <a:cxnSpLocks/>
          </p:cNvCxnSpPr>
          <p:nvPr/>
        </p:nvCxnSpPr>
        <p:spPr>
          <a:xfrm>
            <a:off x="11264399" y="10223043"/>
            <a:ext cx="9949013" cy="2675240"/>
          </a:xfrm>
          <a:prstGeom prst="bentConnector3">
            <a:avLst/>
          </a:prstGeom>
          <a:ln>
            <a:headEnd type="none" w="med" len="med"/>
            <a:tailEnd type="arrow" w="med" len="med"/>
          </a:ln>
        </p:spPr>
        <p:style>
          <a:lnRef idx="2">
            <a:schemeClr val="accent3"/>
          </a:lnRef>
          <a:fillRef idx="0">
            <a:schemeClr val="accent3"/>
          </a:fillRef>
          <a:effectRef idx="1">
            <a:schemeClr val="accent3"/>
          </a:effectRef>
          <a:fontRef idx="minor">
            <a:schemeClr val="tx1"/>
          </a:fontRef>
        </p:style>
      </p:cxnSp>
      <p:sp>
        <p:nvSpPr>
          <p:cNvPr id="3" name="Espace réservé du texte 5">
            <a:extLst>
              <a:ext uri="{FF2B5EF4-FFF2-40B4-BE49-F238E27FC236}">
                <a16:creationId xmlns:a16="http://schemas.microsoft.com/office/drawing/2014/main" id="{F1FBE655-594D-E237-8EEC-D102A7D6D86E}"/>
              </a:ext>
            </a:extLst>
          </p:cNvPr>
          <p:cNvSpPr txBox="1">
            <a:spLocks/>
          </p:cNvSpPr>
          <p:nvPr/>
        </p:nvSpPr>
        <p:spPr>
          <a:xfrm>
            <a:off x="3954332" y="-49369"/>
            <a:ext cx="19896610" cy="15799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b">
            <a:spAutoFit/>
          </a:bodyPr>
          <a:lstStyle>
            <a:lvl1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1pPr>
            <a:lvl2pPr marL="12192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2pPr>
            <a:lvl3pPr marL="18288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3pPr>
            <a:lvl4pPr marL="24384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4pPr>
            <a:lvl5pPr marL="30480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5pPr>
            <a:lvl6pPr marL="34290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6pPr>
            <a:lvl7pPr marL="40386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7pPr>
            <a:lvl8pPr marL="46482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8pPr>
            <a:lvl9pPr marL="52578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9pPr>
          </a:lstStyle>
          <a:p>
            <a:pPr hangingPunct="1"/>
            <a:r>
              <a:rPr lang="fr-FR" dirty="0"/>
              <a:t>8 – V2  – Expression de besoin – Logigramme HS/HC –Demande Collaborateur</a:t>
            </a:r>
            <a:endParaRPr lang="en-GB" dirty="0"/>
          </a:p>
        </p:txBody>
      </p:sp>
      <p:sp>
        <p:nvSpPr>
          <p:cNvPr id="5" name="Numéro de diapositive">
            <a:extLst>
              <a:ext uri="{FF2B5EF4-FFF2-40B4-BE49-F238E27FC236}">
                <a16:creationId xmlns:a16="http://schemas.microsoft.com/office/drawing/2014/main" id="{3FFD4206-021D-32E1-40D7-94A300D6CB84}"/>
              </a:ext>
            </a:extLst>
          </p:cNvPr>
          <p:cNvSpPr txBox="1">
            <a:spLocks/>
          </p:cNvSpPr>
          <p:nvPr/>
        </p:nvSpPr>
        <p:spPr>
          <a:xfrm>
            <a:off x="23708646" y="12775849"/>
            <a:ext cx="484451" cy="4142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z="2000" smtClean="0">
                <a:solidFill>
                  <a:srgbClr val="FFFFFF"/>
                </a:solidFill>
              </a:rPr>
              <a:pPr/>
              <a:t>21</a:t>
            </a:fld>
            <a:endParaRPr lang="fr-FR" sz="2000">
              <a:solidFill>
                <a:srgbClr val="FFFFFF"/>
              </a:solidFill>
            </a:endParaRPr>
          </a:p>
        </p:txBody>
      </p:sp>
      <p:sp>
        <p:nvSpPr>
          <p:cNvPr id="7" name="Rectangle : coins arrondis 6">
            <a:extLst>
              <a:ext uri="{FF2B5EF4-FFF2-40B4-BE49-F238E27FC236}">
                <a16:creationId xmlns:a16="http://schemas.microsoft.com/office/drawing/2014/main" id="{25D3DF9E-791A-76F6-8F61-8D90CCEC2622}"/>
              </a:ext>
            </a:extLst>
          </p:cNvPr>
          <p:cNvSpPr/>
          <p:nvPr/>
        </p:nvSpPr>
        <p:spPr>
          <a:xfrm>
            <a:off x="8356318" y="2228090"/>
            <a:ext cx="2927288" cy="1401169"/>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a:solidFill>
                  <a:prstClr val="black"/>
                </a:solidFill>
                <a:latin typeface="Calibri"/>
              </a:rPr>
              <a:t>Demander au manager de confirmer les dates de réalisation ou de les modifier</a:t>
            </a:r>
          </a:p>
        </p:txBody>
      </p:sp>
      <p:cxnSp>
        <p:nvCxnSpPr>
          <p:cNvPr id="11" name="Connecteur droit avec flèche 10">
            <a:extLst>
              <a:ext uri="{FF2B5EF4-FFF2-40B4-BE49-F238E27FC236}">
                <a16:creationId xmlns:a16="http://schemas.microsoft.com/office/drawing/2014/main" id="{7F4B1D00-6F12-C1B3-CB9B-47AA862AA8A0}"/>
              </a:ext>
            </a:extLst>
          </p:cNvPr>
          <p:cNvCxnSpPr>
            <a:cxnSpLocks/>
          </p:cNvCxnSpPr>
          <p:nvPr/>
        </p:nvCxnSpPr>
        <p:spPr>
          <a:xfrm flipV="1">
            <a:off x="10761638" y="3937240"/>
            <a:ext cx="3966500" cy="79921"/>
          </a:xfrm>
          <a:prstGeom prst="straightConnector1">
            <a:avLst/>
          </a:prstGeom>
          <a:ln>
            <a:headEnd type="none" w="med" len="med"/>
            <a:tailEnd type="arrow" w="med" len="med"/>
          </a:ln>
        </p:spPr>
        <p:style>
          <a:lnRef idx="2">
            <a:schemeClr val="accent3"/>
          </a:lnRef>
          <a:fillRef idx="0">
            <a:schemeClr val="accent3"/>
          </a:fillRef>
          <a:effectRef idx="1">
            <a:schemeClr val="accent3"/>
          </a:effectRef>
          <a:fontRef idx="minor">
            <a:schemeClr val="tx1"/>
          </a:fontRef>
        </p:style>
      </p:cxnSp>
      <p:sp>
        <p:nvSpPr>
          <p:cNvPr id="18" name="Parchemin : vertical 17">
            <a:extLst>
              <a:ext uri="{FF2B5EF4-FFF2-40B4-BE49-F238E27FC236}">
                <a16:creationId xmlns:a16="http://schemas.microsoft.com/office/drawing/2014/main" id="{A232E7B5-CE40-DFE0-1170-A8B446C1F0C1}"/>
              </a:ext>
            </a:extLst>
          </p:cNvPr>
          <p:cNvSpPr/>
          <p:nvPr/>
        </p:nvSpPr>
        <p:spPr>
          <a:xfrm>
            <a:off x="112837" y="10383643"/>
            <a:ext cx="1778237" cy="1296734"/>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r>
              <a:rPr lang="fr-FR" sz="1200" b="1" dirty="0">
                <a:solidFill>
                  <a:schemeClr val="tx1"/>
                </a:solidFill>
              </a:rPr>
              <a:t>Directeur ou sous directeur ou manager éventuellement</a:t>
            </a:r>
            <a:endParaRPr lang="fr-FR" sz="1600" dirty="0">
              <a:solidFill>
                <a:schemeClr val="tx1"/>
              </a:solidFill>
            </a:endParaRPr>
          </a:p>
        </p:txBody>
      </p:sp>
      <p:sp>
        <p:nvSpPr>
          <p:cNvPr id="13" name="Parchemin : vertical 12">
            <a:extLst>
              <a:ext uri="{FF2B5EF4-FFF2-40B4-BE49-F238E27FC236}">
                <a16:creationId xmlns:a16="http://schemas.microsoft.com/office/drawing/2014/main" id="{4C36728A-A0CE-06DF-3F10-6AEE549E0D40}"/>
              </a:ext>
            </a:extLst>
          </p:cNvPr>
          <p:cNvSpPr/>
          <p:nvPr/>
        </p:nvSpPr>
        <p:spPr>
          <a:xfrm>
            <a:off x="4634133" y="5048549"/>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pPr algn="ctr"/>
            <a:r>
              <a:rPr lang="fr-FR" sz="1600" dirty="0">
                <a:solidFill>
                  <a:schemeClr val="tx1"/>
                </a:solidFill>
              </a:rPr>
              <a:t>Manager</a:t>
            </a:r>
          </a:p>
        </p:txBody>
      </p:sp>
      <p:sp>
        <p:nvSpPr>
          <p:cNvPr id="22" name="Parchemin : vertical 21">
            <a:extLst>
              <a:ext uri="{FF2B5EF4-FFF2-40B4-BE49-F238E27FC236}">
                <a16:creationId xmlns:a16="http://schemas.microsoft.com/office/drawing/2014/main" id="{1249C695-C7B1-4D2A-1A2D-EA53E515D21C}"/>
              </a:ext>
            </a:extLst>
          </p:cNvPr>
          <p:cNvSpPr/>
          <p:nvPr/>
        </p:nvSpPr>
        <p:spPr>
          <a:xfrm>
            <a:off x="8434097" y="4765834"/>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pPr algn="ctr"/>
            <a:r>
              <a:rPr lang="fr-FR" sz="1600" dirty="0">
                <a:solidFill>
                  <a:schemeClr val="tx1"/>
                </a:solidFill>
              </a:rPr>
              <a:t>GAP+ Salarié</a:t>
            </a:r>
          </a:p>
        </p:txBody>
      </p:sp>
      <p:sp>
        <p:nvSpPr>
          <p:cNvPr id="23" name="Parchemin : vertical 22">
            <a:extLst>
              <a:ext uri="{FF2B5EF4-FFF2-40B4-BE49-F238E27FC236}">
                <a16:creationId xmlns:a16="http://schemas.microsoft.com/office/drawing/2014/main" id="{FC920982-AA18-A12D-71AD-F55592B010D3}"/>
              </a:ext>
            </a:extLst>
          </p:cNvPr>
          <p:cNvSpPr/>
          <p:nvPr/>
        </p:nvSpPr>
        <p:spPr>
          <a:xfrm>
            <a:off x="9608988" y="6282943"/>
            <a:ext cx="1473733" cy="1202807"/>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 GAP+ Salarié</a:t>
            </a:r>
          </a:p>
        </p:txBody>
      </p:sp>
      <p:cxnSp>
        <p:nvCxnSpPr>
          <p:cNvPr id="29" name="Connecteur droit avec flèche 28">
            <a:extLst>
              <a:ext uri="{FF2B5EF4-FFF2-40B4-BE49-F238E27FC236}">
                <a16:creationId xmlns:a16="http://schemas.microsoft.com/office/drawing/2014/main" id="{B5CE1885-D919-5685-EF6E-FCF2C54513B7}"/>
              </a:ext>
            </a:extLst>
          </p:cNvPr>
          <p:cNvCxnSpPr>
            <a:cxnSpLocks/>
          </p:cNvCxnSpPr>
          <p:nvPr/>
        </p:nvCxnSpPr>
        <p:spPr>
          <a:xfrm flipH="1">
            <a:off x="12055750" y="3972953"/>
            <a:ext cx="2533815" cy="1810890"/>
          </a:xfrm>
          <a:prstGeom prst="straightConnector1">
            <a:avLst/>
          </a:prstGeom>
          <a:ln>
            <a:headEnd type="none" w="med" len="med"/>
            <a:tailEnd type="arrow" w="med" len="med"/>
          </a:ln>
        </p:spPr>
        <p:style>
          <a:lnRef idx="2">
            <a:schemeClr val="accent3"/>
          </a:lnRef>
          <a:fillRef idx="0">
            <a:schemeClr val="accent3"/>
          </a:fillRef>
          <a:effectRef idx="1">
            <a:schemeClr val="accent3"/>
          </a:effectRef>
          <a:fontRef idx="minor">
            <a:schemeClr val="tx1"/>
          </a:fontRef>
        </p:style>
      </p:cxnSp>
      <p:cxnSp>
        <p:nvCxnSpPr>
          <p:cNvPr id="31" name="Connecteur droit avec flèche 30">
            <a:extLst>
              <a:ext uri="{FF2B5EF4-FFF2-40B4-BE49-F238E27FC236}">
                <a16:creationId xmlns:a16="http://schemas.microsoft.com/office/drawing/2014/main" id="{EECADA60-18F7-C1B8-26B9-92CFA22DB227}"/>
              </a:ext>
            </a:extLst>
          </p:cNvPr>
          <p:cNvCxnSpPr>
            <a:cxnSpLocks/>
          </p:cNvCxnSpPr>
          <p:nvPr/>
        </p:nvCxnSpPr>
        <p:spPr>
          <a:xfrm flipH="1">
            <a:off x="10545125" y="9648795"/>
            <a:ext cx="216513" cy="602414"/>
          </a:xfrm>
          <a:prstGeom prst="straightConnector1">
            <a:avLst/>
          </a:prstGeom>
          <a:ln>
            <a:headEnd type="none" w="med" len="med"/>
            <a:tailEnd type="arrow" w="med" len="med"/>
          </a:ln>
        </p:spPr>
        <p:style>
          <a:lnRef idx="2">
            <a:schemeClr val="accent5"/>
          </a:lnRef>
          <a:fillRef idx="0">
            <a:schemeClr val="accent5"/>
          </a:fillRef>
          <a:effectRef idx="1">
            <a:schemeClr val="accent5"/>
          </a:effectRef>
          <a:fontRef idx="minor">
            <a:schemeClr val="tx1"/>
          </a:fontRef>
        </p:style>
      </p:cxnSp>
      <p:sp>
        <p:nvSpPr>
          <p:cNvPr id="224" name="Parchemin : vertical 223">
            <a:extLst>
              <a:ext uri="{FF2B5EF4-FFF2-40B4-BE49-F238E27FC236}">
                <a16:creationId xmlns:a16="http://schemas.microsoft.com/office/drawing/2014/main" id="{B5BD630E-4CF2-603B-96EF-B4C75B188ED1}"/>
              </a:ext>
            </a:extLst>
          </p:cNvPr>
          <p:cNvSpPr/>
          <p:nvPr/>
        </p:nvSpPr>
        <p:spPr>
          <a:xfrm>
            <a:off x="16623779" y="8733898"/>
            <a:ext cx="1473733" cy="1202807"/>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  Salarié</a:t>
            </a:r>
          </a:p>
        </p:txBody>
      </p:sp>
      <p:cxnSp>
        <p:nvCxnSpPr>
          <p:cNvPr id="238" name="Connecteur droit 237">
            <a:extLst>
              <a:ext uri="{FF2B5EF4-FFF2-40B4-BE49-F238E27FC236}">
                <a16:creationId xmlns:a16="http://schemas.microsoft.com/office/drawing/2014/main" id="{5ED25473-08C2-ECE9-C37B-B7950C7AC9EC}"/>
              </a:ext>
            </a:extLst>
          </p:cNvPr>
          <p:cNvCxnSpPr>
            <a:cxnSpLocks/>
          </p:cNvCxnSpPr>
          <p:nvPr/>
        </p:nvCxnSpPr>
        <p:spPr>
          <a:xfrm flipH="1">
            <a:off x="11229726" y="9800700"/>
            <a:ext cx="36916" cy="389480"/>
          </a:xfrm>
          <a:prstGeom prst="line">
            <a:avLst/>
          </a:prstGeom>
          <a:ln w="31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41" name="ZoneTexte 240">
            <a:extLst>
              <a:ext uri="{FF2B5EF4-FFF2-40B4-BE49-F238E27FC236}">
                <a16:creationId xmlns:a16="http://schemas.microsoft.com/office/drawing/2014/main" id="{9B7BC796-6B4A-9EA3-9CB4-717CFFD0A399}"/>
              </a:ext>
            </a:extLst>
          </p:cNvPr>
          <p:cNvSpPr txBox="1"/>
          <p:nvPr/>
        </p:nvSpPr>
        <p:spPr>
          <a:xfrm>
            <a:off x="9587970" y="9769673"/>
            <a:ext cx="1308604"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1800" dirty="0">
                <a:solidFill>
                  <a:prstClr val="black"/>
                </a:solidFill>
                <a:latin typeface="Calibri"/>
              </a:rPr>
              <a:t>Mise en attente pour contacter le manager</a:t>
            </a:r>
          </a:p>
        </p:txBody>
      </p:sp>
      <p:sp>
        <p:nvSpPr>
          <p:cNvPr id="9" name="Organigramme : Décision 8">
            <a:extLst>
              <a:ext uri="{FF2B5EF4-FFF2-40B4-BE49-F238E27FC236}">
                <a16:creationId xmlns:a16="http://schemas.microsoft.com/office/drawing/2014/main" id="{1BFC8FE0-1902-5095-9947-23A5BD523769}"/>
              </a:ext>
            </a:extLst>
          </p:cNvPr>
          <p:cNvSpPr/>
          <p:nvPr/>
        </p:nvSpPr>
        <p:spPr>
          <a:xfrm>
            <a:off x="11085865" y="11266424"/>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7" name="ZoneTexte 26">
            <a:extLst>
              <a:ext uri="{FF2B5EF4-FFF2-40B4-BE49-F238E27FC236}">
                <a16:creationId xmlns:a16="http://schemas.microsoft.com/office/drawing/2014/main" id="{6E7D07DB-D57F-BE19-5472-3B446BDB246B}"/>
              </a:ext>
            </a:extLst>
          </p:cNvPr>
          <p:cNvSpPr txBox="1"/>
          <p:nvPr/>
        </p:nvSpPr>
        <p:spPr>
          <a:xfrm>
            <a:off x="11347479" y="9859438"/>
            <a:ext cx="1222049"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srgbClr val="00B050"/>
                </a:solidFill>
                <a:latin typeface="Calibri"/>
              </a:rPr>
              <a:t>Oui</a:t>
            </a:r>
            <a:endParaRPr lang="fr-FR" sz="1800" kern="1200">
              <a:solidFill>
                <a:srgbClr val="00B050"/>
              </a:solidFill>
              <a:latin typeface="Calibri"/>
              <a:ea typeface="+mn-ea"/>
              <a:cs typeface="+mn-cs"/>
            </a:endParaRPr>
          </a:p>
        </p:txBody>
      </p:sp>
      <p:sp>
        <p:nvSpPr>
          <p:cNvPr id="228" name="ZoneTexte 227">
            <a:extLst>
              <a:ext uri="{FF2B5EF4-FFF2-40B4-BE49-F238E27FC236}">
                <a16:creationId xmlns:a16="http://schemas.microsoft.com/office/drawing/2014/main" id="{4D75AAC0-8236-332D-CBA4-A66BC5F2C896}"/>
              </a:ext>
            </a:extLst>
          </p:cNvPr>
          <p:cNvSpPr txBox="1"/>
          <p:nvPr/>
        </p:nvSpPr>
        <p:spPr>
          <a:xfrm>
            <a:off x="10597207" y="11073361"/>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sp>
        <p:nvSpPr>
          <p:cNvPr id="229" name="ZoneTexte 228">
            <a:extLst>
              <a:ext uri="{FF2B5EF4-FFF2-40B4-BE49-F238E27FC236}">
                <a16:creationId xmlns:a16="http://schemas.microsoft.com/office/drawing/2014/main" id="{0A2E47E0-68D0-B4FC-DEFC-0768FF11CF0C}"/>
              </a:ext>
            </a:extLst>
          </p:cNvPr>
          <p:cNvSpPr txBox="1"/>
          <p:nvPr/>
        </p:nvSpPr>
        <p:spPr>
          <a:xfrm>
            <a:off x="11159953" y="10603975"/>
            <a:ext cx="2347760" cy="646331"/>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Validation Gestionnaire GAP ?</a:t>
            </a:r>
          </a:p>
        </p:txBody>
      </p:sp>
      <p:sp>
        <p:nvSpPr>
          <p:cNvPr id="2" name="Parchemin : vertical 1">
            <a:extLst>
              <a:ext uri="{FF2B5EF4-FFF2-40B4-BE49-F238E27FC236}">
                <a16:creationId xmlns:a16="http://schemas.microsoft.com/office/drawing/2014/main" id="{C49F34E3-5AB6-7EBA-C3A6-3EB7C23825A4}"/>
              </a:ext>
            </a:extLst>
          </p:cNvPr>
          <p:cNvSpPr/>
          <p:nvPr/>
        </p:nvSpPr>
        <p:spPr>
          <a:xfrm>
            <a:off x="7973037" y="9661899"/>
            <a:ext cx="1517144" cy="972634"/>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Direction GAP</a:t>
            </a:r>
          </a:p>
        </p:txBody>
      </p:sp>
      <p:cxnSp>
        <p:nvCxnSpPr>
          <p:cNvPr id="26" name="Connecteur droit avec flèche 25">
            <a:extLst>
              <a:ext uri="{FF2B5EF4-FFF2-40B4-BE49-F238E27FC236}">
                <a16:creationId xmlns:a16="http://schemas.microsoft.com/office/drawing/2014/main" id="{00B418BB-069E-1D98-FD02-63806CDF859F}"/>
              </a:ext>
            </a:extLst>
          </p:cNvPr>
          <p:cNvCxnSpPr/>
          <p:nvPr/>
        </p:nvCxnSpPr>
        <p:spPr>
          <a:xfrm>
            <a:off x="10654701" y="10690992"/>
            <a:ext cx="364830" cy="18466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250" name="Connecteur droit avec flèche 249">
            <a:extLst>
              <a:ext uri="{FF2B5EF4-FFF2-40B4-BE49-F238E27FC236}">
                <a16:creationId xmlns:a16="http://schemas.microsoft.com/office/drawing/2014/main" id="{468924AE-1133-32A6-5597-DA7B298E9C7D}"/>
              </a:ext>
            </a:extLst>
          </p:cNvPr>
          <p:cNvCxnSpPr>
            <a:cxnSpLocks/>
          </p:cNvCxnSpPr>
          <p:nvPr/>
        </p:nvCxnSpPr>
        <p:spPr>
          <a:xfrm>
            <a:off x="12030042" y="11439485"/>
            <a:ext cx="4139298"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53" name="Parchemin : vertical 252">
            <a:extLst>
              <a:ext uri="{FF2B5EF4-FFF2-40B4-BE49-F238E27FC236}">
                <a16:creationId xmlns:a16="http://schemas.microsoft.com/office/drawing/2014/main" id="{B99C61FA-4062-7624-09FA-DF71D4896186}"/>
              </a:ext>
            </a:extLst>
          </p:cNvPr>
          <p:cNvSpPr/>
          <p:nvPr/>
        </p:nvSpPr>
        <p:spPr>
          <a:xfrm>
            <a:off x="8029099" y="10645494"/>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55" name="Organigramme : Décision 254">
            <a:extLst>
              <a:ext uri="{FF2B5EF4-FFF2-40B4-BE49-F238E27FC236}">
                <a16:creationId xmlns:a16="http://schemas.microsoft.com/office/drawing/2014/main" id="{07E829D2-165B-0EFB-5A86-37C6F2D257A2}"/>
              </a:ext>
            </a:extLst>
          </p:cNvPr>
          <p:cNvSpPr/>
          <p:nvPr/>
        </p:nvSpPr>
        <p:spPr>
          <a:xfrm>
            <a:off x="8197108" y="11308917"/>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40" name="Connecteur droit avec flèche 39">
            <a:extLst>
              <a:ext uri="{FF2B5EF4-FFF2-40B4-BE49-F238E27FC236}">
                <a16:creationId xmlns:a16="http://schemas.microsoft.com/office/drawing/2014/main" id="{BC57C18B-2047-4084-A580-76D901A1443B}"/>
              </a:ext>
            </a:extLst>
          </p:cNvPr>
          <p:cNvCxnSpPr>
            <a:cxnSpLocks/>
          </p:cNvCxnSpPr>
          <p:nvPr/>
        </p:nvCxnSpPr>
        <p:spPr>
          <a:xfrm>
            <a:off x="9305814" y="11575924"/>
            <a:ext cx="6933091" cy="108000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41" name="ZoneTexte 40">
            <a:extLst>
              <a:ext uri="{FF2B5EF4-FFF2-40B4-BE49-F238E27FC236}">
                <a16:creationId xmlns:a16="http://schemas.microsoft.com/office/drawing/2014/main" id="{27D91C25-7E12-F5DD-C8B0-7BE0BC1BDA14}"/>
              </a:ext>
            </a:extLst>
          </p:cNvPr>
          <p:cNvSpPr txBox="1"/>
          <p:nvPr/>
        </p:nvSpPr>
        <p:spPr>
          <a:xfrm>
            <a:off x="13399760" y="12191162"/>
            <a:ext cx="1784898"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chemeClr val="accent3">
                    <a:lumMod val="75000"/>
                  </a:schemeClr>
                </a:solidFill>
                <a:latin typeface="Calibri"/>
              </a:rPr>
              <a:t>Oui</a:t>
            </a:r>
            <a:endParaRPr lang="fr-FR" sz="1800" kern="1200" dirty="0">
              <a:solidFill>
                <a:schemeClr val="accent3">
                  <a:lumMod val="75000"/>
                </a:schemeClr>
              </a:solidFill>
              <a:latin typeface="Calibri"/>
              <a:ea typeface="+mn-ea"/>
              <a:cs typeface="+mn-cs"/>
            </a:endParaRPr>
          </a:p>
        </p:txBody>
      </p:sp>
      <p:sp>
        <p:nvSpPr>
          <p:cNvPr id="42" name="ZoneTexte 41">
            <a:extLst>
              <a:ext uri="{FF2B5EF4-FFF2-40B4-BE49-F238E27FC236}">
                <a16:creationId xmlns:a16="http://schemas.microsoft.com/office/drawing/2014/main" id="{AEFACCCE-A50A-DC12-835C-40D7F95A0CB4}"/>
              </a:ext>
            </a:extLst>
          </p:cNvPr>
          <p:cNvSpPr txBox="1"/>
          <p:nvPr/>
        </p:nvSpPr>
        <p:spPr>
          <a:xfrm>
            <a:off x="7738237" y="11075743"/>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sp>
        <p:nvSpPr>
          <p:cNvPr id="47" name="Rectangle 46">
            <a:extLst>
              <a:ext uri="{FF2B5EF4-FFF2-40B4-BE49-F238E27FC236}">
                <a16:creationId xmlns:a16="http://schemas.microsoft.com/office/drawing/2014/main" id="{7191701D-AE42-9735-E8BD-EC1A422DF538}"/>
              </a:ext>
            </a:extLst>
          </p:cNvPr>
          <p:cNvSpPr/>
          <p:nvPr/>
        </p:nvSpPr>
        <p:spPr>
          <a:xfrm>
            <a:off x="7167953" y="11419098"/>
            <a:ext cx="802098" cy="36202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kern="1200">
                <a:solidFill>
                  <a:prstClr val="black"/>
                </a:solidFill>
                <a:latin typeface="Calibri"/>
              </a:rPr>
              <a:t>Fin</a:t>
            </a:r>
          </a:p>
        </p:txBody>
      </p:sp>
      <p:cxnSp>
        <p:nvCxnSpPr>
          <p:cNvPr id="49" name="Connecteur droit avec flèche 48">
            <a:extLst>
              <a:ext uri="{FF2B5EF4-FFF2-40B4-BE49-F238E27FC236}">
                <a16:creationId xmlns:a16="http://schemas.microsoft.com/office/drawing/2014/main" id="{D2D410A2-65CF-182F-2295-E4A25D5A0EA2}"/>
              </a:ext>
            </a:extLst>
          </p:cNvPr>
          <p:cNvCxnSpPr>
            <a:endCxn id="253" idx="3"/>
          </p:cNvCxnSpPr>
          <p:nvPr/>
        </p:nvCxnSpPr>
        <p:spPr>
          <a:xfrm flipH="1" flipV="1">
            <a:off x="9285311" y="10855061"/>
            <a:ext cx="1684878" cy="5966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1" name="Connecteur droit avec flèche 50">
            <a:extLst>
              <a:ext uri="{FF2B5EF4-FFF2-40B4-BE49-F238E27FC236}">
                <a16:creationId xmlns:a16="http://schemas.microsoft.com/office/drawing/2014/main" id="{C39DCF01-1147-BA84-2741-6B7EE380BB26}"/>
              </a:ext>
            </a:extLst>
          </p:cNvPr>
          <p:cNvCxnSpPr>
            <a:cxnSpLocks/>
            <a:stCxn id="255" idx="1"/>
          </p:cNvCxnSpPr>
          <p:nvPr/>
        </p:nvCxnSpPr>
        <p:spPr>
          <a:xfrm flipH="1">
            <a:off x="7937367" y="11490139"/>
            <a:ext cx="259741" cy="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58" name="Connecteur droit avec flèche 57">
            <a:extLst>
              <a:ext uri="{FF2B5EF4-FFF2-40B4-BE49-F238E27FC236}">
                <a16:creationId xmlns:a16="http://schemas.microsoft.com/office/drawing/2014/main" id="{4BD8A00D-C9C7-675F-731F-9D8A32CA27C6}"/>
              </a:ext>
            </a:extLst>
          </p:cNvPr>
          <p:cNvCxnSpPr/>
          <p:nvPr/>
        </p:nvCxnSpPr>
        <p:spPr>
          <a:xfrm>
            <a:off x="8663608" y="11075743"/>
            <a:ext cx="0" cy="1906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Parchemin : vertical 29">
            <a:extLst>
              <a:ext uri="{FF2B5EF4-FFF2-40B4-BE49-F238E27FC236}">
                <a16:creationId xmlns:a16="http://schemas.microsoft.com/office/drawing/2014/main" id="{76478473-96D7-8659-BE02-5E8B2B9C1BEE}"/>
              </a:ext>
            </a:extLst>
          </p:cNvPr>
          <p:cNvSpPr/>
          <p:nvPr/>
        </p:nvSpPr>
        <p:spPr>
          <a:xfrm>
            <a:off x="15560416" y="10297584"/>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39" name="ZoneTexte 238">
            <a:extLst>
              <a:ext uri="{FF2B5EF4-FFF2-40B4-BE49-F238E27FC236}">
                <a16:creationId xmlns:a16="http://schemas.microsoft.com/office/drawing/2014/main" id="{5A07DA14-082A-6F8C-7F42-F76B50D45E28}"/>
              </a:ext>
            </a:extLst>
          </p:cNvPr>
          <p:cNvSpPr txBox="1"/>
          <p:nvPr/>
        </p:nvSpPr>
        <p:spPr>
          <a:xfrm>
            <a:off x="6122214" y="3925318"/>
            <a:ext cx="1879444" cy="584775"/>
          </a:xfrm>
          <a:prstGeom prst="rect">
            <a:avLst/>
          </a:prstGeom>
          <a:noFill/>
        </p:spPr>
        <p:txBody>
          <a:bodyPr wrap="square" rtlCol="0">
            <a:spAutoFit/>
          </a:bodyPr>
          <a:lstStyle/>
          <a:p>
            <a:pPr defTabSz="1828800" hangingPunct="1">
              <a:defRPr/>
            </a:pPr>
            <a:r>
              <a:rPr lang="fr-FR" sz="1600" b="1" dirty="0">
                <a:solidFill>
                  <a:schemeClr val="tx1"/>
                </a:solidFill>
              </a:rPr>
              <a:t>validation collaborateur OK</a:t>
            </a:r>
          </a:p>
        </p:txBody>
      </p:sp>
      <p:sp>
        <p:nvSpPr>
          <p:cNvPr id="36" name="Rectangle : coins arrondis 35">
            <a:extLst>
              <a:ext uri="{FF2B5EF4-FFF2-40B4-BE49-F238E27FC236}">
                <a16:creationId xmlns:a16="http://schemas.microsoft.com/office/drawing/2014/main" id="{3FD5391F-AE05-25E8-8B99-28CCB72D61B3}"/>
              </a:ext>
            </a:extLst>
          </p:cNvPr>
          <p:cNvSpPr/>
          <p:nvPr/>
        </p:nvSpPr>
        <p:spPr>
          <a:xfrm>
            <a:off x="3416386" y="6194521"/>
            <a:ext cx="2629736" cy="822474"/>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828800" hangingPunct="1">
              <a:lnSpc>
                <a:spcPts val="2600"/>
              </a:lnSpc>
              <a:defRPr/>
            </a:pPr>
            <a:r>
              <a:rPr lang="fr-FR" sz="2000" kern="1200" dirty="0">
                <a:solidFill>
                  <a:prstClr val="black"/>
                </a:solidFill>
                <a:latin typeface="Calibri"/>
              </a:rPr>
              <a:t>Validation manager</a:t>
            </a:r>
          </a:p>
          <a:p>
            <a:pPr defTabSz="1828800" hangingPunct="1">
              <a:lnSpc>
                <a:spcPts val="2600"/>
              </a:lnSpc>
              <a:defRPr/>
            </a:pPr>
            <a:r>
              <a:rPr lang="fr-FR" sz="2000" kern="1200" dirty="0">
                <a:solidFill>
                  <a:prstClr val="black"/>
                </a:solidFill>
                <a:latin typeface="Calibri"/>
              </a:rPr>
              <a:t>Demande collaborateur</a:t>
            </a:r>
          </a:p>
        </p:txBody>
      </p:sp>
      <p:sp>
        <p:nvSpPr>
          <p:cNvPr id="55" name="ZoneTexte 54">
            <a:extLst>
              <a:ext uri="{FF2B5EF4-FFF2-40B4-BE49-F238E27FC236}">
                <a16:creationId xmlns:a16="http://schemas.microsoft.com/office/drawing/2014/main" id="{C60D913F-CDFF-6164-FD11-69CCF9A10536}"/>
              </a:ext>
            </a:extLst>
          </p:cNvPr>
          <p:cNvSpPr txBox="1"/>
          <p:nvPr/>
        </p:nvSpPr>
        <p:spPr>
          <a:xfrm>
            <a:off x="5667836" y="7659134"/>
            <a:ext cx="585603"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rgbClr val="00B050"/>
                </a:solidFill>
                <a:latin typeface="Calibri"/>
              </a:rPr>
              <a:t>Oui</a:t>
            </a:r>
            <a:endParaRPr lang="fr-FR" sz="1800" kern="1200" dirty="0">
              <a:solidFill>
                <a:srgbClr val="00B050"/>
              </a:solidFill>
              <a:latin typeface="Calibri"/>
              <a:ea typeface="+mn-ea"/>
              <a:cs typeface="+mn-cs"/>
            </a:endParaRPr>
          </a:p>
        </p:txBody>
      </p:sp>
      <p:cxnSp>
        <p:nvCxnSpPr>
          <p:cNvPr id="60" name="Connecteur droit 59">
            <a:extLst>
              <a:ext uri="{FF2B5EF4-FFF2-40B4-BE49-F238E27FC236}">
                <a16:creationId xmlns:a16="http://schemas.microsoft.com/office/drawing/2014/main" id="{5E0D73C2-9837-9D21-E959-1A66B512E358}"/>
              </a:ext>
            </a:extLst>
          </p:cNvPr>
          <p:cNvCxnSpPr>
            <a:cxnSpLocks/>
          </p:cNvCxnSpPr>
          <p:nvPr/>
        </p:nvCxnSpPr>
        <p:spPr>
          <a:xfrm>
            <a:off x="2147565" y="7945411"/>
            <a:ext cx="83935" cy="32616"/>
          </a:xfrm>
          <a:prstGeom prst="line">
            <a:avLst/>
          </a:prstGeom>
          <a:ln/>
        </p:spPr>
        <p:style>
          <a:lnRef idx="1">
            <a:schemeClr val="dk1"/>
          </a:lnRef>
          <a:fillRef idx="0">
            <a:schemeClr val="dk1"/>
          </a:fillRef>
          <a:effectRef idx="0">
            <a:schemeClr val="dk1"/>
          </a:effectRef>
          <a:fontRef idx="minor">
            <a:schemeClr val="tx1"/>
          </a:fontRef>
        </p:style>
      </p:cxnSp>
      <p:cxnSp>
        <p:nvCxnSpPr>
          <p:cNvPr id="62" name="Connecteur droit avec flèche 61">
            <a:extLst>
              <a:ext uri="{FF2B5EF4-FFF2-40B4-BE49-F238E27FC236}">
                <a16:creationId xmlns:a16="http://schemas.microsoft.com/office/drawing/2014/main" id="{D88A64A0-36E4-0481-E760-3BCB06059869}"/>
              </a:ext>
            </a:extLst>
          </p:cNvPr>
          <p:cNvCxnSpPr>
            <a:cxnSpLocks/>
          </p:cNvCxnSpPr>
          <p:nvPr/>
        </p:nvCxnSpPr>
        <p:spPr>
          <a:xfrm flipH="1">
            <a:off x="3205005" y="7835945"/>
            <a:ext cx="2490133" cy="1523219"/>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63" name="Parchemin : vertical 62">
            <a:extLst>
              <a:ext uri="{FF2B5EF4-FFF2-40B4-BE49-F238E27FC236}">
                <a16:creationId xmlns:a16="http://schemas.microsoft.com/office/drawing/2014/main" id="{8A120F47-892D-71EA-150E-08C3F8D19B75}"/>
              </a:ext>
            </a:extLst>
          </p:cNvPr>
          <p:cNvSpPr/>
          <p:nvPr/>
        </p:nvSpPr>
        <p:spPr>
          <a:xfrm>
            <a:off x="5405495" y="8737172"/>
            <a:ext cx="2039115" cy="1586473"/>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pPr algn="ctr"/>
            <a:r>
              <a:rPr lang="fr-FR" sz="1600" dirty="0">
                <a:solidFill>
                  <a:schemeClr val="tx1"/>
                </a:solidFill>
              </a:rPr>
              <a:t>Manager demandeur + </a:t>
            </a:r>
          </a:p>
          <a:p>
            <a:pPr algn="ctr"/>
            <a:r>
              <a:rPr lang="fr-FR" sz="1600" dirty="0">
                <a:solidFill>
                  <a:schemeClr val="tx1"/>
                </a:solidFill>
              </a:rPr>
              <a:t>GAP + </a:t>
            </a:r>
          </a:p>
          <a:p>
            <a:pPr algn="ctr"/>
            <a:r>
              <a:rPr lang="fr-FR" sz="1600" dirty="0">
                <a:solidFill>
                  <a:schemeClr val="tx1"/>
                </a:solidFill>
              </a:rPr>
              <a:t>Destinataires workflow</a:t>
            </a:r>
          </a:p>
        </p:txBody>
      </p:sp>
      <p:cxnSp>
        <p:nvCxnSpPr>
          <p:cNvPr id="258" name="Connecteur droit avec flèche 257">
            <a:extLst>
              <a:ext uri="{FF2B5EF4-FFF2-40B4-BE49-F238E27FC236}">
                <a16:creationId xmlns:a16="http://schemas.microsoft.com/office/drawing/2014/main" id="{BA0FFF27-717D-3783-9478-9CC58A1B47A4}"/>
              </a:ext>
            </a:extLst>
          </p:cNvPr>
          <p:cNvCxnSpPr>
            <a:endCxn id="43" idx="0"/>
          </p:cNvCxnSpPr>
          <p:nvPr/>
        </p:nvCxnSpPr>
        <p:spPr>
          <a:xfrm>
            <a:off x="10127750" y="3657137"/>
            <a:ext cx="244148" cy="16982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60" name="ZoneTexte 259">
            <a:extLst>
              <a:ext uri="{FF2B5EF4-FFF2-40B4-BE49-F238E27FC236}">
                <a16:creationId xmlns:a16="http://schemas.microsoft.com/office/drawing/2014/main" id="{CFB1CE7F-FB48-D3C2-823B-8C599DCE4B35}"/>
              </a:ext>
            </a:extLst>
          </p:cNvPr>
          <p:cNvSpPr txBox="1"/>
          <p:nvPr/>
        </p:nvSpPr>
        <p:spPr>
          <a:xfrm>
            <a:off x="340933" y="3398072"/>
            <a:ext cx="1424542" cy="369332"/>
          </a:xfrm>
          <a:prstGeom prst="rect">
            <a:avLst/>
          </a:prstGeom>
          <a:noFill/>
        </p:spPr>
        <p:txBody>
          <a:bodyPr wrap="square" rtlCol="0">
            <a:spAutoFit/>
          </a:bodyPr>
          <a:lstStyle/>
          <a:p>
            <a:pPr defTabSz="1828800" hangingPunct="1">
              <a:defRPr/>
            </a:pPr>
            <a:r>
              <a:rPr lang="fr-FR" sz="1800" b="1" kern="1200" dirty="0">
                <a:solidFill>
                  <a:prstClr val="black"/>
                </a:solidFill>
                <a:latin typeface="Calibri"/>
                <a:ea typeface="+mn-ea"/>
                <a:cs typeface="+mn-cs"/>
              </a:rPr>
              <a:t>Salarié</a:t>
            </a:r>
          </a:p>
        </p:txBody>
      </p:sp>
      <p:sp>
        <p:nvSpPr>
          <p:cNvPr id="263" name="Bulle narrative : ronde 262">
            <a:extLst>
              <a:ext uri="{FF2B5EF4-FFF2-40B4-BE49-F238E27FC236}">
                <a16:creationId xmlns:a16="http://schemas.microsoft.com/office/drawing/2014/main" id="{8378C3F5-D067-0E6F-5B2F-8C54737F44B7}"/>
              </a:ext>
            </a:extLst>
          </p:cNvPr>
          <p:cNvSpPr/>
          <p:nvPr/>
        </p:nvSpPr>
        <p:spPr>
          <a:xfrm>
            <a:off x="5918404" y="2856530"/>
            <a:ext cx="1879444" cy="1053128"/>
          </a:xfrm>
          <a:prstGeom prst="wedgeEllipseCallout">
            <a:avLst/>
          </a:prstGeom>
          <a:solidFill>
            <a:srgbClr val="FFFFFF"/>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1400" kern="1200" dirty="0">
                <a:solidFill>
                  <a:prstClr val="black"/>
                </a:solidFill>
                <a:latin typeface="Calibri"/>
              </a:rPr>
              <a:t>Popup </a:t>
            </a:r>
            <a:r>
              <a:rPr lang="fr-FR" sz="1400" kern="1200" dirty="0" err="1">
                <a:solidFill>
                  <a:prstClr val="black"/>
                </a:solidFill>
                <a:latin typeface="Calibri"/>
              </a:rPr>
              <a:t>valid</a:t>
            </a:r>
            <a:r>
              <a:rPr lang="fr-FR" sz="1400" kern="1200" dirty="0">
                <a:solidFill>
                  <a:prstClr val="black"/>
                </a:solidFill>
                <a:latin typeface="Calibri"/>
              </a:rPr>
              <a:t>. des règles de gestion par le manager</a:t>
            </a:r>
            <a:endParaRPr kumimoji="0" lang="fr-FR" sz="1400" b="0" i="0" u="none" strike="noStrike" cap="none" spc="0" normalizeH="0" baseline="0" dirty="0">
              <a:ln>
                <a:noFill/>
              </a:ln>
              <a:solidFill>
                <a:srgbClr val="5E5E5E"/>
              </a:solidFill>
              <a:effectLst/>
              <a:uFillTx/>
              <a:latin typeface="+mj-lt"/>
              <a:ea typeface="+mj-ea"/>
              <a:cs typeface="+mj-cs"/>
              <a:sym typeface="Helvetica Neue"/>
            </a:endParaRPr>
          </a:p>
        </p:txBody>
      </p:sp>
      <p:sp>
        <p:nvSpPr>
          <p:cNvPr id="270" name="Parchemin : vertical 269">
            <a:extLst>
              <a:ext uri="{FF2B5EF4-FFF2-40B4-BE49-F238E27FC236}">
                <a16:creationId xmlns:a16="http://schemas.microsoft.com/office/drawing/2014/main" id="{D37D247C-03E6-319C-22DF-A1E668651B6C}"/>
              </a:ext>
            </a:extLst>
          </p:cNvPr>
          <p:cNvSpPr/>
          <p:nvPr/>
        </p:nvSpPr>
        <p:spPr>
          <a:xfrm>
            <a:off x="11231" y="4765834"/>
            <a:ext cx="1879843" cy="1593828"/>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chemeClr val="tx1"/>
                </a:solidFill>
              </a:rPr>
              <a:t>Message</a:t>
            </a:r>
          </a:p>
          <a:p>
            <a:pPr algn="ctr"/>
            <a:r>
              <a:rPr lang="fr-FR" sz="1600" dirty="0">
                <a:solidFill>
                  <a:schemeClr val="tx1"/>
                </a:solidFill>
              </a:rPr>
              <a:t>Salarié et destinataires messages workflow</a:t>
            </a:r>
          </a:p>
        </p:txBody>
      </p:sp>
      <p:sp>
        <p:nvSpPr>
          <p:cNvPr id="277" name="Organigramme : Disque magnétique 276">
            <a:extLst>
              <a:ext uri="{FF2B5EF4-FFF2-40B4-BE49-F238E27FC236}">
                <a16:creationId xmlns:a16="http://schemas.microsoft.com/office/drawing/2014/main" id="{7B632976-E9B9-4A94-795D-CF160FFFB5B0}"/>
              </a:ext>
            </a:extLst>
          </p:cNvPr>
          <p:cNvSpPr/>
          <p:nvPr/>
        </p:nvSpPr>
        <p:spPr>
          <a:xfrm>
            <a:off x="2152655" y="9350036"/>
            <a:ext cx="1258400" cy="615184"/>
          </a:xfrm>
          <a:prstGeom prst="flowChartMagneticDisk">
            <a:avLst/>
          </a:prstGeom>
          <a:solidFill>
            <a:srgbClr val="EF1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78" name="ZoneTexte 277">
            <a:extLst>
              <a:ext uri="{FF2B5EF4-FFF2-40B4-BE49-F238E27FC236}">
                <a16:creationId xmlns:a16="http://schemas.microsoft.com/office/drawing/2014/main" id="{294CD825-C706-5CBD-C0A4-ACB334B08268}"/>
              </a:ext>
            </a:extLst>
          </p:cNvPr>
          <p:cNvSpPr txBox="1"/>
          <p:nvPr/>
        </p:nvSpPr>
        <p:spPr>
          <a:xfrm>
            <a:off x="1948671" y="10047568"/>
            <a:ext cx="1810952" cy="3488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1600" dirty="0"/>
              <a:t>Validation système</a:t>
            </a:r>
            <a:endParaRPr kumimoji="0" lang="fr-FR" sz="1600" b="0" i="0" u="none" strike="noStrike" cap="none" spc="0" normalizeH="0" baseline="0" dirty="0">
              <a:ln>
                <a:noFill/>
              </a:ln>
              <a:solidFill>
                <a:srgbClr val="5E5E5E"/>
              </a:solidFill>
              <a:effectLst/>
              <a:uFillTx/>
              <a:latin typeface="+mj-lt"/>
              <a:ea typeface="+mj-ea"/>
              <a:cs typeface="+mj-cs"/>
              <a:sym typeface="Helvetica Neue"/>
            </a:endParaRPr>
          </a:p>
        </p:txBody>
      </p:sp>
      <p:sp>
        <p:nvSpPr>
          <p:cNvPr id="281" name="Organigramme : Décision 280">
            <a:extLst>
              <a:ext uri="{FF2B5EF4-FFF2-40B4-BE49-F238E27FC236}">
                <a16:creationId xmlns:a16="http://schemas.microsoft.com/office/drawing/2014/main" id="{435DECE1-580D-C1FF-AF2A-EE2FC59A2C63}"/>
              </a:ext>
            </a:extLst>
          </p:cNvPr>
          <p:cNvSpPr/>
          <p:nvPr/>
        </p:nvSpPr>
        <p:spPr>
          <a:xfrm>
            <a:off x="3954332" y="9476406"/>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283" name="Connecteur droit avec flèche 282">
            <a:extLst>
              <a:ext uri="{FF2B5EF4-FFF2-40B4-BE49-F238E27FC236}">
                <a16:creationId xmlns:a16="http://schemas.microsoft.com/office/drawing/2014/main" id="{5F287B06-6952-B499-C325-8A17EF658D66}"/>
              </a:ext>
            </a:extLst>
          </p:cNvPr>
          <p:cNvCxnSpPr/>
          <p:nvPr/>
        </p:nvCxnSpPr>
        <p:spPr>
          <a:xfrm flipV="1">
            <a:off x="3479171" y="9657628"/>
            <a:ext cx="442811" cy="11204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6" name="Connecteur droit avec flèche 285">
            <a:extLst>
              <a:ext uri="{FF2B5EF4-FFF2-40B4-BE49-F238E27FC236}">
                <a16:creationId xmlns:a16="http://schemas.microsoft.com/office/drawing/2014/main" id="{89C74614-4095-1642-6741-D9B910955A64}"/>
              </a:ext>
            </a:extLst>
          </p:cNvPr>
          <p:cNvCxnSpPr/>
          <p:nvPr/>
        </p:nvCxnSpPr>
        <p:spPr>
          <a:xfrm flipV="1">
            <a:off x="4430337" y="9359164"/>
            <a:ext cx="1149398" cy="86724"/>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87" name="ZoneTexte 286">
            <a:extLst>
              <a:ext uri="{FF2B5EF4-FFF2-40B4-BE49-F238E27FC236}">
                <a16:creationId xmlns:a16="http://schemas.microsoft.com/office/drawing/2014/main" id="{6CED8D4A-2074-6909-4DA9-11C60EDD3C02}"/>
              </a:ext>
            </a:extLst>
          </p:cNvPr>
          <p:cNvSpPr txBox="1"/>
          <p:nvPr/>
        </p:nvSpPr>
        <p:spPr>
          <a:xfrm>
            <a:off x="4642060" y="9005542"/>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rgbClr val="00B050"/>
                </a:solidFill>
                <a:latin typeface="Calibri"/>
              </a:rPr>
              <a:t>Oui</a:t>
            </a:r>
            <a:endParaRPr lang="fr-FR" sz="1800" kern="1200" dirty="0">
              <a:solidFill>
                <a:srgbClr val="00B050"/>
              </a:solidFill>
              <a:latin typeface="Calibri"/>
              <a:ea typeface="+mn-ea"/>
              <a:cs typeface="+mn-cs"/>
            </a:endParaRPr>
          </a:p>
        </p:txBody>
      </p:sp>
      <p:cxnSp>
        <p:nvCxnSpPr>
          <p:cNvPr id="69" name="Connecteur droit 68">
            <a:extLst>
              <a:ext uri="{FF2B5EF4-FFF2-40B4-BE49-F238E27FC236}">
                <a16:creationId xmlns:a16="http://schemas.microsoft.com/office/drawing/2014/main" id="{0498766B-9868-D099-BA8F-1F4505FB615B}"/>
              </a:ext>
            </a:extLst>
          </p:cNvPr>
          <p:cNvCxnSpPr>
            <a:cxnSpLocks/>
          </p:cNvCxnSpPr>
          <p:nvPr/>
        </p:nvCxnSpPr>
        <p:spPr>
          <a:xfrm flipH="1">
            <a:off x="3218176" y="9869368"/>
            <a:ext cx="1244456" cy="1221484"/>
          </a:xfrm>
          <a:prstGeom prst="line">
            <a:avLst/>
          </a:prstGeom>
          <a:ln>
            <a:headEnd type="none"/>
            <a:tailEnd type="triangle"/>
          </a:ln>
        </p:spPr>
        <p:style>
          <a:lnRef idx="2">
            <a:schemeClr val="accent5"/>
          </a:lnRef>
          <a:fillRef idx="0">
            <a:schemeClr val="accent5"/>
          </a:fillRef>
          <a:effectRef idx="1">
            <a:schemeClr val="accent5"/>
          </a:effectRef>
          <a:fontRef idx="minor">
            <a:schemeClr val="tx1"/>
          </a:fontRef>
        </p:style>
      </p:cxnSp>
      <p:sp>
        <p:nvSpPr>
          <p:cNvPr id="75" name="ZoneTexte 74">
            <a:extLst>
              <a:ext uri="{FF2B5EF4-FFF2-40B4-BE49-F238E27FC236}">
                <a16:creationId xmlns:a16="http://schemas.microsoft.com/office/drawing/2014/main" id="{48D07607-B266-2D7F-1DF5-A42CF3732A76}"/>
              </a:ext>
            </a:extLst>
          </p:cNvPr>
          <p:cNvSpPr txBox="1"/>
          <p:nvPr/>
        </p:nvSpPr>
        <p:spPr>
          <a:xfrm>
            <a:off x="4248019" y="9981156"/>
            <a:ext cx="1013571"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rgbClr val="FF0000"/>
                </a:solidFill>
                <a:latin typeface="Calibri"/>
                <a:ea typeface="+mn-ea"/>
                <a:cs typeface="+mn-cs"/>
              </a:rPr>
              <a:t>Non</a:t>
            </a:r>
          </a:p>
        </p:txBody>
      </p:sp>
      <p:cxnSp>
        <p:nvCxnSpPr>
          <p:cNvPr id="10" name="Connecteur droit avec flèche 9">
            <a:extLst>
              <a:ext uri="{FF2B5EF4-FFF2-40B4-BE49-F238E27FC236}">
                <a16:creationId xmlns:a16="http://schemas.microsoft.com/office/drawing/2014/main" id="{05083401-1919-CDCB-834C-715824EA0256}"/>
              </a:ext>
            </a:extLst>
          </p:cNvPr>
          <p:cNvCxnSpPr/>
          <p:nvPr/>
        </p:nvCxnSpPr>
        <p:spPr>
          <a:xfrm flipH="1">
            <a:off x="11125927" y="7353143"/>
            <a:ext cx="219824" cy="162425"/>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25" name="Organigramme : Décision 224">
            <a:extLst>
              <a:ext uri="{FF2B5EF4-FFF2-40B4-BE49-F238E27FC236}">
                <a16:creationId xmlns:a16="http://schemas.microsoft.com/office/drawing/2014/main" id="{39D41D76-0934-D3C2-A221-ACFD3F1F9460}"/>
              </a:ext>
            </a:extLst>
          </p:cNvPr>
          <p:cNvSpPr/>
          <p:nvPr/>
        </p:nvSpPr>
        <p:spPr>
          <a:xfrm>
            <a:off x="2718712" y="11137259"/>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31" name="ZoneTexte 230">
            <a:extLst>
              <a:ext uri="{FF2B5EF4-FFF2-40B4-BE49-F238E27FC236}">
                <a16:creationId xmlns:a16="http://schemas.microsoft.com/office/drawing/2014/main" id="{6BD98B74-843B-592E-09C9-67662988D43F}"/>
              </a:ext>
            </a:extLst>
          </p:cNvPr>
          <p:cNvSpPr txBox="1"/>
          <p:nvPr/>
        </p:nvSpPr>
        <p:spPr>
          <a:xfrm>
            <a:off x="2402191" y="10640474"/>
            <a:ext cx="1879444" cy="338554"/>
          </a:xfrm>
          <a:prstGeom prst="rect">
            <a:avLst/>
          </a:prstGeom>
          <a:noFill/>
        </p:spPr>
        <p:txBody>
          <a:bodyPr wrap="square" rtlCol="0">
            <a:spAutoFit/>
          </a:bodyPr>
          <a:lstStyle/>
          <a:p>
            <a:pPr defTabSz="1828800" hangingPunct="1">
              <a:defRPr/>
            </a:pPr>
            <a:r>
              <a:rPr lang="fr-FR" sz="1600" b="1" dirty="0">
                <a:solidFill>
                  <a:schemeClr val="tx1"/>
                </a:solidFill>
              </a:rPr>
              <a:t>Accord DRH</a:t>
            </a:r>
          </a:p>
        </p:txBody>
      </p:sp>
      <p:sp>
        <p:nvSpPr>
          <p:cNvPr id="232" name="Organigramme : Bande perforée 231">
            <a:extLst>
              <a:ext uri="{FF2B5EF4-FFF2-40B4-BE49-F238E27FC236}">
                <a16:creationId xmlns:a16="http://schemas.microsoft.com/office/drawing/2014/main" id="{0246F645-0E7B-C79F-0AA0-BB345085C076}"/>
              </a:ext>
            </a:extLst>
          </p:cNvPr>
          <p:cNvSpPr/>
          <p:nvPr/>
        </p:nvSpPr>
        <p:spPr>
          <a:xfrm>
            <a:off x="20088021" y="5952126"/>
            <a:ext cx="2373338" cy="1324234"/>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dirty="0">
                <a:solidFill>
                  <a:srgbClr val="FFFFFF"/>
                </a:solidFill>
              </a:rPr>
              <a:t>Etat de sortie pour les salariés concernés détail du paiement</a:t>
            </a:r>
          </a:p>
        </p:txBody>
      </p:sp>
      <p:sp>
        <p:nvSpPr>
          <p:cNvPr id="4" name="Organigramme : Décision 3">
            <a:extLst>
              <a:ext uri="{FF2B5EF4-FFF2-40B4-BE49-F238E27FC236}">
                <a16:creationId xmlns:a16="http://schemas.microsoft.com/office/drawing/2014/main" id="{E1D91714-46D6-D440-0BB1-54444306061C}"/>
              </a:ext>
            </a:extLst>
          </p:cNvPr>
          <p:cNvSpPr/>
          <p:nvPr/>
        </p:nvSpPr>
        <p:spPr>
          <a:xfrm>
            <a:off x="4919202" y="4287618"/>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20" name="Connecteur droit avec flèche 19">
            <a:extLst>
              <a:ext uri="{FF2B5EF4-FFF2-40B4-BE49-F238E27FC236}">
                <a16:creationId xmlns:a16="http://schemas.microsoft.com/office/drawing/2014/main" id="{F8C99849-3DB7-6893-CF00-5C2CF51E5F77}"/>
              </a:ext>
            </a:extLst>
          </p:cNvPr>
          <p:cNvCxnSpPr>
            <a:cxnSpLocks/>
          </p:cNvCxnSpPr>
          <p:nvPr/>
        </p:nvCxnSpPr>
        <p:spPr>
          <a:xfrm flipH="1">
            <a:off x="5431672" y="3991498"/>
            <a:ext cx="812081" cy="2413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27" name="Connecteur droit avec flèche 226">
            <a:extLst>
              <a:ext uri="{FF2B5EF4-FFF2-40B4-BE49-F238E27FC236}">
                <a16:creationId xmlns:a16="http://schemas.microsoft.com/office/drawing/2014/main" id="{77CF23CC-52FD-4452-E252-ACA3ECADD771}"/>
              </a:ext>
            </a:extLst>
          </p:cNvPr>
          <p:cNvCxnSpPr>
            <a:cxnSpLocks/>
          </p:cNvCxnSpPr>
          <p:nvPr/>
        </p:nvCxnSpPr>
        <p:spPr>
          <a:xfrm flipH="1">
            <a:off x="2880175" y="4476115"/>
            <a:ext cx="1916901" cy="37427"/>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36" name="ZoneTexte 235">
            <a:extLst>
              <a:ext uri="{FF2B5EF4-FFF2-40B4-BE49-F238E27FC236}">
                <a16:creationId xmlns:a16="http://schemas.microsoft.com/office/drawing/2014/main" id="{86B3A85B-5693-954C-8AC8-0057B22A07D6}"/>
              </a:ext>
            </a:extLst>
          </p:cNvPr>
          <p:cNvSpPr txBox="1"/>
          <p:nvPr/>
        </p:nvSpPr>
        <p:spPr>
          <a:xfrm>
            <a:off x="5455025" y="4617313"/>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chemeClr val="accent3">
                    <a:lumMod val="75000"/>
                  </a:schemeClr>
                </a:solidFill>
                <a:latin typeface="Calibri"/>
              </a:rPr>
              <a:t>Oui</a:t>
            </a:r>
            <a:endParaRPr lang="fr-FR" sz="1800" kern="1200" dirty="0">
              <a:solidFill>
                <a:schemeClr val="accent3">
                  <a:lumMod val="75000"/>
                </a:schemeClr>
              </a:solidFill>
              <a:latin typeface="Calibri"/>
              <a:ea typeface="+mn-ea"/>
              <a:cs typeface="+mn-cs"/>
            </a:endParaRPr>
          </a:p>
        </p:txBody>
      </p:sp>
      <p:sp>
        <p:nvSpPr>
          <p:cNvPr id="237" name="ZoneTexte 236">
            <a:extLst>
              <a:ext uri="{FF2B5EF4-FFF2-40B4-BE49-F238E27FC236}">
                <a16:creationId xmlns:a16="http://schemas.microsoft.com/office/drawing/2014/main" id="{5F7A1C31-D6DA-6E40-679F-37F22E02DCCE}"/>
              </a:ext>
            </a:extLst>
          </p:cNvPr>
          <p:cNvSpPr txBox="1"/>
          <p:nvPr/>
        </p:nvSpPr>
        <p:spPr>
          <a:xfrm>
            <a:off x="3352416" y="4509066"/>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cxnSp>
        <p:nvCxnSpPr>
          <p:cNvPr id="246" name="Connecteur : en angle 245">
            <a:extLst>
              <a:ext uri="{FF2B5EF4-FFF2-40B4-BE49-F238E27FC236}">
                <a16:creationId xmlns:a16="http://schemas.microsoft.com/office/drawing/2014/main" id="{7B4982F6-412D-AA93-43F5-93D0109A2457}"/>
              </a:ext>
            </a:extLst>
          </p:cNvPr>
          <p:cNvCxnSpPr>
            <a:cxnSpLocks/>
            <a:stCxn id="4" idx="3"/>
          </p:cNvCxnSpPr>
          <p:nvPr/>
        </p:nvCxnSpPr>
        <p:spPr>
          <a:xfrm flipH="1">
            <a:off x="5390678" y="4468840"/>
            <a:ext cx="501110" cy="568810"/>
          </a:xfrm>
          <a:prstGeom prst="bentConnector4">
            <a:avLst>
              <a:gd name="adj1" fmla="val -45619"/>
              <a:gd name="adj2" fmla="val 65930"/>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32" name="Connecteur droit avec flèche 31">
            <a:extLst>
              <a:ext uri="{FF2B5EF4-FFF2-40B4-BE49-F238E27FC236}">
                <a16:creationId xmlns:a16="http://schemas.microsoft.com/office/drawing/2014/main" id="{EB6A96FB-8887-A76A-34DD-568FAEA31D9D}"/>
              </a:ext>
            </a:extLst>
          </p:cNvPr>
          <p:cNvCxnSpPr/>
          <p:nvPr/>
        </p:nvCxnSpPr>
        <p:spPr>
          <a:xfrm>
            <a:off x="4969345" y="5888143"/>
            <a:ext cx="0" cy="306378"/>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34" name="Bulle narrative : ronde 33">
            <a:extLst>
              <a:ext uri="{FF2B5EF4-FFF2-40B4-BE49-F238E27FC236}">
                <a16:creationId xmlns:a16="http://schemas.microsoft.com/office/drawing/2014/main" id="{6D395318-70AF-FF7C-77FF-CE46DFF9D07B}"/>
              </a:ext>
            </a:extLst>
          </p:cNvPr>
          <p:cNvSpPr/>
          <p:nvPr/>
        </p:nvSpPr>
        <p:spPr>
          <a:xfrm>
            <a:off x="6093406" y="5990376"/>
            <a:ext cx="1879444" cy="1053128"/>
          </a:xfrm>
          <a:prstGeom prst="wedgeEllipseCallout">
            <a:avLst/>
          </a:prstGeom>
          <a:solidFill>
            <a:srgbClr val="FFFFFF"/>
          </a:solidFill>
          <a:ln w="25400" cap="flat">
            <a:solidFill>
              <a:schemeClr val="accent1"/>
            </a:solid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1400" kern="1200" dirty="0">
                <a:solidFill>
                  <a:prstClr val="black"/>
                </a:solidFill>
                <a:latin typeface="Calibri"/>
              </a:rPr>
              <a:t>Popup </a:t>
            </a:r>
            <a:r>
              <a:rPr lang="fr-FR" sz="1400" kern="1200" dirty="0" err="1">
                <a:solidFill>
                  <a:prstClr val="black"/>
                </a:solidFill>
                <a:latin typeface="Calibri"/>
              </a:rPr>
              <a:t>valid</a:t>
            </a:r>
            <a:r>
              <a:rPr lang="fr-FR" sz="1400" kern="1200" dirty="0">
                <a:solidFill>
                  <a:prstClr val="black"/>
                </a:solidFill>
                <a:latin typeface="Calibri"/>
              </a:rPr>
              <a:t>. des règles de gestion par le manager</a:t>
            </a:r>
            <a:endParaRPr kumimoji="0" lang="fr-FR" sz="1400" b="0" i="0" u="none" strike="noStrike" cap="none" spc="0" normalizeH="0" baseline="0" dirty="0">
              <a:ln>
                <a:noFill/>
              </a:ln>
              <a:solidFill>
                <a:srgbClr val="5E5E5E"/>
              </a:solidFill>
              <a:effectLst/>
              <a:uFillTx/>
              <a:latin typeface="+mj-lt"/>
              <a:ea typeface="+mj-ea"/>
              <a:cs typeface="+mj-cs"/>
              <a:sym typeface="Helvetica Neue"/>
            </a:endParaRPr>
          </a:p>
        </p:txBody>
      </p:sp>
      <p:cxnSp>
        <p:nvCxnSpPr>
          <p:cNvPr id="37" name="Connecteur droit avec flèche 36">
            <a:extLst>
              <a:ext uri="{FF2B5EF4-FFF2-40B4-BE49-F238E27FC236}">
                <a16:creationId xmlns:a16="http://schemas.microsoft.com/office/drawing/2014/main" id="{DCF0BF77-DB6C-FBC9-2DA3-7626311F769A}"/>
              </a:ext>
            </a:extLst>
          </p:cNvPr>
          <p:cNvCxnSpPr>
            <a:cxnSpLocks/>
          </p:cNvCxnSpPr>
          <p:nvPr/>
        </p:nvCxnSpPr>
        <p:spPr>
          <a:xfrm>
            <a:off x="5934790" y="6825410"/>
            <a:ext cx="617809" cy="21573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4" name="Organigramme : Décision 43">
            <a:extLst>
              <a:ext uri="{FF2B5EF4-FFF2-40B4-BE49-F238E27FC236}">
                <a16:creationId xmlns:a16="http://schemas.microsoft.com/office/drawing/2014/main" id="{3150EB4F-55E4-602F-771C-55FB624A1CFB}"/>
              </a:ext>
            </a:extLst>
          </p:cNvPr>
          <p:cNvSpPr/>
          <p:nvPr/>
        </p:nvSpPr>
        <p:spPr>
          <a:xfrm>
            <a:off x="4435942" y="7400191"/>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53" name="Connecteur droit avec flèche 52">
            <a:extLst>
              <a:ext uri="{FF2B5EF4-FFF2-40B4-BE49-F238E27FC236}">
                <a16:creationId xmlns:a16="http://schemas.microsoft.com/office/drawing/2014/main" id="{7644C8EF-CF1B-E37D-FEF8-4E3152CC90E0}"/>
              </a:ext>
            </a:extLst>
          </p:cNvPr>
          <p:cNvCxnSpPr>
            <a:cxnSpLocks/>
            <a:endCxn id="44" idx="0"/>
          </p:cNvCxnSpPr>
          <p:nvPr/>
        </p:nvCxnSpPr>
        <p:spPr>
          <a:xfrm flipH="1">
            <a:off x="4922235" y="7129876"/>
            <a:ext cx="1639063" cy="27031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1" name="ZoneTexte 60">
            <a:extLst>
              <a:ext uri="{FF2B5EF4-FFF2-40B4-BE49-F238E27FC236}">
                <a16:creationId xmlns:a16="http://schemas.microsoft.com/office/drawing/2014/main" id="{F663338C-A235-895C-7593-03114F271E8B}"/>
              </a:ext>
            </a:extLst>
          </p:cNvPr>
          <p:cNvSpPr txBox="1"/>
          <p:nvPr/>
        </p:nvSpPr>
        <p:spPr>
          <a:xfrm>
            <a:off x="5100819" y="6972646"/>
            <a:ext cx="1879444" cy="584775"/>
          </a:xfrm>
          <a:prstGeom prst="rect">
            <a:avLst/>
          </a:prstGeom>
          <a:noFill/>
        </p:spPr>
        <p:txBody>
          <a:bodyPr wrap="square" rtlCol="0">
            <a:spAutoFit/>
          </a:bodyPr>
          <a:lstStyle/>
          <a:p>
            <a:pPr defTabSz="1828800" hangingPunct="1">
              <a:defRPr/>
            </a:pPr>
            <a:r>
              <a:rPr lang="fr-FR" sz="1600" b="1" dirty="0">
                <a:solidFill>
                  <a:schemeClr val="tx1"/>
                </a:solidFill>
              </a:rPr>
              <a:t>validation Manager OK</a:t>
            </a:r>
          </a:p>
        </p:txBody>
      </p:sp>
      <p:cxnSp>
        <p:nvCxnSpPr>
          <p:cNvPr id="259" name="Connecteur droit avec flèche 258">
            <a:extLst>
              <a:ext uri="{FF2B5EF4-FFF2-40B4-BE49-F238E27FC236}">
                <a16:creationId xmlns:a16="http://schemas.microsoft.com/office/drawing/2014/main" id="{D5AD8BE3-37CB-4A53-E5E2-28C314A2BD77}"/>
              </a:ext>
            </a:extLst>
          </p:cNvPr>
          <p:cNvCxnSpPr>
            <a:cxnSpLocks/>
          </p:cNvCxnSpPr>
          <p:nvPr/>
        </p:nvCxnSpPr>
        <p:spPr>
          <a:xfrm flipH="1" flipV="1">
            <a:off x="1859728" y="7358092"/>
            <a:ext cx="2641622" cy="20406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61" name="ZoneTexte 260">
            <a:extLst>
              <a:ext uri="{FF2B5EF4-FFF2-40B4-BE49-F238E27FC236}">
                <a16:creationId xmlns:a16="http://schemas.microsoft.com/office/drawing/2014/main" id="{CDCA0943-AC78-BC2F-760A-42911EAF055D}"/>
              </a:ext>
            </a:extLst>
          </p:cNvPr>
          <p:cNvSpPr txBox="1"/>
          <p:nvPr/>
        </p:nvSpPr>
        <p:spPr>
          <a:xfrm>
            <a:off x="2967132" y="7086783"/>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dirty="0">
                <a:solidFill>
                  <a:schemeClr val="accent5">
                    <a:lumMod val="75000"/>
                  </a:schemeClr>
                </a:solidFill>
                <a:latin typeface="Calibri"/>
                <a:ea typeface="+mn-ea"/>
                <a:cs typeface="+mn-cs"/>
              </a:rPr>
              <a:t>Non</a:t>
            </a:r>
          </a:p>
        </p:txBody>
      </p:sp>
      <p:cxnSp>
        <p:nvCxnSpPr>
          <p:cNvPr id="267" name="Connecteur droit avec flèche 266">
            <a:extLst>
              <a:ext uri="{FF2B5EF4-FFF2-40B4-BE49-F238E27FC236}">
                <a16:creationId xmlns:a16="http://schemas.microsoft.com/office/drawing/2014/main" id="{C8704EF5-7730-B08A-5F38-2035AEB47749}"/>
              </a:ext>
            </a:extLst>
          </p:cNvPr>
          <p:cNvCxnSpPr>
            <a:stCxn id="44" idx="3"/>
          </p:cNvCxnSpPr>
          <p:nvPr/>
        </p:nvCxnSpPr>
        <p:spPr>
          <a:xfrm>
            <a:off x="5408528" y="7581413"/>
            <a:ext cx="286610" cy="254532"/>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275" name="Connecteur droit avec flèche 274">
            <a:extLst>
              <a:ext uri="{FF2B5EF4-FFF2-40B4-BE49-F238E27FC236}">
                <a16:creationId xmlns:a16="http://schemas.microsoft.com/office/drawing/2014/main" id="{6DC3635C-775E-6BA4-6E96-CE9E4D8417D7}"/>
              </a:ext>
            </a:extLst>
          </p:cNvPr>
          <p:cNvCxnSpPr/>
          <p:nvPr/>
        </p:nvCxnSpPr>
        <p:spPr>
          <a:xfrm flipV="1">
            <a:off x="3700576" y="10317928"/>
            <a:ext cx="1851257" cy="1000553"/>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280" name="ZoneTexte 279">
            <a:extLst>
              <a:ext uri="{FF2B5EF4-FFF2-40B4-BE49-F238E27FC236}">
                <a16:creationId xmlns:a16="http://schemas.microsoft.com/office/drawing/2014/main" id="{8F8CC5EF-D33B-6F44-6877-799B64DC68E5}"/>
              </a:ext>
            </a:extLst>
          </p:cNvPr>
          <p:cNvSpPr txBox="1"/>
          <p:nvPr/>
        </p:nvSpPr>
        <p:spPr>
          <a:xfrm>
            <a:off x="5043985" y="10620848"/>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dirty="0">
                <a:solidFill>
                  <a:srgbClr val="00B050"/>
                </a:solidFill>
                <a:latin typeface="Calibri"/>
              </a:rPr>
              <a:t>Oui</a:t>
            </a:r>
            <a:endParaRPr lang="fr-FR" sz="1800" kern="1200" dirty="0">
              <a:solidFill>
                <a:srgbClr val="00B050"/>
              </a:solidFill>
              <a:latin typeface="Calibri"/>
              <a:ea typeface="+mn-ea"/>
              <a:cs typeface="+mn-cs"/>
            </a:endParaRPr>
          </a:p>
        </p:txBody>
      </p:sp>
      <p:sp>
        <p:nvSpPr>
          <p:cNvPr id="282" name="Parchemin : vertical 281">
            <a:extLst>
              <a:ext uri="{FF2B5EF4-FFF2-40B4-BE49-F238E27FC236}">
                <a16:creationId xmlns:a16="http://schemas.microsoft.com/office/drawing/2014/main" id="{8EE8802B-C168-75AB-87E4-FD5C25B1269D}"/>
              </a:ext>
            </a:extLst>
          </p:cNvPr>
          <p:cNvSpPr/>
          <p:nvPr/>
        </p:nvSpPr>
        <p:spPr>
          <a:xfrm>
            <a:off x="4135327" y="11099350"/>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cxnSp>
        <p:nvCxnSpPr>
          <p:cNvPr id="68" name="Connecteur : en angle 67">
            <a:extLst>
              <a:ext uri="{FF2B5EF4-FFF2-40B4-BE49-F238E27FC236}">
                <a16:creationId xmlns:a16="http://schemas.microsoft.com/office/drawing/2014/main" id="{FACBAB80-9C3E-F4C7-0358-059785D0B123}"/>
              </a:ext>
            </a:extLst>
          </p:cNvPr>
          <p:cNvCxnSpPr>
            <a:stCxn id="225" idx="1"/>
          </p:cNvCxnSpPr>
          <p:nvPr/>
        </p:nvCxnSpPr>
        <p:spPr>
          <a:xfrm rot="10800000">
            <a:off x="1878254" y="8028467"/>
            <a:ext cx="840459" cy="3290015"/>
          </a:xfrm>
          <a:prstGeom prst="bentConnector2">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76" name="Connecteur droit avec flèche 75">
            <a:extLst>
              <a:ext uri="{FF2B5EF4-FFF2-40B4-BE49-F238E27FC236}">
                <a16:creationId xmlns:a16="http://schemas.microsoft.com/office/drawing/2014/main" id="{483D3043-CF0B-1A23-E461-0845B92F3CFC}"/>
              </a:ext>
            </a:extLst>
          </p:cNvPr>
          <p:cNvCxnSpPr/>
          <p:nvPr/>
        </p:nvCxnSpPr>
        <p:spPr>
          <a:xfrm flipV="1">
            <a:off x="16238905" y="7086783"/>
            <a:ext cx="5368765" cy="447388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3618739995"/>
      </p:ext>
    </p:extLst>
  </p:cSld>
  <p:clrMapOvr>
    <a:masterClrMapping/>
  </p:clrMapOvr>
  <p:transition>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 name="Tableau 2">
            <a:extLst>
              <a:ext uri="{FF2B5EF4-FFF2-40B4-BE49-F238E27FC236}">
                <a16:creationId xmlns:a16="http://schemas.microsoft.com/office/drawing/2014/main" id="{8D3996C1-7D97-408A-94AE-1A97C27AEFAC}"/>
              </a:ext>
            </a:extLst>
          </p:cNvPr>
          <p:cNvGraphicFramePr>
            <a:graphicFrameLocks noGrp="1"/>
          </p:cNvGraphicFramePr>
          <p:nvPr>
            <p:extLst>
              <p:ext uri="{D42A27DB-BD31-4B8C-83A1-F6EECF244321}">
                <p14:modId xmlns:p14="http://schemas.microsoft.com/office/powerpoint/2010/main" val="2414878075"/>
              </p:ext>
            </p:extLst>
          </p:nvPr>
        </p:nvGraphicFramePr>
        <p:xfrm>
          <a:off x="203024" y="1268761"/>
          <a:ext cx="23434032" cy="12395042"/>
        </p:xfrm>
        <a:graphic>
          <a:graphicData uri="http://schemas.openxmlformats.org/drawingml/2006/table">
            <a:tbl>
              <a:tblPr firstRow="1" bandRow="1">
                <a:tableStyleId>{5940675A-B579-460E-94D1-54222C63F5DA}</a:tableStyleId>
              </a:tblPr>
              <a:tblGrid>
                <a:gridCol w="1698638">
                  <a:extLst>
                    <a:ext uri="{9D8B030D-6E8A-4147-A177-3AD203B41FA5}">
                      <a16:colId xmlns:a16="http://schemas.microsoft.com/office/drawing/2014/main" val="3175292577"/>
                    </a:ext>
                  </a:extLst>
                </a:gridCol>
                <a:gridCol w="5208810">
                  <a:extLst>
                    <a:ext uri="{9D8B030D-6E8A-4147-A177-3AD203B41FA5}">
                      <a16:colId xmlns:a16="http://schemas.microsoft.com/office/drawing/2014/main" val="2290661369"/>
                    </a:ext>
                  </a:extLst>
                </a:gridCol>
                <a:gridCol w="10338112">
                  <a:extLst>
                    <a:ext uri="{9D8B030D-6E8A-4147-A177-3AD203B41FA5}">
                      <a16:colId xmlns:a16="http://schemas.microsoft.com/office/drawing/2014/main" val="2445149046"/>
                    </a:ext>
                  </a:extLst>
                </a:gridCol>
                <a:gridCol w="6188472">
                  <a:extLst>
                    <a:ext uri="{9D8B030D-6E8A-4147-A177-3AD203B41FA5}">
                      <a16:colId xmlns:a16="http://schemas.microsoft.com/office/drawing/2014/main" val="3394108044"/>
                    </a:ext>
                  </a:extLst>
                </a:gridCol>
              </a:tblGrid>
              <a:tr h="755868">
                <a:tc>
                  <a:txBody>
                    <a:bodyPr/>
                    <a:lstStyle/>
                    <a:p>
                      <a:pPr marL="0" algn="ctr" defTabSz="914400" rtl="0" eaLnBrk="1" latinLnBrk="0" hangingPunct="1"/>
                      <a:r>
                        <a:rPr lang="fr-FR" sz="2400" b="1" kern="1200">
                          <a:solidFill>
                            <a:schemeClr val="bg1"/>
                          </a:solidFill>
                          <a:latin typeface="+mn-lt"/>
                          <a:ea typeface="+mn-ea"/>
                          <a:cs typeface="+mn-cs"/>
                        </a:rPr>
                        <a:t>Acteurs</a:t>
                      </a: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Création de la demande</a:t>
                      </a: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 date fin + 5 du dernier vendredi - calendaire   </a:t>
                      </a:r>
                    </a:p>
                  </a:txBody>
                  <a:tcPr marL="182880" marR="182880" marT="91440" marB="91440"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Avant la clôture de la paie</a:t>
                      </a:r>
                    </a:p>
                  </a:txBody>
                  <a:tcPr marL="182880" marR="182880" marT="91440" marB="91440"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9127642"/>
                  </a:ext>
                </a:extLst>
              </a:tr>
              <a:tr h="3177187">
                <a:tc>
                  <a:txBody>
                    <a:bodyPr/>
                    <a:lstStyle/>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0922311"/>
                  </a:ext>
                </a:extLst>
              </a:tr>
              <a:tr h="2984716">
                <a:tc>
                  <a:txBody>
                    <a:bodyPr/>
                    <a:lstStyle/>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8384408"/>
                  </a:ext>
                </a:extLst>
              </a:tr>
              <a:tr h="3138319">
                <a:tc>
                  <a:txBody>
                    <a:bodyPr/>
                    <a:lstStyle/>
                    <a:p>
                      <a:pPr algn="ctr"/>
                      <a:endParaRPr lang="fr-FR" sz="2200" b="1" spc="0"/>
                    </a:p>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2266090"/>
                  </a:ext>
                </a:extLst>
              </a:tr>
              <a:tr h="2338952">
                <a:tc>
                  <a:txBody>
                    <a:bodyPr/>
                    <a:lstStyle/>
                    <a:p>
                      <a:pPr algn="ctr"/>
                      <a:endParaRPr lang="fr-FR" sz="2200" b="1" spc="0"/>
                    </a:p>
                    <a:p>
                      <a:pPr algn="ctr"/>
                      <a:endParaRPr lang="fr-FR" sz="18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6335305"/>
                  </a:ext>
                </a:extLst>
              </a:tr>
            </a:tbl>
          </a:graphicData>
        </a:graphic>
      </p:graphicFrame>
      <p:grpSp>
        <p:nvGrpSpPr>
          <p:cNvPr id="139" name="Groupe 138">
            <a:extLst>
              <a:ext uri="{FF2B5EF4-FFF2-40B4-BE49-F238E27FC236}">
                <a16:creationId xmlns:a16="http://schemas.microsoft.com/office/drawing/2014/main" id="{DBB38C55-E0CE-4406-8EA4-EF7BEA5A1994}"/>
              </a:ext>
            </a:extLst>
          </p:cNvPr>
          <p:cNvGrpSpPr/>
          <p:nvPr/>
        </p:nvGrpSpPr>
        <p:grpSpPr>
          <a:xfrm>
            <a:off x="239717" y="8995888"/>
            <a:ext cx="1424542" cy="969332"/>
            <a:chOff x="-4599" y="2709954"/>
            <a:chExt cx="712271" cy="484666"/>
          </a:xfrm>
        </p:grpSpPr>
        <p:grpSp>
          <p:nvGrpSpPr>
            <p:cNvPr id="140" name="Groupe 139">
              <a:extLst>
                <a:ext uri="{FF2B5EF4-FFF2-40B4-BE49-F238E27FC236}">
                  <a16:creationId xmlns:a16="http://schemas.microsoft.com/office/drawing/2014/main" id="{AA4CC702-C9A3-46BA-A2CD-41C61D50BC17}"/>
                </a:ext>
              </a:extLst>
            </p:cNvPr>
            <p:cNvGrpSpPr/>
            <p:nvPr/>
          </p:nvGrpSpPr>
          <p:grpSpPr>
            <a:xfrm>
              <a:off x="225456" y="2709954"/>
              <a:ext cx="272783" cy="285000"/>
              <a:chOff x="234981" y="3192758"/>
              <a:chExt cx="272783" cy="285000"/>
            </a:xfrm>
          </p:grpSpPr>
          <p:sp>
            <p:nvSpPr>
              <p:cNvPr id="143" name="Forme libre : forme 142">
                <a:extLst>
                  <a:ext uri="{FF2B5EF4-FFF2-40B4-BE49-F238E27FC236}">
                    <a16:creationId xmlns:a16="http://schemas.microsoft.com/office/drawing/2014/main" id="{A1768CA8-CC28-48F2-A23C-8E3A787EB412}"/>
                  </a:ext>
                </a:extLst>
              </p:cNvPr>
              <p:cNvSpPr/>
              <p:nvPr/>
            </p:nvSpPr>
            <p:spPr>
              <a:xfrm>
                <a:off x="234981" y="3357758"/>
                <a:ext cx="272783" cy="120000"/>
              </a:xfrm>
              <a:custGeom>
                <a:avLst/>
                <a:gdLst>
                  <a:gd name="connsiteX0" fmla="*/ 259144 w 272783"/>
                  <a:gd name="connsiteY0" fmla="*/ 36000 h 120000"/>
                  <a:gd name="connsiteX1" fmla="*/ 192653 w 272783"/>
                  <a:gd name="connsiteY1" fmla="*/ 7500 h 120000"/>
                  <a:gd name="connsiteX2" fmla="*/ 136392 w 272783"/>
                  <a:gd name="connsiteY2" fmla="*/ 0 h 120000"/>
                  <a:gd name="connsiteX3" fmla="*/ 80130 w 272783"/>
                  <a:gd name="connsiteY3" fmla="*/ 7500 h 120000"/>
                  <a:gd name="connsiteX4" fmla="*/ 13639 w 272783"/>
                  <a:gd name="connsiteY4" fmla="*/ 36000 h 120000"/>
                  <a:gd name="connsiteX5" fmla="*/ 0 w 272783"/>
                  <a:gd name="connsiteY5" fmla="*/ 60000 h 120000"/>
                  <a:gd name="connsiteX6" fmla="*/ 0 w 272783"/>
                  <a:gd name="connsiteY6" fmla="*/ 120000 h 120000"/>
                  <a:gd name="connsiteX7" fmla="*/ 272783 w 272783"/>
                  <a:gd name="connsiteY7" fmla="*/ 120000 h 120000"/>
                  <a:gd name="connsiteX8" fmla="*/ 272783 w 272783"/>
                  <a:gd name="connsiteY8" fmla="*/ 60000 h 120000"/>
                  <a:gd name="connsiteX9" fmla="*/ 259144 w 272783"/>
                  <a:gd name="connsiteY9" fmla="*/ 36000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2783" h="120000">
                    <a:moveTo>
                      <a:pt x="259144" y="36000"/>
                    </a:moveTo>
                    <a:cubicBezTo>
                      <a:pt x="240390" y="22500"/>
                      <a:pt x="216522" y="13500"/>
                      <a:pt x="192653" y="7500"/>
                    </a:cubicBezTo>
                    <a:cubicBezTo>
                      <a:pt x="175604" y="3000"/>
                      <a:pt x="156850" y="0"/>
                      <a:pt x="136392" y="0"/>
                    </a:cubicBezTo>
                    <a:cubicBezTo>
                      <a:pt x="117638" y="0"/>
                      <a:pt x="98884" y="3000"/>
                      <a:pt x="80130" y="7500"/>
                    </a:cubicBezTo>
                    <a:cubicBezTo>
                      <a:pt x="56262" y="13500"/>
                      <a:pt x="32393" y="24000"/>
                      <a:pt x="13639" y="36000"/>
                    </a:cubicBezTo>
                    <a:cubicBezTo>
                      <a:pt x="5115" y="42000"/>
                      <a:pt x="0" y="51000"/>
                      <a:pt x="0" y="60000"/>
                    </a:cubicBezTo>
                    <a:lnTo>
                      <a:pt x="0" y="120000"/>
                    </a:lnTo>
                    <a:lnTo>
                      <a:pt x="272783" y="120000"/>
                    </a:lnTo>
                    <a:lnTo>
                      <a:pt x="272783" y="60000"/>
                    </a:lnTo>
                    <a:cubicBezTo>
                      <a:pt x="272783" y="51000"/>
                      <a:pt x="267669" y="42000"/>
                      <a:pt x="259144" y="36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4" name="Forme libre : forme 143">
                <a:extLst>
                  <a:ext uri="{FF2B5EF4-FFF2-40B4-BE49-F238E27FC236}">
                    <a16:creationId xmlns:a16="http://schemas.microsoft.com/office/drawing/2014/main" id="{685A5E2F-CA46-4EA7-94F2-A65339BCF83B}"/>
                  </a:ext>
                </a:extLst>
              </p:cNvPr>
              <p:cNvSpPr/>
              <p:nvPr/>
            </p:nvSpPr>
            <p:spPr>
              <a:xfrm>
                <a:off x="296358" y="3192758"/>
                <a:ext cx="190522" cy="142500"/>
              </a:xfrm>
              <a:custGeom>
                <a:avLst/>
                <a:gdLst>
                  <a:gd name="connsiteX0" fmla="*/ 8524 w 190522"/>
                  <a:gd name="connsiteY0" fmla="*/ 39000 h 142500"/>
                  <a:gd name="connsiteX1" fmla="*/ 14492 w 190522"/>
                  <a:gd name="connsiteY1" fmla="*/ 36750 h 142500"/>
                  <a:gd name="connsiteX2" fmla="*/ 14492 w 190522"/>
                  <a:gd name="connsiteY2" fmla="*/ 36750 h 142500"/>
                  <a:gd name="connsiteX3" fmla="*/ 75015 w 190522"/>
                  <a:gd name="connsiteY3" fmla="*/ 15000 h 142500"/>
                  <a:gd name="connsiteX4" fmla="*/ 160260 w 190522"/>
                  <a:gd name="connsiteY4" fmla="*/ 90000 h 142500"/>
                  <a:gd name="connsiteX5" fmla="*/ 160260 w 190522"/>
                  <a:gd name="connsiteY5" fmla="*/ 107250 h 142500"/>
                  <a:gd name="connsiteX6" fmla="*/ 111244 w 190522"/>
                  <a:gd name="connsiteY6" fmla="*/ 121500 h 142500"/>
                  <a:gd name="connsiteX7" fmla="*/ 104851 w 190522"/>
                  <a:gd name="connsiteY7" fmla="*/ 120000 h 142500"/>
                  <a:gd name="connsiteX8" fmla="*/ 92064 w 190522"/>
                  <a:gd name="connsiteY8" fmla="*/ 131250 h 142500"/>
                  <a:gd name="connsiteX9" fmla="*/ 104851 w 190522"/>
                  <a:gd name="connsiteY9" fmla="*/ 142500 h 142500"/>
                  <a:gd name="connsiteX10" fmla="*/ 116785 w 190522"/>
                  <a:gd name="connsiteY10" fmla="*/ 135750 h 142500"/>
                  <a:gd name="connsiteX11" fmla="*/ 184555 w 190522"/>
                  <a:gd name="connsiteY11" fmla="*/ 115875 h 142500"/>
                  <a:gd name="connsiteX12" fmla="*/ 190522 w 190522"/>
                  <a:gd name="connsiteY12" fmla="*/ 108750 h 142500"/>
                  <a:gd name="connsiteX13" fmla="*/ 190522 w 190522"/>
                  <a:gd name="connsiteY13" fmla="*/ 75000 h 142500"/>
                  <a:gd name="connsiteX14" fmla="*/ 181998 w 190522"/>
                  <a:gd name="connsiteY14" fmla="*/ 67500 h 142500"/>
                  <a:gd name="connsiteX15" fmla="*/ 174326 w 190522"/>
                  <a:gd name="connsiteY15" fmla="*/ 67500 h 142500"/>
                  <a:gd name="connsiteX16" fmla="*/ 75015 w 190522"/>
                  <a:gd name="connsiteY16" fmla="*/ 0 h 142500"/>
                  <a:gd name="connsiteX17" fmla="*/ 3410 w 190522"/>
                  <a:gd name="connsiteY17" fmla="*/ 25500 h 142500"/>
                  <a:gd name="connsiteX18" fmla="*/ 0 w 190522"/>
                  <a:gd name="connsiteY18" fmla="*/ 31500 h 142500"/>
                  <a:gd name="connsiteX19" fmla="*/ 8524 w 190522"/>
                  <a:gd name="connsiteY19" fmla="*/ 39000 h 14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0522" h="142500">
                    <a:moveTo>
                      <a:pt x="8524" y="39000"/>
                    </a:moveTo>
                    <a:cubicBezTo>
                      <a:pt x="11082" y="39000"/>
                      <a:pt x="13213" y="38250"/>
                      <a:pt x="14492" y="36750"/>
                    </a:cubicBezTo>
                    <a:lnTo>
                      <a:pt x="14492" y="36750"/>
                    </a:lnTo>
                    <a:cubicBezTo>
                      <a:pt x="30262" y="23250"/>
                      <a:pt x="51573" y="15000"/>
                      <a:pt x="75015" y="15000"/>
                    </a:cubicBezTo>
                    <a:cubicBezTo>
                      <a:pt x="121900" y="15000"/>
                      <a:pt x="160260" y="48750"/>
                      <a:pt x="160260" y="90000"/>
                    </a:cubicBezTo>
                    <a:lnTo>
                      <a:pt x="160260" y="107250"/>
                    </a:lnTo>
                    <a:lnTo>
                      <a:pt x="111244" y="121500"/>
                    </a:lnTo>
                    <a:cubicBezTo>
                      <a:pt x="109113" y="120750"/>
                      <a:pt x="106982" y="120000"/>
                      <a:pt x="104851" y="120000"/>
                    </a:cubicBezTo>
                    <a:cubicBezTo>
                      <a:pt x="97605" y="120000"/>
                      <a:pt x="92064" y="124875"/>
                      <a:pt x="92064" y="131250"/>
                    </a:cubicBezTo>
                    <a:cubicBezTo>
                      <a:pt x="92064" y="137625"/>
                      <a:pt x="97605" y="142500"/>
                      <a:pt x="104851" y="142500"/>
                    </a:cubicBezTo>
                    <a:cubicBezTo>
                      <a:pt x="109966" y="142500"/>
                      <a:pt x="114654" y="139875"/>
                      <a:pt x="116785" y="135750"/>
                    </a:cubicBezTo>
                    <a:lnTo>
                      <a:pt x="184555" y="115875"/>
                    </a:lnTo>
                    <a:cubicBezTo>
                      <a:pt x="187965" y="114750"/>
                      <a:pt x="190522" y="112125"/>
                      <a:pt x="190522" y="108750"/>
                    </a:cubicBezTo>
                    <a:lnTo>
                      <a:pt x="190522" y="75000"/>
                    </a:lnTo>
                    <a:cubicBezTo>
                      <a:pt x="190522" y="70875"/>
                      <a:pt x="186686" y="67500"/>
                      <a:pt x="181998" y="67500"/>
                    </a:cubicBezTo>
                    <a:lnTo>
                      <a:pt x="174326" y="67500"/>
                    </a:lnTo>
                    <a:cubicBezTo>
                      <a:pt x="162818" y="28875"/>
                      <a:pt x="122753" y="0"/>
                      <a:pt x="75015" y="0"/>
                    </a:cubicBezTo>
                    <a:cubicBezTo>
                      <a:pt x="47311" y="0"/>
                      <a:pt x="22164" y="9750"/>
                      <a:pt x="3410" y="25500"/>
                    </a:cubicBezTo>
                    <a:cubicBezTo>
                      <a:pt x="1279" y="27000"/>
                      <a:pt x="0" y="28875"/>
                      <a:pt x="0" y="31500"/>
                    </a:cubicBezTo>
                    <a:cubicBezTo>
                      <a:pt x="0" y="35625"/>
                      <a:pt x="3836" y="39000"/>
                      <a:pt x="8524" y="39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5" name="Forme libre : forme 144">
                <a:extLst>
                  <a:ext uri="{FF2B5EF4-FFF2-40B4-BE49-F238E27FC236}">
                    <a16:creationId xmlns:a16="http://schemas.microsoft.com/office/drawing/2014/main" id="{2E7419C2-A5DB-4E74-9D1C-E4FBD84E5649}"/>
                  </a:ext>
                </a:extLst>
              </p:cNvPr>
              <p:cNvSpPr/>
              <p:nvPr/>
            </p:nvSpPr>
            <p:spPr>
              <a:xfrm>
                <a:off x="303177" y="3222758"/>
                <a:ext cx="136391" cy="120000"/>
              </a:xfrm>
              <a:custGeom>
                <a:avLst/>
                <a:gdLst>
                  <a:gd name="connsiteX0" fmla="*/ 135965 w 136391"/>
                  <a:gd name="connsiteY0" fmla="*/ 66375 h 120000"/>
                  <a:gd name="connsiteX1" fmla="*/ 136392 w 136391"/>
                  <a:gd name="connsiteY1" fmla="*/ 60000 h 120000"/>
                  <a:gd name="connsiteX2" fmla="*/ 68196 w 136391"/>
                  <a:gd name="connsiteY2" fmla="*/ 0 h 120000"/>
                  <a:gd name="connsiteX3" fmla="*/ 0 w 136391"/>
                  <a:gd name="connsiteY3" fmla="*/ 60000 h 120000"/>
                  <a:gd name="connsiteX4" fmla="*/ 68196 w 136391"/>
                  <a:gd name="connsiteY4" fmla="*/ 120000 h 120000"/>
                  <a:gd name="connsiteX5" fmla="*/ 72458 w 136391"/>
                  <a:gd name="connsiteY5" fmla="*/ 119625 h 120000"/>
                  <a:gd name="connsiteX6" fmla="*/ 72458 w 136391"/>
                  <a:gd name="connsiteY6" fmla="*/ 101250 h 120000"/>
                  <a:gd name="connsiteX7" fmla="*/ 72458 w 136391"/>
                  <a:gd name="connsiteY7" fmla="*/ 101250 h 120000"/>
                  <a:gd name="connsiteX8" fmla="*/ 75015 w 136391"/>
                  <a:gd name="connsiteY8" fmla="*/ 91125 h 120000"/>
                  <a:gd name="connsiteX9" fmla="*/ 89933 w 136391"/>
                  <a:gd name="connsiteY9" fmla="*/ 79875 h 120000"/>
                  <a:gd name="connsiteX10" fmla="*/ 135965 w 136391"/>
                  <a:gd name="connsiteY10" fmla="*/ 66375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91" h="120000">
                    <a:moveTo>
                      <a:pt x="135965" y="66375"/>
                    </a:moveTo>
                    <a:cubicBezTo>
                      <a:pt x="136392" y="64125"/>
                      <a:pt x="136392" y="62250"/>
                      <a:pt x="136392" y="60000"/>
                    </a:cubicBezTo>
                    <a:cubicBezTo>
                      <a:pt x="136392" y="27000"/>
                      <a:pt x="105704" y="0"/>
                      <a:pt x="68196" y="0"/>
                    </a:cubicBezTo>
                    <a:cubicBezTo>
                      <a:pt x="30688" y="0"/>
                      <a:pt x="0" y="27000"/>
                      <a:pt x="0" y="60000"/>
                    </a:cubicBezTo>
                    <a:cubicBezTo>
                      <a:pt x="0" y="93000"/>
                      <a:pt x="30688" y="120000"/>
                      <a:pt x="68196" y="120000"/>
                    </a:cubicBezTo>
                    <a:cubicBezTo>
                      <a:pt x="69475" y="120000"/>
                      <a:pt x="71179" y="120000"/>
                      <a:pt x="72458" y="119625"/>
                    </a:cubicBezTo>
                    <a:lnTo>
                      <a:pt x="72458" y="101250"/>
                    </a:lnTo>
                    <a:lnTo>
                      <a:pt x="72458" y="101250"/>
                    </a:lnTo>
                    <a:cubicBezTo>
                      <a:pt x="72458" y="97875"/>
                      <a:pt x="73311" y="94500"/>
                      <a:pt x="75015" y="91125"/>
                    </a:cubicBezTo>
                    <a:cubicBezTo>
                      <a:pt x="77999" y="85875"/>
                      <a:pt x="83114" y="81750"/>
                      <a:pt x="89933" y="79875"/>
                    </a:cubicBezTo>
                    <a:lnTo>
                      <a:pt x="135965" y="66375"/>
                    </a:ln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42" name="ZoneTexte 141">
              <a:extLst>
                <a:ext uri="{FF2B5EF4-FFF2-40B4-BE49-F238E27FC236}">
                  <a16:creationId xmlns:a16="http://schemas.microsoft.com/office/drawing/2014/main" id="{AE5DA05F-0BCD-4625-8E75-D2A14BC4A8ED}"/>
                </a:ext>
              </a:extLst>
            </p:cNvPr>
            <p:cNvSpPr txBox="1"/>
            <p:nvPr/>
          </p:nvSpPr>
          <p:spPr>
            <a:xfrm>
              <a:off x="-4599" y="3009954"/>
              <a:ext cx="712271"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GAP</a:t>
              </a:r>
            </a:p>
          </p:txBody>
        </p:sp>
      </p:grpSp>
      <p:grpSp>
        <p:nvGrpSpPr>
          <p:cNvPr id="146" name="Groupe 145">
            <a:extLst>
              <a:ext uri="{FF2B5EF4-FFF2-40B4-BE49-F238E27FC236}">
                <a16:creationId xmlns:a16="http://schemas.microsoft.com/office/drawing/2014/main" id="{2FE058AB-1C19-4175-B1B8-4584C789CA4B}"/>
              </a:ext>
            </a:extLst>
          </p:cNvPr>
          <p:cNvGrpSpPr/>
          <p:nvPr/>
        </p:nvGrpSpPr>
        <p:grpSpPr>
          <a:xfrm>
            <a:off x="242625" y="5386099"/>
            <a:ext cx="1424542" cy="1035344"/>
            <a:chOff x="-109803" y="4909344"/>
            <a:chExt cx="712271" cy="517672"/>
          </a:xfrm>
        </p:grpSpPr>
        <p:grpSp>
          <p:nvGrpSpPr>
            <p:cNvPr id="148" name="Groupe 147">
              <a:extLst>
                <a:ext uri="{FF2B5EF4-FFF2-40B4-BE49-F238E27FC236}">
                  <a16:creationId xmlns:a16="http://schemas.microsoft.com/office/drawing/2014/main" id="{058B5A78-6928-419F-B8A5-A01BBA3128CC}"/>
                </a:ext>
              </a:extLst>
            </p:cNvPr>
            <p:cNvGrpSpPr/>
            <p:nvPr/>
          </p:nvGrpSpPr>
          <p:grpSpPr>
            <a:xfrm>
              <a:off x="137259" y="4909344"/>
              <a:ext cx="416112" cy="370002"/>
              <a:chOff x="137259" y="4401111"/>
              <a:chExt cx="416112" cy="370002"/>
            </a:xfrm>
          </p:grpSpPr>
          <p:sp>
            <p:nvSpPr>
              <p:cNvPr id="164" name="Forme libre : forme 163">
                <a:extLst>
                  <a:ext uri="{FF2B5EF4-FFF2-40B4-BE49-F238E27FC236}">
                    <a16:creationId xmlns:a16="http://schemas.microsoft.com/office/drawing/2014/main" id="{7F8D83DD-139D-4C2F-9583-E8D181F5C48F}"/>
                  </a:ext>
                </a:extLst>
              </p:cNvPr>
              <p:cNvSpPr/>
              <p:nvPr/>
            </p:nvSpPr>
            <p:spPr>
              <a:xfrm>
                <a:off x="137259" y="4690134"/>
                <a:ext cx="215559" cy="80979"/>
              </a:xfrm>
              <a:custGeom>
                <a:avLst/>
                <a:gdLst>
                  <a:gd name="connsiteX0" fmla="*/ 215551 w 215559"/>
                  <a:gd name="connsiteY0" fmla="*/ 80979 h 80979"/>
                  <a:gd name="connsiteX1" fmla="*/ 215551 w 215559"/>
                  <a:gd name="connsiteY1" fmla="*/ 40373 h 80979"/>
                  <a:gd name="connsiteX2" fmla="*/ 204727 w 215559"/>
                  <a:gd name="connsiteY2" fmla="*/ 24121 h 80979"/>
                  <a:gd name="connsiteX3" fmla="*/ 151974 w 215559"/>
                  <a:gd name="connsiteY3" fmla="*/ 5386 h 80979"/>
                  <a:gd name="connsiteX4" fmla="*/ 107620 w 215559"/>
                  <a:gd name="connsiteY4" fmla="*/ 0 h 80979"/>
                  <a:gd name="connsiteX5" fmla="*/ 63514 w 215559"/>
                  <a:gd name="connsiteY5" fmla="*/ 5152 h 80979"/>
                  <a:gd name="connsiteX6" fmla="*/ 10762 w 215559"/>
                  <a:gd name="connsiteY6" fmla="*/ 23887 h 80979"/>
                  <a:gd name="connsiteX7" fmla="*/ 0 w 215559"/>
                  <a:gd name="connsiteY7" fmla="*/ 40139 h 80979"/>
                  <a:gd name="connsiteX8" fmla="*/ 0 w 215559"/>
                  <a:gd name="connsiteY8" fmla="*/ 80979 h 80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559" h="80979">
                    <a:moveTo>
                      <a:pt x="215551" y="80979"/>
                    </a:moveTo>
                    <a:lnTo>
                      <a:pt x="215551" y="40373"/>
                    </a:lnTo>
                    <a:cubicBezTo>
                      <a:pt x="215771" y="33935"/>
                      <a:pt x="211711" y="27839"/>
                      <a:pt x="204727" y="24121"/>
                    </a:cubicBezTo>
                    <a:cubicBezTo>
                      <a:pt x="189183" y="15036"/>
                      <a:pt x="171172" y="8639"/>
                      <a:pt x="151974" y="5386"/>
                    </a:cubicBezTo>
                    <a:cubicBezTo>
                      <a:pt x="137568" y="2130"/>
                      <a:pt x="122655" y="319"/>
                      <a:pt x="107620" y="0"/>
                    </a:cubicBezTo>
                    <a:cubicBezTo>
                      <a:pt x="92651" y="-25"/>
                      <a:pt x="77769" y="1713"/>
                      <a:pt x="63514" y="5152"/>
                    </a:cubicBezTo>
                    <a:cubicBezTo>
                      <a:pt x="44589" y="8984"/>
                      <a:pt x="26725" y="15328"/>
                      <a:pt x="10762" y="23887"/>
                    </a:cubicBezTo>
                    <a:cubicBezTo>
                      <a:pt x="4019" y="27753"/>
                      <a:pt x="43" y="33757"/>
                      <a:pt x="0" y="40139"/>
                    </a:cubicBezTo>
                    <a:lnTo>
                      <a:pt x="0" y="80979"/>
                    </a:lnTo>
                    <a:close/>
                  </a:path>
                </a:pathLst>
              </a:custGeom>
              <a:solidFill>
                <a:srgbClr val="000000"/>
              </a:solidFill>
              <a:ln w="6152"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66" name="Forme libre : forme 165">
                <a:extLst>
                  <a:ext uri="{FF2B5EF4-FFF2-40B4-BE49-F238E27FC236}">
                    <a16:creationId xmlns:a16="http://schemas.microsoft.com/office/drawing/2014/main" id="{1945E102-1DF0-48B0-BE37-85B8023F05B6}"/>
                  </a:ext>
                </a:extLst>
              </p:cNvPr>
              <p:cNvSpPr/>
              <p:nvPr/>
            </p:nvSpPr>
            <p:spPr>
              <a:xfrm>
                <a:off x="190945" y="4597821"/>
                <a:ext cx="107868" cy="81213"/>
              </a:xfrm>
              <a:custGeom>
                <a:avLst/>
                <a:gdLst>
                  <a:gd name="connsiteX0" fmla="*/ 107869 w 107868"/>
                  <a:gd name="connsiteY0" fmla="*/ 40607 h 81213"/>
                  <a:gd name="connsiteX1" fmla="*/ 53934 w 107868"/>
                  <a:gd name="connsiteY1" fmla="*/ 81213 h 81213"/>
                  <a:gd name="connsiteX2" fmla="*/ 0 w 107868"/>
                  <a:gd name="connsiteY2" fmla="*/ 40607 h 81213"/>
                  <a:gd name="connsiteX3" fmla="*/ 53934 w 107868"/>
                  <a:gd name="connsiteY3" fmla="*/ 0 h 81213"/>
                  <a:gd name="connsiteX4" fmla="*/ 107869 w 107868"/>
                  <a:gd name="connsiteY4" fmla="*/ 40607 h 8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868" h="81213">
                    <a:moveTo>
                      <a:pt x="107869" y="40607"/>
                    </a:moveTo>
                    <a:cubicBezTo>
                      <a:pt x="107869" y="63033"/>
                      <a:pt x="83721" y="81213"/>
                      <a:pt x="53934" y="81213"/>
                    </a:cubicBezTo>
                    <a:cubicBezTo>
                      <a:pt x="24147" y="81213"/>
                      <a:pt x="0" y="63033"/>
                      <a:pt x="0" y="40607"/>
                    </a:cubicBezTo>
                    <a:cubicBezTo>
                      <a:pt x="0" y="18180"/>
                      <a:pt x="24147" y="0"/>
                      <a:pt x="53934" y="0"/>
                    </a:cubicBezTo>
                    <a:cubicBezTo>
                      <a:pt x="83721" y="0"/>
                      <a:pt x="107869" y="18180"/>
                      <a:pt x="107869" y="40607"/>
                    </a:cubicBezTo>
                    <a:close/>
                  </a:path>
                </a:pathLst>
              </a:custGeom>
              <a:solidFill>
                <a:srgbClr val="000000"/>
              </a:solidFill>
              <a:ln w="6152"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67" name="Forme libre : forme 166">
                <a:extLst>
                  <a:ext uri="{FF2B5EF4-FFF2-40B4-BE49-F238E27FC236}">
                    <a16:creationId xmlns:a16="http://schemas.microsoft.com/office/drawing/2014/main" id="{3BC0E878-75E7-4B53-AE8D-66F3EC849C05}"/>
                  </a:ext>
                </a:extLst>
              </p:cNvPr>
              <p:cNvSpPr/>
              <p:nvPr/>
            </p:nvSpPr>
            <p:spPr>
              <a:xfrm>
                <a:off x="267708" y="4401111"/>
                <a:ext cx="285663" cy="220549"/>
              </a:xfrm>
              <a:custGeom>
                <a:avLst/>
                <a:gdLst>
                  <a:gd name="connsiteX0" fmla="*/ 270668 w 285663"/>
                  <a:gd name="connsiteY0" fmla="*/ 0 h 220549"/>
                  <a:gd name="connsiteX1" fmla="*/ 14993 w 285663"/>
                  <a:gd name="connsiteY1" fmla="*/ 0 h 220549"/>
                  <a:gd name="connsiteX2" fmla="*/ 1 w 285663"/>
                  <a:gd name="connsiteY2" fmla="*/ 11428 h 220549"/>
                  <a:gd name="connsiteX3" fmla="*/ 1 w 285663"/>
                  <a:gd name="connsiteY3" fmla="*/ 161865 h 220549"/>
                  <a:gd name="connsiteX4" fmla="*/ 14805 w 285663"/>
                  <a:gd name="connsiteY4" fmla="*/ 173292 h 220549"/>
                  <a:gd name="connsiteX5" fmla="*/ 14869 w 285663"/>
                  <a:gd name="connsiteY5" fmla="*/ 173293 h 220549"/>
                  <a:gd name="connsiteX6" fmla="*/ 62147 w 285663"/>
                  <a:gd name="connsiteY6" fmla="*/ 173293 h 220549"/>
                  <a:gd name="connsiteX7" fmla="*/ 62147 w 285663"/>
                  <a:gd name="connsiteY7" fmla="*/ 220550 h 220549"/>
                  <a:gd name="connsiteX8" fmla="*/ 119192 w 285663"/>
                  <a:gd name="connsiteY8" fmla="*/ 173293 h 220549"/>
                  <a:gd name="connsiteX9" fmla="*/ 270357 w 285663"/>
                  <a:gd name="connsiteY9" fmla="*/ 173293 h 220549"/>
                  <a:gd name="connsiteX10" fmla="*/ 285350 w 285663"/>
                  <a:gd name="connsiteY10" fmla="*/ 161912 h 220549"/>
                  <a:gd name="connsiteX11" fmla="*/ 285349 w 285663"/>
                  <a:gd name="connsiteY11" fmla="*/ 161865 h 220549"/>
                  <a:gd name="connsiteX12" fmla="*/ 285660 w 285663"/>
                  <a:gd name="connsiteY12" fmla="*/ 11568 h 220549"/>
                  <a:gd name="connsiteX13" fmla="*/ 270920 w 285663"/>
                  <a:gd name="connsiteY13" fmla="*/ 2 h 220549"/>
                  <a:gd name="connsiteX14" fmla="*/ 270668 w 285663"/>
                  <a:gd name="connsiteY14" fmla="*/ 0 h 220549"/>
                  <a:gd name="connsiteX15" fmla="*/ 183577 w 285663"/>
                  <a:gd name="connsiteY15" fmla="*/ 43979 h 220549"/>
                  <a:gd name="connsiteX16" fmla="*/ 193219 w 285663"/>
                  <a:gd name="connsiteY16" fmla="*/ 36719 h 220549"/>
                  <a:gd name="connsiteX17" fmla="*/ 198728 w 285663"/>
                  <a:gd name="connsiteY17" fmla="*/ 37177 h 220549"/>
                  <a:gd name="connsiteX18" fmla="*/ 198756 w 285663"/>
                  <a:gd name="connsiteY18" fmla="*/ 40841 h 220549"/>
                  <a:gd name="connsiteX19" fmla="*/ 189114 w 285663"/>
                  <a:gd name="connsiteY19" fmla="*/ 48100 h 220549"/>
                  <a:gd name="connsiteX20" fmla="*/ 186376 w 285663"/>
                  <a:gd name="connsiteY20" fmla="*/ 48943 h 220549"/>
                  <a:gd name="connsiteX21" fmla="*/ 183577 w 285663"/>
                  <a:gd name="connsiteY21" fmla="*/ 48100 h 220549"/>
                  <a:gd name="connsiteX22" fmla="*/ 183764 w 285663"/>
                  <a:gd name="connsiteY22" fmla="*/ 44166 h 220549"/>
                  <a:gd name="connsiteX23" fmla="*/ 138974 w 285663"/>
                  <a:gd name="connsiteY23" fmla="*/ 21498 h 220549"/>
                  <a:gd name="connsiteX24" fmla="*/ 142369 w 285663"/>
                  <a:gd name="connsiteY24" fmla="*/ 18199 h 220549"/>
                  <a:gd name="connsiteX25" fmla="*/ 146750 w 285663"/>
                  <a:gd name="connsiteY25" fmla="*/ 20756 h 220549"/>
                  <a:gd name="connsiteX26" fmla="*/ 146750 w 285663"/>
                  <a:gd name="connsiteY26" fmla="*/ 21498 h 220549"/>
                  <a:gd name="connsiteX27" fmla="*/ 146750 w 285663"/>
                  <a:gd name="connsiteY27" fmla="*/ 31708 h 220549"/>
                  <a:gd name="connsiteX28" fmla="*/ 143355 w 285663"/>
                  <a:gd name="connsiteY28" fmla="*/ 35006 h 220549"/>
                  <a:gd name="connsiteX29" fmla="*/ 138974 w 285663"/>
                  <a:gd name="connsiteY29" fmla="*/ 32450 h 220549"/>
                  <a:gd name="connsiteX30" fmla="*/ 138974 w 285663"/>
                  <a:gd name="connsiteY30" fmla="*/ 31708 h 220549"/>
                  <a:gd name="connsiteX31" fmla="*/ 87092 w 285663"/>
                  <a:gd name="connsiteY31" fmla="*/ 36157 h 220549"/>
                  <a:gd name="connsiteX32" fmla="*/ 92458 w 285663"/>
                  <a:gd name="connsiteY32" fmla="*/ 36075 h 220549"/>
                  <a:gd name="connsiteX33" fmla="*/ 92567 w 285663"/>
                  <a:gd name="connsiteY33" fmla="*/ 36157 h 220549"/>
                  <a:gd name="connsiteX34" fmla="*/ 102209 w 285663"/>
                  <a:gd name="connsiteY34" fmla="*/ 43417 h 220549"/>
                  <a:gd name="connsiteX35" fmla="*/ 102209 w 285663"/>
                  <a:gd name="connsiteY35" fmla="*/ 47538 h 220549"/>
                  <a:gd name="connsiteX36" fmla="*/ 99472 w 285663"/>
                  <a:gd name="connsiteY36" fmla="*/ 48381 h 220549"/>
                  <a:gd name="connsiteX37" fmla="*/ 96672 w 285663"/>
                  <a:gd name="connsiteY37" fmla="*/ 47538 h 220549"/>
                  <a:gd name="connsiteX38" fmla="*/ 87092 w 285663"/>
                  <a:gd name="connsiteY38" fmla="*/ 40279 h 220549"/>
                  <a:gd name="connsiteX39" fmla="*/ 87279 w 285663"/>
                  <a:gd name="connsiteY39" fmla="*/ 36345 h 220549"/>
                  <a:gd name="connsiteX40" fmla="*/ 82365 w 285663"/>
                  <a:gd name="connsiteY40" fmla="*/ 79621 h 220549"/>
                  <a:gd name="connsiteX41" fmla="*/ 68990 w 285663"/>
                  <a:gd name="connsiteY41" fmla="*/ 79621 h 220549"/>
                  <a:gd name="connsiteX42" fmla="*/ 65595 w 285663"/>
                  <a:gd name="connsiteY42" fmla="*/ 76323 h 220549"/>
                  <a:gd name="connsiteX43" fmla="*/ 68990 w 285663"/>
                  <a:gd name="connsiteY43" fmla="*/ 73766 h 220549"/>
                  <a:gd name="connsiteX44" fmla="*/ 82365 w 285663"/>
                  <a:gd name="connsiteY44" fmla="*/ 73766 h 220549"/>
                  <a:gd name="connsiteX45" fmla="*/ 86745 w 285663"/>
                  <a:gd name="connsiteY45" fmla="*/ 76323 h 220549"/>
                  <a:gd name="connsiteX46" fmla="*/ 83350 w 285663"/>
                  <a:gd name="connsiteY46" fmla="*/ 79621 h 220549"/>
                  <a:gd name="connsiteX47" fmla="*/ 82365 w 285663"/>
                  <a:gd name="connsiteY47" fmla="*/ 79621 h 220549"/>
                  <a:gd name="connsiteX48" fmla="*/ 102147 w 285663"/>
                  <a:gd name="connsiteY48" fmla="*/ 109596 h 220549"/>
                  <a:gd name="connsiteX49" fmla="*/ 92505 w 285663"/>
                  <a:gd name="connsiteY49" fmla="*/ 116855 h 220549"/>
                  <a:gd name="connsiteX50" fmla="*/ 87003 w 285663"/>
                  <a:gd name="connsiteY50" fmla="*/ 116351 h 220549"/>
                  <a:gd name="connsiteX51" fmla="*/ 87030 w 285663"/>
                  <a:gd name="connsiteY51" fmla="*/ 112687 h 220549"/>
                  <a:gd name="connsiteX52" fmla="*/ 96610 w 285663"/>
                  <a:gd name="connsiteY52" fmla="*/ 105474 h 220549"/>
                  <a:gd name="connsiteX53" fmla="*/ 102119 w 285663"/>
                  <a:gd name="connsiteY53" fmla="*/ 105932 h 220549"/>
                  <a:gd name="connsiteX54" fmla="*/ 102147 w 285663"/>
                  <a:gd name="connsiteY54" fmla="*/ 109596 h 220549"/>
                  <a:gd name="connsiteX55" fmla="*/ 142706 w 285663"/>
                  <a:gd name="connsiteY55" fmla="*/ 142849 h 220549"/>
                  <a:gd name="connsiteX56" fmla="*/ 130265 w 285663"/>
                  <a:gd name="connsiteY56" fmla="*/ 134372 h 220549"/>
                  <a:gd name="connsiteX57" fmla="*/ 154588 w 285663"/>
                  <a:gd name="connsiteY57" fmla="*/ 134372 h 220549"/>
                  <a:gd name="connsiteX58" fmla="*/ 142706 w 285663"/>
                  <a:gd name="connsiteY58" fmla="*/ 142849 h 220549"/>
                  <a:gd name="connsiteX59" fmla="*/ 157885 w 285663"/>
                  <a:gd name="connsiteY59" fmla="*/ 128518 h 220549"/>
                  <a:gd name="connsiteX60" fmla="*/ 127465 w 285663"/>
                  <a:gd name="connsiteY60" fmla="*/ 128518 h 220549"/>
                  <a:gd name="connsiteX61" fmla="*/ 121867 w 285663"/>
                  <a:gd name="connsiteY61" fmla="*/ 124302 h 220549"/>
                  <a:gd name="connsiteX62" fmla="*/ 127465 w 285663"/>
                  <a:gd name="connsiteY62" fmla="*/ 120087 h 220549"/>
                  <a:gd name="connsiteX63" fmla="*/ 157885 w 285663"/>
                  <a:gd name="connsiteY63" fmla="*/ 120087 h 220549"/>
                  <a:gd name="connsiteX64" fmla="*/ 163484 w 285663"/>
                  <a:gd name="connsiteY64" fmla="*/ 124302 h 220549"/>
                  <a:gd name="connsiteX65" fmla="*/ 157885 w 285663"/>
                  <a:gd name="connsiteY65" fmla="*/ 128518 h 220549"/>
                  <a:gd name="connsiteX66" fmla="*/ 165288 w 285663"/>
                  <a:gd name="connsiteY66" fmla="*/ 113952 h 220549"/>
                  <a:gd name="connsiteX67" fmla="*/ 164728 w 285663"/>
                  <a:gd name="connsiteY67" fmla="*/ 114233 h 220549"/>
                  <a:gd name="connsiteX68" fmla="*/ 120623 w 285663"/>
                  <a:gd name="connsiteY68" fmla="*/ 114233 h 220549"/>
                  <a:gd name="connsiteX69" fmla="*/ 120063 w 285663"/>
                  <a:gd name="connsiteY69" fmla="*/ 114233 h 220549"/>
                  <a:gd name="connsiteX70" fmla="*/ 108243 w 285663"/>
                  <a:gd name="connsiteY70" fmla="*/ 99760 h 220549"/>
                  <a:gd name="connsiteX71" fmla="*/ 100405 w 285663"/>
                  <a:gd name="connsiteY71" fmla="*/ 90065 h 220549"/>
                  <a:gd name="connsiteX72" fmla="*/ 97170 w 285663"/>
                  <a:gd name="connsiteY72" fmla="*/ 78263 h 220549"/>
                  <a:gd name="connsiteX73" fmla="*/ 97170 w 285663"/>
                  <a:gd name="connsiteY73" fmla="*/ 76811 h 220549"/>
                  <a:gd name="connsiteX74" fmla="*/ 144358 w 285663"/>
                  <a:gd name="connsiteY74" fmla="*/ 43817 h 220549"/>
                  <a:gd name="connsiteX75" fmla="*/ 188180 w 285663"/>
                  <a:gd name="connsiteY75" fmla="*/ 76811 h 220549"/>
                  <a:gd name="connsiteX76" fmla="*/ 188180 w 285663"/>
                  <a:gd name="connsiteY76" fmla="*/ 78029 h 220549"/>
                  <a:gd name="connsiteX77" fmla="*/ 185008 w 285663"/>
                  <a:gd name="connsiteY77" fmla="*/ 89878 h 220549"/>
                  <a:gd name="connsiteX78" fmla="*/ 177170 w 285663"/>
                  <a:gd name="connsiteY78" fmla="*/ 99573 h 220549"/>
                  <a:gd name="connsiteX79" fmla="*/ 165288 w 285663"/>
                  <a:gd name="connsiteY79" fmla="*/ 113952 h 220549"/>
                  <a:gd name="connsiteX80" fmla="*/ 198942 w 285663"/>
                  <a:gd name="connsiteY80" fmla="*/ 116200 h 220549"/>
                  <a:gd name="connsiteX81" fmla="*/ 196205 w 285663"/>
                  <a:gd name="connsiteY81" fmla="*/ 117043 h 220549"/>
                  <a:gd name="connsiteX82" fmla="*/ 193406 w 285663"/>
                  <a:gd name="connsiteY82" fmla="*/ 116200 h 220549"/>
                  <a:gd name="connsiteX83" fmla="*/ 183764 w 285663"/>
                  <a:gd name="connsiteY83" fmla="*/ 108940 h 220549"/>
                  <a:gd name="connsiteX84" fmla="*/ 184434 w 285663"/>
                  <a:gd name="connsiteY84" fmla="*/ 104798 h 220549"/>
                  <a:gd name="connsiteX85" fmla="*/ 189300 w 285663"/>
                  <a:gd name="connsiteY85" fmla="*/ 104819 h 220549"/>
                  <a:gd name="connsiteX86" fmla="*/ 198942 w 285663"/>
                  <a:gd name="connsiteY86" fmla="*/ 112031 h 220549"/>
                  <a:gd name="connsiteX87" fmla="*/ 198942 w 285663"/>
                  <a:gd name="connsiteY87" fmla="*/ 116200 h 220549"/>
                  <a:gd name="connsiteX88" fmla="*/ 216361 w 285663"/>
                  <a:gd name="connsiteY88" fmla="*/ 79621 h 220549"/>
                  <a:gd name="connsiteX89" fmla="*/ 202799 w 285663"/>
                  <a:gd name="connsiteY89" fmla="*/ 79621 h 220549"/>
                  <a:gd name="connsiteX90" fmla="*/ 198419 w 285663"/>
                  <a:gd name="connsiteY90" fmla="*/ 77065 h 220549"/>
                  <a:gd name="connsiteX91" fmla="*/ 201814 w 285663"/>
                  <a:gd name="connsiteY91" fmla="*/ 73766 h 220549"/>
                  <a:gd name="connsiteX92" fmla="*/ 202799 w 285663"/>
                  <a:gd name="connsiteY92" fmla="*/ 73766 h 220549"/>
                  <a:gd name="connsiteX93" fmla="*/ 216361 w 285663"/>
                  <a:gd name="connsiteY93" fmla="*/ 73766 h 220549"/>
                  <a:gd name="connsiteX94" fmla="*/ 220741 w 285663"/>
                  <a:gd name="connsiteY94" fmla="*/ 76323 h 220549"/>
                  <a:gd name="connsiteX95" fmla="*/ 217346 w 285663"/>
                  <a:gd name="connsiteY95" fmla="*/ 79621 h 220549"/>
                  <a:gd name="connsiteX96" fmla="*/ 216361 w 285663"/>
                  <a:gd name="connsiteY96" fmla="*/ 79621 h 2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285663" h="220549">
                    <a:moveTo>
                      <a:pt x="270668" y="0"/>
                    </a:moveTo>
                    <a:lnTo>
                      <a:pt x="14993" y="0"/>
                    </a:lnTo>
                    <a:cubicBezTo>
                      <a:pt x="6669" y="52"/>
                      <a:pt x="-34" y="5160"/>
                      <a:pt x="1" y="11428"/>
                    </a:cubicBezTo>
                    <a:lnTo>
                      <a:pt x="1" y="161865"/>
                    </a:lnTo>
                    <a:cubicBezTo>
                      <a:pt x="-102" y="168098"/>
                      <a:pt x="6526" y="173214"/>
                      <a:pt x="14805" y="173292"/>
                    </a:cubicBezTo>
                    <a:cubicBezTo>
                      <a:pt x="14827" y="173292"/>
                      <a:pt x="14848" y="173293"/>
                      <a:pt x="14869" y="173293"/>
                    </a:cubicBezTo>
                    <a:lnTo>
                      <a:pt x="62147" y="173293"/>
                    </a:lnTo>
                    <a:lnTo>
                      <a:pt x="62147" y="220550"/>
                    </a:lnTo>
                    <a:lnTo>
                      <a:pt x="119192" y="173293"/>
                    </a:lnTo>
                    <a:lnTo>
                      <a:pt x="270357" y="173293"/>
                    </a:lnTo>
                    <a:cubicBezTo>
                      <a:pt x="278671" y="173267"/>
                      <a:pt x="285384" y="168172"/>
                      <a:pt x="285350" y="161912"/>
                    </a:cubicBezTo>
                    <a:cubicBezTo>
                      <a:pt x="285350" y="161896"/>
                      <a:pt x="285349" y="161881"/>
                      <a:pt x="285349" y="161865"/>
                    </a:cubicBezTo>
                    <a:lnTo>
                      <a:pt x="285660" y="11568"/>
                    </a:lnTo>
                    <a:cubicBezTo>
                      <a:pt x="285832" y="5310"/>
                      <a:pt x="279233" y="132"/>
                      <a:pt x="270920" y="2"/>
                    </a:cubicBezTo>
                    <a:cubicBezTo>
                      <a:pt x="270836" y="1"/>
                      <a:pt x="270752" y="0"/>
                      <a:pt x="270668" y="0"/>
                    </a:cubicBezTo>
                    <a:close/>
                    <a:moveTo>
                      <a:pt x="183577" y="43979"/>
                    </a:moveTo>
                    <a:lnTo>
                      <a:pt x="193219" y="36719"/>
                    </a:lnTo>
                    <a:cubicBezTo>
                      <a:pt x="194908" y="35700"/>
                      <a:pt x="197375" y="35905"/>
                      <a:pt x="198728" y="37177"/>
                    </a:cubicBezTo>
                    <a:cubicBezTo>
                      <a:pt x="199866" y="38246"/>
                      <a:pt x="199877" y="39763"/>
                      <a:pt x="198756" y="40841"/>
                    </a:cubicBezTo>
                    <a:lnTo>
                      <a:pt x="189114" y="48100"/>
                    </a:lnTo>
                    <a:cubicBezTo>
                      <a:pt x="188386" y="48644"/>
                      <a:pt x="187402" y="48947"/>
                      <a:pt x="186376" y="48943"/>
                    </a:cubicBezTo>
                    <a:cubicBezTo>
                      <a:pt x="185335" y="48940"/>
                      <a:pt x="184334" y="48639"/>
                      <a:pt x="183577" y="48100"/>
                    </a:cubicBezTo>
                    <a:cubicBezTo>
                      <a:pt x="182299" y="46945"/>
                      <a:pt x="182379" y="45250"/>
                      <a:pt x="183764" y="44166"/>
                    </a:cubicBezTo>
                    <a:close/>
                    <a:moveTo>
                      <a:pt x="138974" y="21498"/>
                    </a:moveTo>
                    <a:cubicBezTo>
                      <a:pt x="138701" y="19881"/>
                      <a:pt x="140222" y="18404"/>
                      <a:pt x="142369" y="18199"/>
                    </a:cubicBezTo>
                    <a:cubicBezTo>
                      <a:pt x="144517" y="17994"/>
                      <a:pt x="146477" y="19139"/>
                      <a:pt x="146750" y="20756"/>
                    </a:cubicBezTo>
                    <a:cubicBezTo>
                      <a:pt x="146792" y="21002"/>
                      <a:pt x="146792" y="21251"/>
                      <a:pt x="146750" y="21498"/>
                    </a:cubicBezTo>
                    <a:lnTo>
                      <a:pt x="146750" y="31708"/>
                    </a:lnTo>
                    <a:cubicBezTo>
                      <a:pt x="147022" y="33325"/>
                      <a:pt x="145502" y="34801"/>
                      <a:pt x="143355" y="35006"/>
                    </a:cubicBezTo>
                    <a:cubicBezTo>
                      <a:pt x="141207" y="35211"/>
                      <a:pt x="139246" y="34067"/>
                      <a:pt x="138974" y="32450"/>
                    </a:cubicBezTo>
                    <a:cubicBezTo>
                      <a:pt x="138932" y="32203"/>
                      <a:pt x="138932" y="31954"/>
                      <a:pt x="138974" y="31708"/>
                    </a:cubicBezTo>
                    <a:close/>
                    <a:moveTo>
                      <a:pt x="87092" y="36157"/>
                    </a:moveTo>
                    <a:cubicBezTo>
                      <a:pt x="88544" y="35019"/>
                      <a:pt x="90946" y="34983"/>
                      <a:pt x="92458" y="36075"/>
                    </a:cubicBezTo>
                    <a:cubicBezTo>
                      <a:pt x="92495" y="36102"/>
                      <a:pt x="92531" y="36129"/>
                      <a:pt x="92567" y="36157"/>
                    </a:cubicBezTo>
                    <a:lnTo>
                      <a:pt x="102209" y="43417"/>
                    </a:lnTo>
                    <a:cubicBezTo>
                      <a:pt x="103695" y="44563"/>
                      <a:pt x="103695" y="46392"/>
                      <a:pt x="102209" y="47538"/>
                    </a:cubicBezTo>
                    <a:cubicBezTo>
                      <a:pt x="101482" y="48082"/>
                      <a:pt x="100497" y="48385"/>
                      <a:pt x="99472" y="48381"/>
                    </a:cubicBezTo>
                    <a:cubicBezTo>
                      <a:pt x="98430" y="48378"/>
                      <a:pt x="97430" y="48077"/>
                      <a:pt x="96672" y="47538"/>
                    </a:cubicBezTo>
                    <a:lnTo>
                      <a:pt x="87092" y="40279"/>
                    </a:lnTo>
                    <a:cubicBezTo>
                      <a:pt x="85753" y="39139"/>
                      <a:pt x="85835" y="37409"/>
                      <a:pt x="87279" y="36345"/>
                    </a:cubicBezTo>
                    <a:close/>
                    <a:moveTo>
                      <a:pt x="82365" y="79621"/>
                    </a:moveTo>
                    <a:lnTo>
                      <a:pt x="68990" y="79621"/>
                    </a:lnTo>
                    <a:cubicBezTo>
                      <a:pt x="66842" y="79416"/>
                      <a:pt x="65323" y="77940"/>
                      <a:pt x="65595" y="76323"/>
                    </a:cubicBezTo>
                    <a:cubicBezTo>
                      <a:pt x="65820" y="74987"/>
                      <a:pt x="67216" y="73936"/>
                      <a:pt x="68990" y="73766"/>
                    </a:cubicBezTo>
                    <a:lnTo>
                      <a:pt x="82365" y="73766"/>
                    </a:lnTo>
                    <a:cubicBezTo>
                      <a:pt x="84512" y="73562"/>
                      <a:pt x="86473" y="74706"/>
                      <a:pt x="86745" y="76323"/>
                    </a:cubicBezTo>
                    <a:cubicBezTo>
                      <a:pt x="87018" y="77940"/>
                      <a:pt x="85497" y="79416"/>
                      <a:pt x="83350" y="79621"/>
                    </a:cubicBezTo>
                    <a:cubicBezTo>
                      <a:pt x="83023" y="79652"/>
                      <a:pt x="82692" y="79652"/>
                      <a:pt x="82365" y="79621"/>
                    </a:cubicBezTo>
                    <a:close/>
                    <a:moveTo>
                      <a:pt x="102147" y="109596"/>
                    </a:moveTo>
                    <a:lnTo>
                      <a:pt x="92505" y="116855"/>
                    </a:lnTo>
                    <a:cubicBezTo>
                      <a:pt x="90800" y="117860"/>
                      <a:pt x="88337" y="117634"/>
                      <a:pt x="87003" y="116351"/>
                    </a:cubicBezTo>
                    <a:cubicBezTo>
                      <a:pt x="85882" y="115273"/>
                      <a:pt x="85893" y="113756"/>
                      <a:pt x="87030" y="112687"/>
                    </a:cubicBezTo>
                    <a:lnTo>
                      <a:pt x="96610" y="105474"/>
                    </a:lnTo>
                    <a:cubicBezTo>
                      <a:pt x="98299" y="104455"/>
                      <a:pt x="100766" y="104660"/>
                      <a:pt x="102119" y="105932"/>
                    </a:cubicBezTo>
                    <a:cubicBezTo>
                      <a:pt x="103257" y="107001"/>
                      <a:pt x="103268" y="108518"/>
                      <a:pt x="102147" y="109596"/>
                    </a:cubicBezTo>
                    <a:close/>
                    <a:moveTo>
                      <a:pt x="142706" y="142849"/>
                    </a:moveTo>
                    <a:cubicBezTo>
                      <a:pt x="136272" y="142871"/>
                      <a:pt x="130876" y="139195"/>
                      <a:pt x="130265" y="134372"/>
                    </a:cubicBezTo>
                    <a:lnTo>
                      <a:pt x="154588" y="134372"/>
                    </a:lnTo>
                    <a:cubicBezTo>
                      <a:pt x="154002" y="139038"/>
                      <a:pt x="148926" y="142659"/>
                      <a:pt x="142706" y="142849"/>
                    </a:cubicBezTo>
                    <a:close/>
                    <a:moveTo>
                      <a:pt x="157885" y="128518"/>
                    </a:moveTo>
                    <a:lnTo>
                      <a:pt x="127465" y="128518"/>
                    </a:lnTo>
                    <a:cubicBezTo>
                      <a:pt x="124373" y="128518"/>
                      <a:pt x="121867" y="126631"/>
                      <a:pt x="121867" y="124302"/>
                    </a:cubicBezTo>
                    <a:cubicBezTo>
                      <a:pt x="121867" y="121974"/>
                      <a:pt x="124373" y="120087"/>
                      <a:pt x="127465" y="120087"/>
                    </a:cubicBezTo>
                    <a:lnTo>
                      <a:pt x="157885" y="120087"/>
                    </a:lnTo>
                    <a:cubicBezTo>
                      <a:pt x="160978" y="120087"/>
                      <a:pt x="163484" y="121974"/>
                      <a:pt x="163484" y="124302"/>
                    </a:cubicBezTo>
                    <a:cubicBezTo>
                      <a:pt x="163484" y="126631"/>
                      <a:pt x="160978" y="128518"/>
                      <a:pt x="157885" y="128518"/>
                    </a:cubicBezTo>
                    <a:close/>
                    <a:moveTo>
                      <a:pt x="165288" y="113952"/>
                    </a:moveTo>
                    <a:cubicBezTo>
                      <a:pt x="165190" y="114120"/>
                      <a:pt x="164972" y="114230"/>
                      <a:pt x="164728" y="114233"/>
                    </a:cubicBezTo>
                    <a:lnTo>
                      <a:pt x="120623" y="114233"/>
                    </a:lnTo>
                    <a:cubicBezTo>
                      <a:pt x="120443" y="114287"/>
                      <a:pt x="120242" y="114287"/>
                      <a:pt x="120063" y="114233"/>
                    </a:cubicBezTo>
                    <a:cubicBezTo>
                      <a:pt x="116920" y="109064"/>
                      <a:pt x="112950" y="104204"/>
                      <a:pt x="108243" y="99760"/>
                    </a:cubicBezTo>
                    <a:cubicBezTo>
                      <a:pt x="104877" y="96910"/>
                      <a:pt x="102222" y="93626"/>
                      <a:pt x="100405" y="90065"/>
                    </a:cubicBezTo>
                    <a:cubicBezTo>
                      <a:pt x="98439" y="86299"/>
                      <a:pt x="97345" y="82307"/>
                      <a:pt x="97170" y="78263"/>
                    </a:cubicBezTo>
                    <a:lnTo>
                      <a:pt x="97170" y="76811"/>
                    </a:lnTo>
                    <a:cubicBezTo>
                      <a:pt x="98100" y="57889"/>
                      <a:pt x="119226" y="43118"/>
                      <a:pt x="144358" y="43817"/>
                    </a:cubicBezTo>
                    <a:cubicBezTo>
                      <a:pt x="168186" y="44481"/>
                      <a:pt x="187300" y="58871"/>
                      <a:pt x="188180" y="76811"/>
                    </a:cubicBezTo>
                    <a:lnTo>
                      <a:pt x="188180" y="78029"/>
                    </a:lnTo>
                    <a:cubicBezTo>
                      <a:pt x="188003" y="82084"/>
                      <a:pt x="186931" y="86088"/>
                      <a:pt x="185008" y="89878"/>
                    </a:cubicBezTo>
                    <a:cubicBezTo>
                      <a:pt x="183163" y="93428"/>
                      <a:pt x="180511" y="96709"/>
                      <a:pt x="177170" y="99573"/>
                    </a:cubicBezTo>
                    <a:cubicBezTo>
                      <a:pt x="172463" y="103992"/>
                      <a:pt x="168474" y="108820"/>
                      <a:pt x="165288" y="113952"/>
                    </a:cubicBezTo>
                    <a:close/>
                    <a:moveTo>
                      <a:pt x="198942" y="116200"/>
                    </a:moveTo>
                    <a:cubicBezTo>
                      <a:pt x="198215" y="116743"/>
                      <a:pt x="197230" y="117046"/>
                      <a:pt x="196205" y="117043"/>
                    </a:cubicBezTo>
                    <a:cubicBezTo>
                      <a:pt x="195164" y="117039"/>
                      <a:pt x="194163" y="116738"/>
                      <a:pt x="193406" y="116200"/>
                    </a:cubicBezTo>
                    <a:lnTo>
                      <a:pt x="183764" y="108940"/>
                    </a:lnTo>
                    <a:cubicBezTo>
                      <a:pt x="182429" y="107657"/>
                      <a:pt x="182729" y="105803"/>
                      <a:pt x="184434" y="104798"/>
                    </a:cubicBezTo>
                    <a:cubicBezTo>
                      <a:pt x="185866" y="103954"/>
                      <a:pt x="187881" y="103962"/>
                      <a:pt x="189300" y="104819"/>
                    </a:cubicBezTo>
                    <a:lnTo>
                      <a:pt x="198942" y="112031"/>
                    </a:lnTo>
                    <a:cubicBezTo>
                      <a:pt x="200435" y="113193"/>
                      <a:pt x="200435" y="115038"/>
                      <a:pt x="198942" y="116200"/>
                    </a:cubicBezTo>
                    <a:close/>
                    <a:moveTo>
                      <a:pt x="216361" y="79621"/>
                    </a:moveTo>
                    <a:lnTo>
                      <a:pt x="202799" y="79621"/>
                    </a:lnTo>
                    <a:cubicBezTo>
                      <a:pt x="200652" y="79826"/>
                      <a:pt x="198691" y="78681"/>
                      <a:pt x="198419" y="77065"/>
                    </a:cubicBezTo>
                    <a:cubicBezTo>
                      <a:pt x="198146" y="75448"/>
                      <a:pt x="199667" y="73971"/>
                      <a:pt x="201814" y="73766"/>
                    </a:cubicBezTo>
                    <a:cubicBezTo>
                      <a:pt x="202141" y="73735"/>
                      <a:pt x="202472" y="73735"/>
                      <a:pt x="202799" y="73766"/>
                    </a:cubicBezTo>
                    <a:lnTo>
                      <a:pt x="216361" y="73766"/>
                    </a:lnTo>
                    <a:cubicBezTo>
                      <a:pt x="218508" y="73562"/>
                      <a:pt x="220470" y="74706"/>
                      <a:pt x="220741" y="76323"/>
                    </a:cubicBezTo>
                    <a:cubicBezTo>
                      <a:pt x="221014" y="77940"/>
                      <a:pt x="219494" y="79416"/>
                      <a:pt x="217346" y="79621"/>
                    </a:cubicBezTo>
                    <a:cubicBezTo>
                      <a:pt x="217019" y="79652"/>
                      <a:pt x="216688" y="79652"/>
                      <a:pt x="216361" y="79621"/>
                    </a:cubicBezTo>
                    <a:close/>
                  </a:path>
                </a:pathLst>
              </a:custGeom>
              <a:solidFill>
                <a:srgbClr val="000000"/>
              </a:solidFill>
              <a:ln w="6152"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61" name="ZoneTexte 160">
              <a:extLst>
                <a:ext uri="{FF2B5EF4-FFF2-40B4-BE49-F238E27FC236}">
                  <a16:creationId xmlns:a16="http://schemas.microsoft.com/office/drawing/2014/main" id="{A5349B7C-061E-43B1-834F-86B8C0ED8410}"/>
                </a:ext>
              </a:extLst>
            </p:cNvPr>
            <p:cNvSpPr txBox="1"/>
            <p:nvPr/>
          </p:nvSpPr>
          <p:spPr>
            <a:xfrm>
              <a:off x="-109803" y="5242350"/>
              <a:ext cx="712271"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Salarié</a:t>
              </a:r>
            </a:p>
          </p:txBody>
        </p:sp>
      </p:grpSp>
      <p:grpSp>
        <p:nvGrpSpPr>
          <p:cNvPr id="168" name="Groupe 167">
            <a:extLst>
              <a:ext uri="{FF2B5EF4-FFF2-40B4-BE49-F238E27FC236}">
                <a16:creationId xmlns:a16="http://schemas.microsoft.com/office/drawing/2014/main" id="{37657C22-0588-4BD7-9791-EBD068598345}"/>
              </a:ext>
            </a:extLst>
          </p:cNvPr>
          <p:cNvGrpSpPr/>
          <p:nvPr/>
        </p:nvGrpSpPr>
        <p:grpSpPr>
          <a:xfrm>
            <a:off x="190902" y="12278621"/>
            <a:ext cx="1687352" cy="834850"/>
            <a:chOff x="-25171" y="6097798"/>
            <a:chExt cx="775786" cy="417425"/>
          </a:xfrm>
        </p:grpSpPr>
        <p:grpSp>
          <p:nvGrpSpPr>
            <p:cNvPr id="169" name="Groupe 168">
              <a:extLst>
                <a:ext uri="{FF2B5EF4-FFF2-40B4-BE49-F238E27FC236}">
                  <a16:creationId xmlns:a16="http://schemas.microsoft.com/office/drawing/2014/main" id="{E83D5C6A-948C-43B7-9549-15495E81E18D}"/>
                </a:ext>
              </a:extLst>
            </p:cNvPr>
            <p:cNvGrpSpPr/>
            <p:nvPr/>
          </p:nvGrpSpPr>
          <p:grpSpPr>
            <a:xfrm>
              <a:off x="230478" y="6097798"/>
              <a:ext cx="254768" cy="258213"/>
              <a:chOff x="230478" y="5852857"/>
              <a:chExt cx="254768" cy="258213"/>
            </a:xfrm>
          </p:grpSpPr>
          <p:sp>
            <p:nvSpPr>
              <p:cNvPr id="171" name="Forme libre : forme 170">
                <a:extLst>
                  <a:ext uri="{FF2B5EF4-FFF2-40B4-BE49-F238E27FC236}">
                    <a16:creationId xmlns:a16="http://schemas.microsoft.com/office/drawing/2014/main" id="{3A2DE3FB-9054-4084-A4A6-5D2C15425E27}"/>
                  </a:ext>
                </a:extLst>
              </p:cNvPr>
              <p:cNvSpPr/>
              <p:nvPr/>
            </p:nvSpPr>
            <p:spPr>
              <a:xfrm>
                <a:off x="294170" y="5852857"/>
                <a:ext cx="127384" cy="121512"/>
              </a:xfrm>
              <a:custGeom>
                <a:avLst/>
                <a:gdLst>
                  <a:gd name="connsiteX0" fmla="*/ 127384 w 127384"/>
                  <a:gd name="connsiteY0" fmla="*/ 60756 h 121512"/>
                  <a:gd name="connsiteX1" fmla="*/ 63692 w 127384"/>
                  <a:gd name="connsiteY1" fmla="*/ 121512 h 121512"/>
                  <a:gd name="connsiteX2" fmla="*/ 0 w 127384"/>
                  <a:gd name="connsiteY2" fmla="*/ 60756 h 121512"/>
                  <a:gd name="connsiteX3" fmla="*/ 63692 w 127384"/>
                  <a:gd name="connsiteY3" fmla="*/ 0 h 121512"/>
                  <a:gd name="connsiteX4" fmla="*/ 127384 w 127384"/>
                  <a:gd name="connsiteY4" fmla="*/ 60756 h 121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384" h="121512">
                    <a:moveTo>
                      <a:pt x="127384" y="60756"/>
                    </a:moveTo>
                    <a:cubicBezTo>
                      <a:pt x="127384" y="94311"/>
                      <a:pt x="98868" y="121512"/>
                      <a:pt x="63692" y="121512"/>
                    </a:cubicBezTo>
                    <a:cubicBezTo>
                      <a:pt x="28516" y="121512"/>
                      <a:pt x="0" y="94311"/>
                      <a:pt x="0" y="60756"/>
                    </a:cubicBezTo>
                    <a:cubicBezTo>
                      <a:pt x="0" y="27201"/>
                      <a:pt x="28516" y="0"/>
                      <a:pt x="63692" y="0"/>
                    </a:cubicBezTo>
                    <a:cubicBezTo>
                      <a:pt x="98868" y="0"/>
                      <a:pt x="127384" y="27201"/>
                      <a:pt x="127384" y="60756"/>
                    </a:cubicBez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72" name="Forme libre : forme 171">
                <a:extLst>
                  <a:ext uri="{FF2B5EF4-FFF2-40B4-BE49-F238E27FC236}">
                    <a16:creationId xmlns:a16="http://schemas.microsoft.com/office/drawing/2014/main" id="{B8E0CDFB-140F-4A60-85F9-11BF76FA6548}"/>
                  </a:ext>
                </a:extLst>
              </p:cNvPr>
              <p:cNvSpPr/>
              <p:nvPr/>
            </p:nvSpPr>
            <p:spPr>
              <a:xfrm>
                <a:off x="230478" y="5989558"/>
                <a:ext cx="254768" cy="121512"/>
              </a:xfrm>
              <a:custGeom>
                <a:avLst/>
                <a:gdLst>
                  <a:gd name="connsiteX0" fmla="*/ 254768 w 254768"/>
                  <a:gd name="connsiteY0" fmla="*/ 121512 h 121512"/>
                  <a:gd name="connsiteX1" fmla="*/ 254768 w 254768"/>
                  <a:gd name="connsiteY1" fmla="*/ 60756 h 121512"/>
                  <a:gd name="connsiteX2" fmla="*/ 242030 w 254768"/>
                  <a:gd name="connsiteY2" fmla="*/ 36454 h 121512"/>
                  <a:gd name="connsiteX3" fmla="*/ 179930 w 254768"/>
                  <a:gd name="connsiteY3" fmla="*/ 7595 h 121512"/>
                  <a:gd name="connsiteX4" fmla="*/ 127384 w 254768"/>
                  <a:gd name="connsiteY4" fmla="*/ 0 h 121512"/>
                  <a:gd name="connsiteX5" fmla="*/ 74838 w 254768"/>
                  <a:gd name="connsiteY5" fmla="*/ 7595 h 121512"/>
                  <a:gd name="connsiteX6" fmla="*/ 12738 w 254768"/>
                  <a:gd name="connsiteY6" fmla="*/ 36454 h 121512"/>
                  <a:gd name="connsiteX7" fmla="*/ 0 w 254768"/>
                  <a:gd name="connsiteY7" fmla="*/ 60756 h 121512"/>
                  <a:gd name="connsiteX8" fmla="*/ 0 w 254768"/>
                  <a:gd name="connsiteY8" fmla="*/ 121512 h 121512"/>
                  <a:gd name="connsiteX9" fmla="*/ 254768 w 254768"/>
                  <a:gd name="connsiteY9" fmla="*/ 121512 h 121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768" h="121512">
                    <a:moveTo>
                      <a:pt x="254768" y="121512"/>
                    </a:moveTo>
                    <a:lnTo>
                      <a:pt x="254768" y="60756"/>
                    </a:lnTo>
                    <a:cubicBezTo>
                      <a:pt x="254768" y="51643"/>
                      <a:pt x="249991" y="42529"/>
                      <a:pt x="242030" y="36454"/>
                    </a:cubicBezTo>
                    <a:cubicBezTo>
                      <a:pt x="224514" y="22784"/>
                      <a:pt x="202222" y="13670"/>
                      <a:pt x="179930" y="7595"/>
                    </a:cubicBezTo>
                    <a:cubicBezTo>
                      <a:pt x="164007" y="3038"/>
                      <a:pt x="146492" y="0"/>
                      <a:pt x="127384" y="0"/>
                    </a:cubicBezTo>
                    <a:cubicBezTo>
                      <a:pt x="109869" y="0"/>
                      <a:pt x="92353" y="3038"/>
                      <a:pt x="74838" y="7595"/>
                    </a:cubicBezTo>
                    <a:cubicBezTo>
                      <a:pt x="52546" y="13670"/>
                      <a:pt x="30254" y="24302"/>
                      <a:pt x="12738" y="36454"/>
                    </a:cubicBezTo>
                    <a:cubicBezTo>
                      <a:pt x="4777" y="42529"/>
                      <a:pt x="0" y="51643"/>
                      <a:pt x="0" y="60756"/>
                    </a:cubicBezTo>
                    <a:lnTo>
                      <a:pt x="0" y="121512"/>
                    </a:lnTo>
                    <a:lnTo>
                      <a:pt x="254768" y="121512"/>
                    </a:ln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70" name="ZoneTexte 169">
              <a:extLst>
                <a:ext uri="{FF2B5EF4-FFF2-40B4-BE49-F238E27FC236}">
                  <a16:creationId xmlns:a16="http://schemas.microsoft.com/office/drawing/2014/main" id="{5EF1CC1A-354D-4489-93ED-4DA04977D70D}"/>
                </a:ext>
              </a:extLst>
            </p:cNvPr>
            <p:cNvSpPr txBox="1"/>
            <p:nvPr/>
          </p:nvSpPr>
          <p:spPr>
            <a:xfrm>
              <a:off x="-25171" y="6330557"/>
              <a:ext cx="775786" cy="184666"/>
            </a:xfrm>
            <a:prstGeom prst="rect">
              <a:avLst/>
            </a:prstGeom>
            <a:noFill/>
          </p:spPr>
          <p:txBody>
            <a:bodyPr wrap="square" rtlCol="0">
              <a:spAutoFit/>
            </a:bodyPr>
            <a:lstStyle/>
            <a:p>
              <a:pPr defTabSz="1828800" hangingPunct="1">
                <a:defRPr/>
              </a:pPr>
              <a:r>
                <a:rPr lang="fr-FR" sz="1800" b="1">
                  <a:solidFill>
                    <a:prstClr val="black"/>
                  </a:solidFill>
                  <a:latin typeface="Calibri"/>
                </a:rPr>
                <a:t>CNPR</a:t>
              </a:r>
              <a:endParaRPr lang="fr-FR" sz="1800" b="1" kern="1200">
                <a:solidFill>
                  <a:prstClr val="black"/>
                </a:solidFill>
                <a:latin typeface="Calibri"/>
                <a:ea typeface="+mn-ea"/>
                <a:cs typeface="+mn-cs"/>
              </a:endParaRPr>
            </a:p>
          </p:txBody>
        </p:sp>
      </p:grpSp>
      <p:grpSp>
        <p:nvGrpSpPr>
          <p:cNvPr id="322" name="Groupe 321">
            <a:extLst>
              <a:ext uri="{FF2B5EF4-FFF2-40B4-BE49-F238E27FC236}">
                <a16:creationId xmlns:a16="http://schemas.microsoft.com/office/drawing/2014/main" id="{96A0401C-4FC0-4EEB-A93C-52D8165E22AC}"/>
              </a:ext>
            </a:extLst>
          </p:cNvPr>
          <p:cNvGrpSpPr/>
          <p:nvPr/>
        </p:nvGrpSpPr>
        <p:grpSpPr>
          <a:xfrm>
            <a:off x="94656" y="2764919"/>
            <a:ext cx="1879844" cy="1076884"/>
            <a:chOff x="-146330" y="3779728"/>
            <a:chExt cx="939922" cy="538442"/>
          </a:xfrm>
        </p:grpSpPr>
        <p:sp>
          <p:nvSpPr>
            <p:cNvPr id="323" name="ZoneTexte 322">
              <a:extLst>
                <a:ext uri="{FF2B5EF4-FFF2-40B4-BE49-F238E27FC236}">
                  <a16:creationId xmlns:a16="http://schemas.microsoft.com/office/drawing/2014/main" id="{6B5B15D6-A9EC-4709-B09C-2DD9ECC13393}"/>
                </a:ext>
              </a:extLst>
            </p:cNvPr>
            <p:cNvSpPr txBox="1"/>
            <p:nvPr/>
          </p:nvSpPr>
          <p:spPr>
            <a:xfrm>
              <a:off x="-146330" y="4133504"/>
              <a:ext cx="939922"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Manager</a:t>
              </a:r>
            </a:p>
          </p:txBody>
        </p:sp>
        <p:pic>
          <p:nvPicPr>
            <p:cNvPr id="324" name="Graphique 323" descr="Programmeur">
              <a:extLst>
                <a:ext uri="{FF2B5EF4-FFF2-40B4-BE49-F238E27FC236}">
                  <a16:creationId xmlns:a16="http://schemas.microsoft.com/office/drawing/2014/main" id="{003F7CC0-1680-4DC2-AA8F-3CB876C08D3B}"/>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1698" y="3779728"/>
              <a:ext cx="372776" cy="372776"/>
            </a:xfrm>
            <a:prstGeom prst="rect">
              <a:avLst/>
            </a:prstGeom>
          </p:spPr>
        </p:pic>
      </p:grpSp>
      <p:sp>
        <p:nvSpPr>
          <p:cNvPr id="102" name="Rectangle : coins arrondis 101">
            <a:extLst>
              <a:ext uri="{FF2B5EF4-FFF2-40B4-BE49-F238E27FC236}">
                <a16:creationId xmlns:a16="http://schemas.microsoft.com/office/drawing/2014/main" id="{A02EDB20-4BB9-46CA-B312-BD3AED1267D5}"/>
              </a:ext>
            </a:extLst>
          </p:cNvPr>
          <p:cNvSpPr/>
          <p:nvPr/>
        </p:nvSpPr>
        <p:spPr>
          <a:xfrm>
            <a:off x="4173898" y="5160527"/>
            <a:ext cx="2629736" cy="822474"/>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828800" hangingPunct="1">
              <a:lnSpc>
                <a:spcPts val="2600"/>
              </a:lnSpc>
              <a:defRPr/>
            </a:pPr>
            <a:r>
              <a:rPr lang="fr-FR" sz="2000" kern="1200">
                <a:solidFill>
                  <a:prstClr val="black"/>
                </a:solidFill>
                <a:latin typeface="Calibri"/>
              </a:rPr>
              <a:t>Validation salarié</a:t>
            </a:r>
          </a:p>
          <a:p>
            <a:pPr defTabSz="1828800" hangingPunct="1">
              <a:lnSpc>
                <a:spcPts val="2600"/>
              </a:lnSpc>
              <a:defRPr/>
            </a:pPr>
            <a:r>
              <a:rPr lang="fr-FR" sz="2000" kern="1200">
                <a:solidFill>
                  <a:prstClr val="black"/>
                </a:solidFill>
                <a:latin typeface="Calibri"/>
              </a:rPr>
              <a:t>Multi-demandes</a:t>
            </a:r>
          </a:p>
        </p:txBody>
      </p:sp>
      <p:sp>
        <p:nvSpPr>
          <p:cNvPr id="109" name="Rectangle : coins arrondis 108">
            <a:extLst>
              <a:ext uri="{FF2B5EF4-FFF2-40B4-BE49-F238E27FC236}">
                <a16:creationId xmlns:a16="http://schemas.microsoft.com/office/drawing/2014/main" id="{CE01B5EC-ADD3-4CC4-AB0E-59AB2457C9E1}"/>
              </a:ext>
            </a:extLst>
          </p:cNvPr>
          <p:cNvSpPr/>
          <p:nvPr/>
        </p:nvSpPr>
        <p:spPr>
          <a:xfrm>
            <a:off x="2296246" y="2599516"/>
            <a:ext cx="2927288" cy="924872"/>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a:solidFill>
                  <a:prstClr val="black"/>
                </a:solidFill>
                <a:latin typeface="Calibri"/>
              </a:rPr>
              <a:t>Demande préalable Astreinte</a:t>
            </a:r>
          </a:p>
          <a:p>
            <a:pPr defTabSz="1828800" hangingPunct="1">
              <a:defRPr/>
            </a:pPr>
            <a:r>
              <a:rPr lang="fr-FR" sz="2000" kern="1200">
                <a:solidFill>
                  <a:prstClr val="black"/>
                </a:solidFill>
                <a:latin typeface="Calibri"/>
              </a:rPr>
              <a:t>Multi-demandes</a:t>
            </a:r>
          </a:p>
        </p:txBody>
      </p:sp>
      <p:sp>
        <p:nvSpPr>
          <p:cNvPr id="115" name="Rectangle 114">
            <a:extLst>
              <a:ext uri="{FF2B5EF4-FFF2-40B4-BE49-F238E27FC236}">
                <a16:creationId xmlns:a16="http://schemas.microsoft.com/office/drawing/2014/main" id="{9775E191-388F-4DA9-9EBB-2D0396BF914F}"/>
              </a:ext>
            </a:extLst>
          </p:cNvPr>
          <p:cNvSpPr/>
          <p:nvPr/>
        </p:nvSpPr>
        <p:spPr>
          <a:xfrm>
            <a:off x="2242570" y="3734934"/>
            <a:ext cx="2376000" cy="42480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a:solidFill>
                  <a:prstClr val="black"/>
                </a:solidFill>
                <a:latin typeface="Calibri"/>
              </a:rPr>
              <a:t>Masque de saisie</a:t>
            </a:r>
            <a:endParaRPr lang="fr-FR" sz="2000" kern="1200">
              <a:solidFill>
                <a:prstClr val="black"/>
              </a:solidFill>
              <a:latin typeface="Calibri"/>
            </a:endParaRPr>
          </a:p>
        </p:txBody>
      </p:sp>
      <p:cxnSp>
        <p:nvCxnSpPr>
          <p:cNvPr id="116" name="Connecteur droit avec flèche 115">
            <a:extLst>
              <a:ext uri="{FF2B5EF4-FFF2-40B4-BE49-F238E27FC236}">
                <a16:creationId xmlns:a16="http://schemas.microsoft.com/office/drawing/2014/main" id="{7B4A163B-2662-4A7A-AC54-6AC067DB3EDB}"/>
              </a:ext>
            </a:extLst>
          </p:cNvPr>
          <p:cNvCxnSpPr>
            <a:cxnSpLocks/>
            <a:stCxn id="115" idx="0"/>
            <a:endCxn id="109" idx="2"/>
          </p:cNvCxnSpPr>
          <p:nvPr/>
        </p:nvCxnSpPr>
        <p:spPr>
          <a:xfrm flipV="1">
            <a:off x="3430570" y="3524389"/>
            <a:ext cx="329320" cy="210546"/>
          </a:xfrm>
          <a:prstGeom prst="straightConnector1">
            <a:avLst/>
          </a:prstGeom>
          <a:ln w="31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7" name="Connecteur : en angle 16">
            <a:extLst>
              <a:ext uri="{FF2B5EF4-FFF2-40B4-BE49-F238E27FC236}">
                <a16:creationId xmlns:a16="http://schemas.microsoft.com/office/drawing/2014/main" id="{BDF09F04-5533-4679-91AD-37C1FB7B90A5}"/>
              </a:ext>
            </a:extLst>
          </p:cNvPr>
          <p:cNvCxnSpPr>
            <a:cxnSpLocks/>
            <a:stCxn id="109" idx="3"/>
            <a:endCxn id="102" idx="0"/>
          </p:cNvCxnSpPr>
          <p:nvPr/>
        </p:nvCxnSpPr>
        <p:spPr>
          <a:xfrm>
            <a:off x="5223534" y="3061953"/>
            <a:ext cx="265232" cy="2098574"/>
          </a:xfrm>
          <a:prstGeom prst="bentConnector2">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 name="Titre 5">
            <a:extLst>
              <a:ext uri="{FF2B5EF4-FFF2-40B4-BE49-F238E27FC236}">
                <a16:creationId xmlns:a16="http://schemas.microsoft.com/office/drawing/2014/main" id="{0CBF8B94-52F5-4683-AC69-1F186703845F}"/>
              </a:ext>
            </a:extLst>
          </p:cNvPr>
          <p:cNvSpPr>
            <a:spLocks noGrp="1"/>
          </p:cNvSpPr>
          <p:nvPr>
            <p:ph type="ctrTitle"/>
          </p:nvPr>
        </p:nvSpPr>
        <p:spPr>
          <a:xfrm>
            <a:off x="20069767" y="-126776"/>
            <a:ext cx="4279134" cy="492488"/>
          </a:xfrm>
        </p:spPr>
        <p:txBody>
          <a:bodyPr>
            <a:noAutofit/>
          </a:bodyPr>
          <a:lstStyle/>
          <a:p>
            <a:r>
              <a:rPr lang="fr-FR" sz="2400">
                <a:noFill/>
              </a:rPr>
              <a:t>Processus de recette (VF)</a:t>
            </a:r>
          </a:p>
        </p:txBody>
      </p:sp>
      <p:sp>
        <p:nvSpPr>
          <p:cNvPr id="117" name="Rectangle : coins arrondis 116">
            <a:extLst>
              <a:ext uri="{FF2B5EF4-FFF2-40B4-BE49-F238E27FC236}">
                <a16:creationId xmlns:a16="http://schemas.microsoft.com/office/drawing/2014/main" id="{FC3ED730-4F45-4D12-A1C3-82768A760FDC}"/>
              </a:ext>
            </a:extLst>
          </p:cNvPr>
          <p:cNvSpPr/>
          <p:nvPr/>
        </p:nvSpPr>
        <p:spPr>
          <a:xfrm>
            <a:off x="4795714" y="8587134"/>
            <a:ext cx="1798848" cy="948344"/>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828800" hangingPunct="1">
              <a:lnSpc>
                <a:spcPts val="2600"/>
              </a:lnSpc>
              <a:defRPr/>
            </a:pPr>
            <a:r>
              <a:rPr lang="fr-FR" sz="2000" kern="1200">
                <a:solidFill>
                  <a:prstClr val="black"/>
                </a:solidFill>
                <a:latin typeface="Calibri"/>
              </a:rPr>
              <a:t>Validation Direction GAP</a:t>
            </a:r>
          </a:p>
        </p:txBody>
      </p:sp>
      <p:sp>
        <p:nvSpPr>
          <p:cNvPr id="4" name="Organigramme : Décision 3">
            <a:extLst>
              <a:ext uri="{FF2B5EF4-FFF2-40B4-BE49-F238E27FC236}">
                <a16:creationId xmlns:a16="http://schemas.microsoft.com/office/drawing/2014/main" id="{C8343222-F8BD-D885-0E1F-F0E7EFA967FE}"/>
              </a:ext>
            </a:extLst>
          </p:cNvPr>
          <p:cNvSpPr/>
          <p:nvPr/>
        </p:nvSpPr>
        <p:spPr>
          <a:xfrm>
            <a:off x="4743674" y="6291120"/>
            <a:ext cx="1258400" cy="46166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10" name="Connecteur droit avec flèche 9">
            <a:extLst>
              <a:ext uri="{FF2B5EF4-FFF2-40B4-BE49-F238E27FC236}">
                <a16:creationId xmlns:a16="http://schemas.microsoft.com/office/drawing/2014/main" id="{BC2F08C7-1C2D-6D46-1E61-6F0DDC5B7455}"/>
              </a:ext>
            </a:extLst>
          </p:cNvPr>
          <p:cNvCxnSpPr>
            <a:cxnSpLocks/>
          </p:cNvCxnSpPr>
          <p:nvPr/>
        </p:nvCxnSpPr>
        <p:spPr>
          <a:xfrm>
            <a:off x="5312340" y="6045001"/>
            <a:ext cx="79584" cy="237942"/>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2" name="ZoneTexte 11">
            <a:extLst>
              <a:ext uri="{FF2B5EF4-FFF2-40B4-BE49-F238E27FC236}">
                <a16:creationId xmlns:a16="http://schemas.microsoft.com/office/drawing/2014/main" id="{B63732A2-F492-0574-CCBD-20E5CC510EE4}"/>
              </a:ext>
            </a:extLst>
          </p:cNvPr>
          <p:cNvSpPr txBox="1"/>
          <p:nvPr/>
        </p:nvSpPr>
        <p:spPr>
          <a:xfrm>
            <a:off x="5772277" y="6154083"/>
            <a:ext cx="104999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Accord</a:t>
            </a:r>
          </a:p>
        </p:txBody>
      </p:sp>
      <p:sp>
        <p:nvSpPr>
          <p:cNvPr id="14" name="ZoneTexte 13">
            <a:extLst>
              <a:ext uri="{FF2B5EF4-FFF2-40B4-BE49-F238E27FC236}">
                <a16:creationId xmlns:a16="http://schemas.microsoft.com/office/drawing/2014/main" id="{B79257CA-AEDA-94BA-2E4E-2797DE9DE5A8}"/>
              </a:ext>
            </a:extLst>
          </p:cNvPr>
          <p:cNvSpPr txBox="1"/>
          <p:nvPr/>
        </p:nvSpPr>
        <p:spPr>
          <a:xfrm>
            <a:off x="3920642" y="6193547"/>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Refus</a:t>
            </a:r>
          </a:p>
        </p:txBody>
      </p:sp>
      <p:cxnSp>
        <p:nvCxnSpPr>
          <p:cNvPr id="24" name="Connecteur droit 23">
            <a:extLst>
              <a:ext uri="{FF2B5EF4-FFF2-40B4-BE49-F238E27FC236}">
                <a16:creationId xmlns:a16="http://schemas.microsoft.com/office/drawing/2014/main" id="{210405E4-85D7-55EA-EC1E-E9BACE348028}"/>
              </a:ext>
            </a:extLst>
          </p:cNvPr>
          <p:cNvCxnSpPr>
            <a:cxnSpLocks/>
          </p:cNvCxnSpPr>
          <p:nvPr/>
        </p:nvCxnSpPr>
        <p:spPr>
          <a:xfrm flipH="1">
            <a:off x="3542674" y="6513774"/>
            <a:ext cx="1183860" cy="332040"/>
          </a:xfrm>
          <a:prstGeom prst="line">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25" name="Connecteur droit avec flèche 224">
            <a:extLst>
              <a:ext uri="{FF2B5EF4-FFF2-40B4-BE49-F238E27FC236}">
                <a16:creationId xmlns:a16="http://schemas.microsoft.com/office/drawing/2014/main" id="{3A26D732-6C69-630D-B405-F0D7C379FE8B}"/>
              </a:ext>
            </a:extLst>
          </p:cNvPr>
          <p:cNvCxnSpPr>
            <a:cxnSpLocks/>
          </p:cNvCxnSpPr>
          <p:nvPr/>
        </p:nvCxnSpPr>
        <p:spPr>
          <a:xfrm>
            <a:off x="5973320" y="6540937"/>
            <a:ext cx="0" cy="2046198"/>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33" name="Organigramme : Décision 232">
            <a:extLst>
              <a:ext uri="{FF2B5EF4-FFF2-40B4-BE49-F238E27FC236}">
                <a16:creationId xmlns:a16="http://schemas.microsoft.com/office/drawing/2014/main" id="{DD693D73-A797-50F9-A315-BA2ED9323525}"/>
              </a:ext>
            </a:extLst>
          </p:cNvPr>
          <p:cNvSpPr/>
          <p:nvPr/>
        </p:nvSpPr>
        <p:spPr>
          <a:xfrm>
            <a:off x="3328377" y="9751262"/>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36" name="ZoneTexte 235">
            <a:extLst>
              <a:ext uri="{FF2B5EF4-FFF2-40B4-BE49-F238E27FC236}">
                <a16:creationId xmlns:a16="http://schemas.microsoft.com/office/drawing/2014/main" id="{0F914B63-D7CF-6A15-E019-C435732EFC41}"/>
              </a:ext>
            </a:extLst>
          </p:cNvPr>
          <p:cNvSpPr txBox="1"/>
          <p:nvPr/>
        </p:nvSpPr>
        <p:spPr>
          <a:xfrm>
            <a:off x="3278826" y="10308485"/>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
        <p:nvSpPr>
          <p:cNvPr id="237" name="ZoneTexte 236">
            <a:extLst>
              <a:ext uri="{FF2B5EF4-FFF2-40B4-BE49-F238E27FC236}">
                <a16:creationId xmlns:a16="http://schemas.microsoft.com/office/drawing/2014/main" id="{99C0E129-2CF1-748A-7D67-54EF985638B1}"/>
              </a:ext>
            </a:extLst>
          </p:cNvPr>
          <p:cNvSpPr txBox="1"/>
          <p:nvPr/>
        </p:nvSpPr>
        <p:spPr>
          <a:xfrm>
            <a:off x="4375756" y="10071177"/>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cxnSp>
        <p:nvCxnSpPr>
          <p:cNvPr id="246" name="Connecteur : en angle 245">
            <a:extLst>
              <a:ext uri="{FF2B5EF4-FFF2-40B4-BE49-F238E27FC236}">
                <a16:creationId xmlns:a16="http://schemas.microsoft.com/office/drawing/2014/main" id="{F118D287-713E-CF6E-07FC-6A044EAED6BE}"/>
              </a:ext>
            </a:extLst>
          </p:cNvPr>
          <p:cNvCxnSpPr>
            <a:cxnSpLocks/>
          </p:cNvCxnSpPr>
          <p:nvPr/>
        </p:nvCxnSpPr>
        <p:spPr>
          <a:xfrm flipH="1">
            <a:off x="3170588" y="10130125"/>
            <a:ext cx="663496" cy="291566"/>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1" name="Connecteur droit avec flèche 250">
            <a:extLst>
              <a:ext uri="{FF2B5EF4-FFF2-40B4-BE49-F238E27FC236}">
                <a16:creationId xmlns:a16="http://schemas.microsoft.com/office/drawing/2014/main" id="{AA87B783-3196-15F9-DE1A-299061BFA40B}"/>
              </a:ext>
            </a:extLst>
          </p:cNvPr>
          <p:cNvCxnSpPr>
            <a:cxnSpLocks/>
            <a:stCxn id="233" idx="3"/>
          </p:cNvCxnSpPr>
          <p:nvPr/>
        </p:nvCxnSpPr>
        <p:spPr>
          <a:xfrm>
            <a:off x="4300962" y="9932484"/>
            <a:ext cx="1701112" cy="0"/>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52" name="ZoneTexte 251">
            <a:extLst>
              <a:ext uri="{FF2B5EF4-FFF2-40B4-BE49-F238E27FC236}">
                <a16:creationId xmlns:a16="http://schemas.microsoft.com/office/drawing/2014/main" id="{841184B8-EDBD-9A97-43CB-88FACE2D6CD0}"/>
              </a:ext>
            </a:extLst>
          </p:cNvPr>
          <p:cNvSpPr txBox="1"/>
          <p:nvPr/>
        </p:nvSpPr>
        <p:spPr>
          <a:xfrm>
            <a:off x="2885488" y="8757589"/>
            <a:ext cx="1879444" cy="584775"/>
          </a:xfrm>
          <a:prstGeom prst="rect">
            <a:avLst/>
          </a:prstGeom>
          <a:noFill/>
        </p:spPr>
        <p:txBody>
          <a:bodyPr wrap="square" rtlCol="0">
            <a:spAutoFit/>
          </a:bodyPr>
          <a:lstStyle/>
          <a:p>
            <a:pPr defTabSz="1828800" hangingPunct="1">
              <a:defRPr/>
            </a:pPr>
            <a:r>
              <a:rPr lang="fr-FR" sz="1600" b="1">
                <a:solidFill>
                  <a:schemeClr val="tx1"/>
                </a:solidFill>
              </a:rPr>
              <a:t>Respect réglementation ?</a:t>
            </a:r>
          </a:p>
        </p:txBody>
      </p:sp>
      <p:cxnSp>
        <p:nvCxnSpPr>
          <p:cNvPr id="254" name="Connecteur droit avec flèche 253">
            <a:extLst>
              <a:ext uri="{FF2B5EF4-FFF2-40B4-BE49-F238E27FC236}">
                <a16:creationId xmlns:a16="http://schemas.microsoft.com/office/drawing/2014/main" id="{49FE6EAB-F14B-83A8-9F7B-20F9BC8BACA1}"/>
              </a:ext>
            </a:extLst>
          </p:cNvPr>
          <p:cNvCxnSpPr>
            <a:cxnSpLocks/>
            <a:stCxn id="252" idx="2"/>
            <a:endCxn id="233" idx="0"/>
          </p:cNvCxnSpPr>
          <p:nvPr/>
        </p:nvCxnSpPr>
        <p:spPr>
          <a:xfrm flipH="1">
            <a:off x="3814670" y="9342364"/>
            <a:ext cx="10540" cy="408898"/>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Connecteur droit avec flèche 32">
            <a:extLst>
              <a:ext uri="{FF2B5EF4-FFF2-40B4-BE49-F238E27FC236}">
                <a16:creationId xmlns:a16="http://schemas.microsoft.com/office/drawing/2014/main" id="{31BD4CD6-983E-764C-A995-2D08C818525F}"/>
              </a:ext>
            </a:extLst>
          </p:cNvPr>
          <p:cNvCxnSpPr/>
          <p:nvPr/>
        </p:nvCxnSpPr>
        <p:spPr>
          <a:xfrm flipH="1" flipV="1">
            <a:off x="4300963" y="8921451"/>
            <a:ext cx="463970" cy="22610"/>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5" name="Rectangle : coins arrondis 34">
            <a:extLst>
              <a:ext uri="{FF2B5EF4-FFF2-40B4-BE49-F238E27FC236}">
                <a16:creationId xmlns:a16="http://schemas.microsoft.com/office/drawing/2014/main" id="{BFA1457C-D938-A3CC-9726-B6B3EF7CF27A}"/>
              </a:ext>
            </a:extLst>
          </p:cNvPr>
          <p:cNvSpPr/>
          <p:nvPr/>
        </p:nvSpPr>
        <p:spPr>
          <a:xfrm>
            <a:off x="7691064" y="2212822"/>
            <a:ext cx="2927288" cy="924872"/>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a:solidFill>
                  <a:prstClr val="black"/>
                </a:solidFill>
                <a:latin typeface="Calibri"/>
              </a:rPr>
              <a:t>Relancer le manager si astreinte réalisée</a:t>
            </a:r>
          </a:p>
          <a:p>
            <a:pPr defTabSz="1828800" hangingPunct="1">
              <a:defRPr/>
            </a:pPr>
            <a:r>
              <a:rPr lang="fr-FR" sz="2000" kern="1200">
                <a:solidFill>
                  <a:prstClr val="black"/>
                </a:solidFill>
                <a:latin typeface="Calibri"/>
              </a:rPr>
              <a:t>(1 relance)</a:t>
            </a:r>
          </a:p>
        </p:txBody>
      </p:sp>
      <p:sp>
        <p:nvSpPr>
          <p:cNvPr id="43" name="Organigramme : Décision 42">
            <a:extLst>
              <a:ext uri="{FF2B5EF4-FFF2-40B4-BE49-F238E27FC236}">
                <a16:creationId xmlns:a16="http://schemas.microsoft.com/office/drawing/2014/main" id="{F629586A-6D99-DDB6-347F-EAF62CDFAF61}"/>
              </a:ext>
            </a:extLst>
          </p:cNvPr>
          <p:cNvSpPr/>
          <p:nvPr/>
        </p:nvSpPr>
        <p:spPr>
          <a:xfrm>
            <a:off x="8779473" y="3429104"/>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44" name="Connecteur droit avec flèche 43">
            <a:extLst>
              <a:ext uri="{FF2B5EF4-FFF2-40B4-BE49-F238E27FC236}">
                <a16:creationId xmlns:a16="http://schemas.microsoft.com/office/drawing/2014/main" id="{FA76DA0E-4EF1-794A-DBCF-8F7D6907A2C8}"/>
              </a:ext>
            </a:extLst>
          </p:cNvPr>
          <p:cNvCxnSpPr>
            <a:cxnSpLocks/>
          </p:cNvCxnSpPr>
          <p:nvPr/>
        </p:nvCxnSpPr>
        <p:spPr>
          <a:xfrm flipH="1">
            <a:off x="9262874" y="3155905"/>
            <a:ext cx="10540" cy="316566"/>
          </a:xfrm>
          <a:prstGeom prst="straightConnector1">
            <a:avLst/>
          </a:prstGeom>
          <a:ln w="28575" cap="flat" cmpd="sng" algn="ctr">
            <a:solidFill>
              <a:schemeClr val="dk1"/>
            </a:solidFill>
            <a:prstDash val="solid"/>
            <a:round/>
            <a:headEnd type="triangle" w="med" len="med"/>
            <a:tailEnd type="triangle" w="med" len="med"/>
          </a:ln>
        </p:spPr>
        <p:style>
          <a:lnRef idx="0">
            <a:scrgbClr r="0" g="0" b="0"/>
          </a:lnRef>
          <a:fillRef idx="0">
            <a:scrgbClr r="0" g="0" b="0"/>
          </a:fillRef>
          <a:effectRef idx="0">
            <a:scrgbClr r="0" g="0" b="0"/>
          </a:effectRef>
          <a:fontRef idx="minor">
            <a:schemeClr val="tx1"/>
          </a:fontRef>
        </p:style>
      </p:cxnSp>
      <p:sp>
        <p:nvSpPr>
          <p:cNvPr id="45" name="ZoneTexte 44">
            <a:extLst>
              <a:ext uri="{FF2B5EF4-FFF2-40B4-BE49-F238E27FC236}">
                <a16:creationId xmlns:a16="http://schemas.microsoft.com/office/drawing/2014/main" id="{E28C7FFC-E348-92CD-96EC-E80588BD78E6}"/>
              </a:ext>
            </a:extLst>
          </p:cNvPr>
          <p:cNvSpPr txBox="1"/>
          <p:nvPr/>
        </p:nvSpPr>
        <p:spPr>
          <a:xfrm>
            <a:off x="10135384" y="3219557"/>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sp>
        <p:nvSpPr>
          <p:cNvPr id="46" name="ZoneTexte 45">
            <a:extLst>
              <a:ext uri="{FF2B5EF4-FFF2-40B4-BE49-F238E27FC236}">
                <a16:creationId xmlns:a16="http://schemas.microsoft.com/office/drawing/2014/main" id="{A672B754-141B-3180-7F56-BCDC934F2D50}"/>
              </a:ext>
            </a:extLst>
          </p:cNvPr>
          <p:cNvSpPr txBox="1"/>
          <p:nvPr/>
        </p:nvSpPr>
        <p:spPr>
          <a:xfrm>
            <a:off x="7926356" y="3219557"/>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cxnSp>
        <p:nvCxnSpPr>
          <p:cNvPr id="57" name="Connecteur : en angle 56">
            <a:extLst>
              <a:ext uri="{FF2B5EF4-FFF2-40B4-BE49-F238E27FC236}">
                <a16:creationId xmlns:a16="http://schemas.microsoft.com/office/drawing/2014/main" id="{0492D92D-29EA-F8C3-F719-EC1D654E9AC9}"/>
              </a:ext>
            </a:extLst>
          </p:cNvPr>
          <p:cNvCxnSpPr>
            <a:cxnSpLocks/>
          </p:cNvCxnSpPr>
          <p:nvPr/>
        </p:nvCxnSpPr>
        <p:spPr>
          <a:xfrm rot="10800000" flipV="1">
            <a:off x="8232048" y="3662771"/>
            <a:ext cx="536864" cy="181222"/>
          </a:xfrm>
          <a:prstGeom prst="bentConnector2">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75" name="Connecteur droit avec flèche 274">
            <a:extLst>
              <a:ext uri="{FF2B5EF4-FFF2-40B4-BE49-F238E27FC236}">
                <a16:creationId xmlns:a16="http://schemas.microsoft.com/office/drawing/2014/main" id="{10FC9455-C578-E0E4-D06F-A75204F28F59}"/>
              </a:ext>
            </a:extLst>
          </p:cNvPr>
          <p:cNvCxnSpPr/>
          <p:nvPr/>
        </p:nvCxnSpPr>
        <p:spPr>
          <a:xfrm flipV="1">
            <a:off x="2612172" y="4781950"/>
            <a:ext cx="0" cy="1590360"/>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79" name="Rectangle 278">
            <a:extLst>
              <a:ext uri="{FF2B5EF4-FFF2-40B4-BE49-F238E27FC236}">
                <a16:creationId xmlns:a16="http://schemas.microsoft.com/office/drawing/2014/main" id="{38C7EF6F-485D-A3C5-1049-917167F531FD}"/>
              </a:ext>
            </a:extLst>
          </p:cNvPr>
          <p:cNvSpPr/>
          <p:nvPr/>
        </p:nvSpPr>
        <p:spPr>
          <a:xfrm>
            <a:off x="2078077" y="4370280"/>
            <a:ext cx="802098" cy="36202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kern="1200">
                <a:solidFill>
                  <a:prstClr val="black"/>
                </a:solidFill>
                <a:latin typeface="Calibri"/>
              </a:rPr>
              <a:t>Fin</a:t>
            </a:r>
          </a:p>
        </p:txBody>
      </p:sp>
      <p:cxnSp>
        <p:nvCxnSpPr>
          <p:cNvPr id="285" name="Connecteur droit avec flèche 284">
            <a:extLst>
              <a:ext uri="{FF2B5EF4-FFF2-40B4-BE49-F238E27FC236}">
                <a16:creationId xmlns:a16="http://schemas.microsoft.com/office/drawing/2014/main" id="{E892A2DF-01D7-E74B-64C3-443C80C0C803}"/>
              </a:ext>
            </a:extLst>
          </p:cNvPr>
          <p:cNvCxnSpPr>
            <a:cxnSpLocks/>
          </p:cNvCxnSpPr>
          <p:nvPr/>
        </p:nvCxnSpPr>
        <p:spPr>
          <a:xfrm flipV="1">
            <a:off x="2130407" y="4732300"/>
            <a:ext cx="17158" cy="5200184"/>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66" name="Rectangle 65">
            <a:extLst>
              <a:ext uri="{FF2B5EF4-FFF2-40B4-BE49-F238E27FC236}">
                <a16:creationId xmlns:a16="http://schemas.microsoft.com/office/drawing/2014/main" id="{8D4551EC-6E5A-16AA-C046-ED28246C3CFC}"/>
              </a:ext>
            </a:extLst>
          </p:cNvPr>
          <p:cNvSpPr/>
          <p:nvPr/>
        </p:nvSpPr>
        <p:spPr>
          <a:xfrm>
            <a:off x="6288127" y="4370280"/>
            <a:ext cx="802098" cy="36202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a:solidFill>
                  <a:prstClr val="black"/>
                </a:solidFill>
                <a:latin typeface="Calibri"/>
              </a:rPr>
              <a:t>Accord</a:t>
            </a:r>
            <a:endParaRPr lang="fr-FR" sz="2000" kern="1200">
              <a:solidFill>
                <a:prstClr val="black"/>
              </a:solidFill>
              <a:latin typeface="Calibri"/>
            </a:endParaRPr>
          </a:p>
        </p:txBody>
      </p:sp>
      <p:cxnSp>
        <p:nvCxnSpPr>
          <p:cNvPr id="67" name="Connecteur droit avec flèche 66">
            <a:extLst>
              <a:ext uri="{FF2B5EF4-FFF2-40B4-BE49-F238E27FC236}">
                <a16:creationId xmlns:a16="http://schemas.microsoft.com/office/drawing/2014/main" id="{BF276D92-1129-2BD1-D0B1-FF2B50FA00AF}"/>
              </a:ext>
            </a:extLst>
          </p:cNvPr>
          <p:cNvCxnSpPr>
            <a:cxnSpLocks/>
            <a:stCxn id="292" idx="3"/>
          </p:cNvCxnSpPr>
          <p:nvPr/>
        </p:nvCxnSpPr>
        <p:spPr>
          <a:xfrm flipV="1">
            <a:off x="6961139" y="4774704"/>
            <a:ext cx="7422" cy="544718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78" name="Connecteur : en angle 77">
            <a:extLst>
              <a:ext uri="{FF2B5EF4-FFF2-40B4-BE49-F238E27FC236}">
                <a16:creationId xmlns:a16="http://schemas.microsoft.com/office/drawing/2014/main" id="{71FC831C-5D33-9BE7-17B8-8C9BF35834F6}"/>
              </a:ext>
            </a:extLst>
          </p:cNvPr>
          <p:cNvCxnSpPr>
            <a:cxnSpLocks/>
          </p:cNvCxnSpPr>
          <p:nvPr/>
        </p:nvCxnSpPr>
        <p:spPr>
          <a:xfrm rot="5400000">
            <a:off x="6464694" y="3085776"/>
            <a:ext cx="1503253" cy="1054287"/>
          </a:xfrm>
          <a:prstGeom prst="bentConnector3">
            <a:avLst/>
          </a:prstGeom>
          <a:ln w="28575" cap="flat" cmpd="sng" algn="ctr">
            <a:solidFill>
              <a:schemeClr val="dk1"/>
            </a:solidFill>
            <a:prstDash val="solid"/>
            <a:round/>
            <a:headEnd type="arrow" w="med" len="med"/>
            <a:tailEnd type="none" w="med" len="med"/>
          </a:ln>
        </p:spPr>
        <p:style>
          <a:lnRef idx="0">
            <a:scrgbClr r="0" g="0" b="0"/>
          </a:lnRef>
          <a:fillRef idx="0">
            <a:scrgbClr r="0" g="0" b="0"/>
          </a:fillRef>
          <a:effectRef idx="0">
            <a:scrgbClr r="0" g="0" b="0"/>
          </a:effectRef>
          <a:fontRef idx="minor">
            <a:schemeClr val="tx1"/>
          </a:fontRef>
        </p:style>
      </p:cxnSp>
      <p:sp>
        <p:nvSpPr>
          <p:cNvPr id="292" name="Parchemin : vertical 291">
            <a:extLst>
              <a:ext uri="{FF2B5EF4-FFF2-40B4-BE49-F238E27FC236}">
                <a16:creationId xmlns:a16="http://schemas.microsoft.com/office/drawing/2014/main" id="{6D21010A-F778-A9D5-6C19-DC2E8A4D17E0}"/>
              </a:ext>
            </a:extLst>
          </p:cNvPr>
          <p:cNvSpPr/>
          <p:nvPr/>
        </p:nvSpPr>
        <p:spPr>
          <a:xfrm>
            <a:off x="5704926" y="10012325"/>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94" name="Parchemin : vertical 293">
            <a:extLst>
              <a:ext uri="{FF2B5EF4-FFF2-40B4-BE49-F238E27FC236}">
                <a16:creationId xmlns:a16="http://schemas.microsoft.com/office/drawing/2014/main" id="{7944C28F-15B3-85AE-B412-CA4F7CAECB1D}"/>
              </a:ext>
            </a:extLst>
          </p:cNvPr>
          <p:cNvSpPr/>
          <p:nvPr/>
        </p:nvSpPr>
        <p:spPr>
          <a:xfrm>
            <a:off x="2273550" y="6589843"/>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95" name="Parchemin : vertical 294">
            <a:extLst>
              <a:ext uri="{FF2B5EF4-FFF2-40B4-BE49-F238E27FC236}">
                <a16:creationId xmlns:a16="http://schemas.microsoft.com/office/drawing/2014/main" id="{2C6748B8-C80A-4AAA-5E30-645EBE3A0B0E}"/>
              </a:ext>
            </a:extLst>
          </p:cNvPr>
          <p:cNvSpPr/>
          <p:nvPr/>
        </p:nvSpPr>
        <p:spPr>
          <a:xfrm>
            <a:off x="1835710" y="10057553"/>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309" name="Parchemin : vertical 308">
            <a:extLst>
              <a:ext uri="{FF2B5EF4-FFF2-40B4-BE49-F238E27FC236}">
                <a16:creationId xmlns:a16="http://schemas.microsoft.com/office/drawing/2014/main" id="{816CCCB7-21A7-2AA9-1950-CC5A9426C4BD}"/>
              </a:ext>
            </a:extLst>
          </p:cNvPr>
          <p:cNvSpPr/>
          <p:nvPr/>
        </p:nvSpPr>
        <p:spPr>
          <a:xfrm>
            <a:off x="7577558" y="3831307"/>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346" name="Organigramme : Bande perforée 345">
            <a:extLst>
              <a:ext uri="{FF2B5EF4-FFF2-40B4-BE49-F238E27FC236}">
                <a16:creationId xmlns:a16="http://schemas.microsoft.com/office/drawing/2014/main" id="{F89BAB0F-1A3A-32C7-4E6D-5A1DB9A419C7}"/>
              </a:ext>
            </a:extLst>
          </p:cNvPr>
          <p:cNvSpPr/>
          <p:nvPr/>
        </p:nvSpPr>
        <p:spPr>
          <a:xfrm>
            <a:off x="18451009" y="12082021"/>
            <a:ext cx="2373338" cy="1324234"/>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rgbClr val="FFFFFF"/>
                </a:solidFill>
              </a:rPr>
              <a:t>Etat de sortie des astreintes réalisées format CNPR</a:t>
            </a:r>
          </a:p>
        </p:txBody>
      </p:sp>
      <p:sp>
        <p:nvSpPr>
          <p:cNvPr id="3" name="Espace réservé du texte 5">
            <a:extLst>
              <a:ext uri="{FF2B5EF4-FFF2-40B4-BE49-F238E27FC236}">
                <a16:creationId xmlns:a16="http://schemas.microsoft.com/office/drawing/2014/main" id="{F1FBE655-594D-E237-8EEC-D102A7D6D86E}"/>
              </a:ext>
            </a:extLst>
          </p:cNvPr>
          <p:cNvSpPr txBox="1">
            <a:spLocks/>
          </p:cNvSpPr>
          <p:nvPr/>
        </p:nvSpPr>
        <p:spPr>
          <a:xfrm>
            <a:off x="4300962" y="171112"/>
            <a:ext cx="18980270" cy="84125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b">
            <a:spAutoFit/>
          </a:bodyPr>
          <a:lstStyle>
            <a:lvl1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1pPr>
            <a:lvl2pPr marL="12192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2pPr>
            <a:lvl3pPr marL="18288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3pPr>
            <a:lvl4pPr marL="24384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4pPr>
            <a:lvl5pPr marL="30480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5pPr>
            <a:lvl6pPr marL="34290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6pPr>
            <a:lvl7pPr marL="40386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7pPr>
            <a:lvl8pPr marL="46482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8pPr>
            <a:lvl9pPr marL="52578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9pPr>
          </a:lstStyle>
          <a:p>
            <a:pPr hangingPunct="1"/>
            <a:r>
              <a:rPr lang="fr-FR"/>
              <a:t>8 – Expression de besoin – Logigramme Astreintes</a:t>
            </a:r>
            <a:endParaRPr lang="en-GB"/>
          </a:p>
        </p:txBody>
      </p:sp>
      <p:sp>
        <p:nvSpPr>
          <p:cNvPr id="5" name="Numéro de diapositive">
            <a:extLst>
              <a:ext uri="{FF2B5EF4-FFF2-40B4-BE49-F238E27FC236}">
                <a16:creationId xmlns:a16="http://schemas.microsoft.com/office/drawing/2014/main" id="{3FFD4206-021D-32E1-40D7-94A300D6CB84}"/>
              </a:ext>
            </a:extLst>
          </p:cNvPr>
          <p:cNvSpPr txBox="1">
            <a:spLocks/>
          </p:cNvSpPr>
          <p:nvPr/>
        </p:nvSpPr>
        <p:spPr>
          <a:xfrm>
            <a:off x="23708646" y="12775849"/>
            <a:ext cx="484451" cy="4142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z="2000" smtClean="0">
                <a:solidFill>
                  <a:srgbClr val="FFFFFF"/>
                </a:solidFill>
              </a:rPr>
              <a:pPr/>
              <a:t>22</a:t>
            </a:fld>
            <a:endParaRPr lang="fr-FR" sz="2000">
              <a:solidFill>
                <a:srgbClr val="FFFFFF"/>
              </a:solidFill>
            </a:endParaRPr>
          </a:p>
        </p:txBody>
      </p:sp>
      <p:sp>
        <p:nvSpPr>
          <p:cNvPr id="18" name="Rectangle : coins arrondis 17">
            <a:extLst>
              <a:ext uri="{FF2B5EF4-FFF2-40B4-BE49-F238E27FC236}">
                <a16:creationId xmlns:a16="http://schemas.microsoft.com/office/drawing/2014/main" id="{05A4DE40-B15F-625D-45B2-80035F2E992C}"/>
              </a:ext>
            </a:extLst>
          </p:cNvPr>
          <p:cNvSpPr/>
          <p:nvPr/>
        </p:nvSpPr>
        <p:spPr>
          <a:xfrm>
            <a:off x="10953096" y="3147890"/>
            <a:ext cx="2927288" cy="924872"/>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a:solidFill>
                  <a:prstClr val="black"/>
                </a:solidFill>
                <a:latin typeface="Calibri"/>
              </a:rPr>
              <a:t>Relancer le manager si intervention</a:t>
            </a:r>
          </a:p>
          <a:p>
            <a:pPr defTabSz="1828800" hangingPunct="1">
              <a:defRPr/>
            </a:pPr>
            <a:r>
              <a:rPr lang="fr-FR" sz="2000" kern="1200">
                <a:solidFill>
                  <a:prstClr val="black"/>
                </a:solidFill>
                <a:latin typeface="Calibri"/>
              </a:rPr>
              <a:t>(1 relance)</a:t>
            </a:r>
          </a:p>
        </p:txBody>
      </p:sp>
      <p:cxnSp>
        <p:nvCxnSpPr>
          <p:cNvPr id="20" name="Connecteur droit avec flèche 19">
            <a:extLst>
              <a:ext uri="{FF2B5EF4-FFF2-40B4-BE49-F238E27FC236}">
                <a16:creationId xmlns:a16="http://schemas.microsoft.com/office/drawing/2014/main" id="{92115EAD-74B9-416E-D303-46AECA0C8EE7}"/>
              </a:ext>
            </a:extLst>
          </p:cNvPr>
          <p:cNvCxnSpPr>
            <a:stCxn id="43" idx="3"/>
          </p:cNvCxnSpPr>
          <p:nvPr/>
        </p:nvCxnSpPr>
        <p:spPr>
          <a:xfrm>
            <a:off x="9752059" y="3610326"/>
            <a:ext cx="1201037" cy="31847"/>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22" name="Organigramme : Décision 21">
            <a:extLst>
              <a:ext uri="{FF2B5EF4-FFF2-40B4-BE49-F238E27FC236}">
                <a16:creationId xmlns:a16="http://schemas.microsoft.com/office/drawing/2014/main" id="{CA5FB268-E70C-BD6E-F4B4-ECBEDBB0D96E}"/>
              </a:ext>
            </a:extLst>
          </p:cNvPr>
          <p:cNvSpPr/>
          <p:nvPr/>
        </p:nvSpPr>
        <p:spPr>
          <a:xfrm>
            <a:off x="11502352" y="4402130"/>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23" name="Connecteur droit avec flèche 22">
            <a:extLst>
              <a:ext uri="{FF2B5EF4-FFF2-40B4-BE49-F238E27FC236}">
                <a16:creationId xmlns:a16="http://schemas.microsoft.com/office/drawing/2014/main" id="{D4FFECF3-3298-7AE9-4EE4-60CE6428D57C}"/>
              </a:ext>
            </a:extLst>
          </p:cNvPr>
          <p:cNvCxnSpPr>
            <a:cxnSpLocks/>
            <a:endCxn id="22" idx="0"/>
          </p:cNvCxnSpPr>
          <p:nvPr/>
        </p:nvCxnSpPr>
        <p:spPr>
          <a:xfrm flipH="1">
            <a:off x="11988645" y="4059093"/>
            <a:ext cx="31885" cy="343037"/>
          </a:xfrm>
          <a:prstGeom prst="straightConnector1">
            <a:avLst/>
          </a:prstGeom>
          <a:ln w="28575" cap="flat" cmpd="sng" algn="ctr">
            <a:solidFill>
              <a:schemeClr val="dk1"/>
            </a:solidFill>
            <a:prstDash val="solid"/>
            <a:round/>
            <a:headEnd type="triangle" w="med" len="med"/>
            <a:tailEnd type="triangle" w="med" len="med"/>
          </a:ln>
        </p:spPr>
        <p:style>
          <a:lnRef idx="0">
            <a:scrgbClr r="0" g="0" b="0"/>
          </a:lnRef>
          <a:fillRef idx="0">
            <a:scrgbClr r="0" g="0" b="0"/>
          </a:fillRef>
          <a:effectRef idx="0">
            <a:scrgbClr r="0" g="0" b="0"/>
          </a:effectRef>
          <a:fontRef idx="minor">
            <a:schemeClr val="tx1"/>
          </a:fontRef>
        </p:style>
      </p:cxnSp>
      <p:cxnSp>
        <p:nvCxnSpPr>
          <p:cNvPr id="26" name="Connecteur droit avec flèche 25">
            <a:extLst>
              <a:ext uri="{FF2B5EF4-FFF2-40B4-BE49-F238E27FC236}">
                <a16:creationId xmlns:a16="http://schemas.microsoft.com/office/drawing/2014/main" id="{118F397B-199B-28DD-0E7E-A83831F52479}"/>
              </a:ext>
            </a:extLst>
          </p:cNvPr>
          <p:cNvCxnSpPr/>
          <p:nvPr/>
        </p:nvCxnSpPr>
        <p:spPr>
          <a:xfrm>
            <a:off x="12463742" y="4581736"/>
            <a:ext cx="1201037" cy="31847"/>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27" name="ZoneTexte 26">
            <a:extLst>
              <a:ext uri="{FF2B5EF4-FFF2-40B4-BE49-F238E27FC236}">
                <a16:creationId xmlns:a16="http://schemas.microsoft.com/office/drawing/2014/main" id="{EB90253D-72C2-5B4C-9F39-D085D239FA3E}"/>
              </a:ext>
            </a:extLst>
          </p:cNvPr>
          <p:cNvSpPr txBox="1"/>
          <p:nvPr/>
        </p:nvSpPr>
        <p:spPr>
          <a:xfrm>
            <a:off x="12833329" y="4226802"/>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sp>
        <p:nvSpPr>
          <p:cNvPr id="28" name="ZoneTexte 27">
            <a:extLst>
              <a:ext uri="{FF2B5EF4-FFF2-40B4-BE49-F238E27FC236}">
                <a16:creationId xmlns:a16="http://schemas.microsoft.com/office/drawing/2014/main" id="{F060C3C4-1537-0313-EB4B-CD1925AD8856}"/>
              </a:ext>
            </a:extLst>
          </p:cNvPr>
          <p:cNvSpPr txBox="1"/>
          <p:nvPr/>
        </p:nvSpPr>
        <p:spPr>
          <a:xfrm>
            <a:off x="11461315" y="4839197"/>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
        <p:nvSpPr>
          <p:cNvPr id="29" name="Rectangle 28">
            <a:extLst>
              <a:ext uri="{FF2B5EF4-FFF2-40B4-BE49-F238E27FC236}">
                <a16:creationId xmlns:a16="http://schemas.microsoft.com/office/drawing/2014/main" id="{CB22B2B5-7B55-64BF-00E4-A003E9DA77FC}"/>
              </a:ext>
            </a:extLst>
          </p:cNvPr>
          <p:cNvSpPr/>
          <p:nvPr/>
        </p:nvSpPr>
        <p:spPr>
          <a:xfrm>
            <a:off x="13439583" y="5775155"/>
            <a:ext cx="1349866" cy="1565397"/>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a:solidFill>
                  <a:prstClr val="black"/>
                </a:solidFill>
                <a:latin typeface="Calibri"/>
              </a:rPr>
              <a:t>Cf. logigramme HS/HC Moulinette calcul</a:t>
            </a:r>
          </a:p>
        </p:txBody>
      </p:sp>
      <p:cxnSp>
        <p:nvCxnSpPr>
          <p:cNvPr id="226" name="Connecteur : en angle 225">
            <a:extLst>
              <a:ext uri="{FF2B5EF4-FFF2-40B4-BE49-F238E27FC236}">
                <a16:creationId xmlns:a16="http://schemas.microsoft.com/office/drawing/2014/main" id="{96DD33B0-79ED-87D6-0F86-EAD2C6D2C57C}"/>
              </a:ext>
            </a:extLst>
          </p:cNvPr>
          <p:cNvCxnSpPr>
            <a:cxnSpLocks/>
            <a:stCxn id="22" idx="2"/>
          </p:cNvCxnSpPr>
          <p:nvPr/>
        </p:nvCxnSpPr>
        <p:spPr>
          <a:xfrm rot="16200000" flipH="1">
            <a:off x="11696904" y="5056315"/>
            <a:ext cx="7514048" cy="6930566"/>
          </a:xfrm>
          <a:prstGeom prst="bentConnector3">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1" name="Connecteur droit avec flèche 10">
            <a:extLst>
              <a:ext uri="{FF2B5EF4-FFF2-40B4-BE49-F238E27FC236}">
                <a16:creationId xmlns:a16="http://schemas.microsoft.com/office/drawing/2014/main" id="{67CA1053-235F-6A1A-7B30-9E1107111842}"/>
              </a:ext>
            </a:extLst>
          </p:cNvPr>
          <p:cNvCxnSpPr>
            <a:cxnSpLocks/>
          </p:cNvCxnSpPr>
          <p:nvPr/>
        </p:nvCxnSpPr>
        <p:spPr>
          <a:xfrm>
            <a:off x="12585033" y="4613583"/>
            <a:ext cx="0" cy="3223411"/>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5" name="Connecteur droit avec flèche 14">
            <a:extLst>
              <a:ext uri="{FF2B5EF4-FFF2-40B4-BE49-F238E27FC236}">
                <a16:creationId xmlns:a16="http://schemas.microsoft.com/office/drawing/2014/main" id="{D0FE5019-3AB7-9F6B-92B3-7C0D50B6331E}"/>
              </a:ext>
            </a:extLst>
          </p:cNvPr>
          <p:cNvCxnSpPr>
            <a:cxnSpLocks/>
          </p:cNvCxnSpPr>
          <p:nvPr/>
        </p:nvCxnSpPr>
        <p:spPr>
          <a:xfrm>
            <a:off x="12585033" y="7794104"/>
            <a:ext cx="6955586" cy="0"/>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9" name="Connecteur droit avec flèche 18">
            <a:extLst>
              <a:ext uri="{FF2B5EF4-FFF2-40B4-BE49-F238E27FC236}">
                <a16:creationId xmlns:a16="http://schemas.microsoft.com/office/drawing/2014/main" id="{B76584B7-45E6-B829-C48E-28E42248D4E7}"/>
              </a:ext>
            </a:extLst>
          </p:cNvPr>
          <p:cNvCxnSpPr/>
          <p:nvPr/>
        </p:nvCxnSpPr>
        <p:spPr>
          <a:xfrm>
            <a:off x="19540619" y="7794104"/>
            <a:ext cx="0" cy="4287917"/>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8" name="Parchemin : vertical 7">
            <a:extLst>
              <a:ext uri="{FF2B5EF4-FFF2-40B4-BE49-F238E27FC236}">
                <a16:creationId xmlns:a16="http://schemas.microsoft.com/office/drawing/2014/main" id="{16FED06D-6669-7E27-437C-9562E13FD2B6}"/>
              </a:ext>
            </a:extLst>
          </p:cNvPr>
          <p:cNvSpPr/>
          <p:nvPr/>
        </p:nvSpPr>
        <p:spPr>
          <a:xfrm>
            <a:off x="2590379" y="4895251"/>
            <a:ext cx="1638770" cy="1028404"/>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r>
              <a:rPr lang="fr-FR" sz="1200" b="1">
                <a:solidFill>
                  <a:schemeClr val="tx1"/>
                </a:solidFill>
              </a:rPr>
              <a:t>Directeur ou sous directeur éventuellement</a:t>
            </a:r>
            <a:endParaRPr lang="fr-FR" sz="1600">
              <a:solidFill>
                <a:schemeClr val="tx1"/>
              </a:solidFill>
            </a:endParaRPr>
          </a:p>
        </p:txBody>
      </p:sp>
      <p:cxnSp>
        <p:nvCxnSpPr>
          <p:cNvPr id="9" name="Connecteur droit avec flèche 8">
            <a:extLst>
              <a:ext uri="{FF2B5EF4-FFF2-40B4-BE49-F238E27FC236}">
                <a16:creationId xmlns:a16="http://schemas.microsoft.com/office/drawing/2014/main" id="{F2CE8C69-2D0E-2ED6-21EE-96F5292EF984}"/>
              </a:ext>
            </a:extLst>
          </p:cNvPr>
          <p:cNvCxnSpPr>
            <a:cxnSpLocks/>
          </p:cNvCxnSpPr>
          <p:nvPr/>
        </p:nvCxnSpPr>
        <p:spPr>
          <a:xfrm flipH="1">
            <a:off x="4155685" y="3510610"/>
            <a:ext cx="850593" cy="1419239"/>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6" name="Parchemin : vertical 15">
            <a:extLst>
              <a:ext uri="{FF2B5EF4-FFF2-40B4-BE49-F238E27FC236}">
                <a16:creationId xmlns:a16="http://schemas.microsoft.com/office/drawing/2014/main" id="{5AD3575D-606F-C9BF-07C1-61F31662917A}"/>
              </a:ext>
            </a:extLst>
          </p:cNvPr>
          <p:cNvSpPr/>
          <p:nvPr/>
        </p:nvSpPr>
        <p:spPr>
          <a:xfrm>
            <a:off x="2173911" y="7050428"/>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a:t>
            </a:r>
          </a:p>
        </p:txBody>
      </p:sp>
      <p:sp>
        <p:nvSpPr>
          <p:cNvPr id="21" name="Parchemin : vertical 20">
            <a:extLst>
              <a:ext uri="{FF2B5EF4-FFF2-40B4-BE49-F238E27FC236}">
                <a16:creationId xmlns:a16="http://schemas.microsoft.com/office/drawing/2014/main" id="{9302C2BC-4A6E-9077-F43C-F1F7CCCB52EF}"/>
              </a:ext>
            </a:extLst>
          </p:cNvPr>
          <p:cNvSpPr/>
          <p:nvPr/>
        </p:nvSpPr>
        <p:spPr>
          <a:xfrm>
            <a:off x="1758449" y="10476687"/>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+salarié</a:t>
            </a:r>
          </a:p>
        </p:txBody>
      </p:sp>
      <p:sp>
        <p:nvSpPr>
          <p:cNvPr id="25" name="Parchemin : vertical 24">
            <a:extLst>
              <a:ext uri="{FF2B5EF4-FFF2-40B4-BE49-F238E27FC236}">
                <a16:creationId xmlns:a16="http://schemas.microsoft.com/office/drawing/2014/main" id="{50E58556-7456-A88B-FB7B-F25FBAA7DA0F}"/>
              </a:ext>
            </a:extLst>
          </p:cNvPr>
          <p:cNvSpPr/>
          <p:nvPr/>
        </p:nvSpPr>
        <p:spPr>
          <a:xfrm>
            <a:off x="5627665" y="10476687"/>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+salarié</a:t>
            </a:r>
          </a:p>
        </p:txBody>
      </p:sp>
      <p:sp>
        <p:nvSpPr>
          <p:cNvPr id="30" name="Parchemin : vertical 29">
            <a:extLst>
              <a:ext uri="{FF2B5EF4-FFF2-40B4-BE49-F238E27FC236}">
                <a16:creationId xmlns:a16="http://schemas.microsoft.com/office/drawing/2014/main" id="{AFFC12A5-51AA-3430-E772-50398E8170F8}"/>
              </a:ext>
            </a:extLst>
          </p:cNvPr>
          <p:cNvSpPr/>
          <p:nvPr/>
        </p:nvSpPr>
        <p:spPr>
          <a:xfrm>
            <a:off x="7488877" y="4302096"/>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GAP + salarié</a:t>
            </a:r>
          </a:p>
        </p:txBody>
      </p:sp>
      <p:sp>
        <p:nvSpPr>
          <p:cNvPr id="7" name="Rectangle 6">
            <a:extLst>
              <a:ext uri="{FF2B5EF4-FFF2-40B4-BE49-F238E27FC236}">
                <a16:creationId xmlns:a16="http://schemas.microsoft.com/office/drawing/2014/main" id="{DB6F7FE8-1AF2-023C-A504-FCFECFEACEB1}"/>
              </a:ext>
            </a:extLst>
          </p:cNvPr>
          <p:cNvSpPr/>
          <p:nvPr/>
        </p:nvSpPr>
        <p:spPr>
          <a:xfrm>
            <a:off x="15730598" y="4528870"/>
            <a:ext cx="1572862" cy="1843439"/>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a:solidFill>
                  <a:prstClr val="black"/>
                </a:solidFill>
                <a:latin typeface="Calibri"/>
              </a:rPr>
              <a:t>Cf. Logigramme Heures intervention – Cadre au forfait </a:t>
            </a:r>
          </a:p>
        </p:txBody>
      </p:sp>
      <p:sp>
        <p:nvSpPr>
          <p:cNvPr id="13" name="Rectangle 12">
            <a:extLst>
              <a:ext uri="{FF2B5EF4-FFF2-40B4-BE49-F238E27FC236}">
                <a16:creationId xmlns:a16="http://schemas.microsoft.com/office/drawing/2014/main" id="{F211B1C0-517A-60D4-0B63-88D793F3C2A9}"/>
              </a:ext>
            </a:extLst>
          </p:cNvPr>
          <p:cNvSpPr/>
          <p:nvPr/>
        </p:nvSpPr>
        <p:spPr>
          <a:xfrm>
            <a:off x="7752747" y="5625741"/>
            <a:ext cx="802098" cy="36202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kern="1200">
                <a:solidFill>
                  <a:prstClr val="black"/>
                </a:solidFill>
                <a:latin typeface="Calibri"/>
              </a:rPr>
              <a:t>Fin</a:t>
            </a:r>
          </a:p>
        </p:txBody>
      </p:sp>
      <p:cxnSp>
        <p:nvCxnSpPr>
          <p:cNvPr id="31" name="Connecteur droit avec flèche 30">
            <a:extLst>
              <a:ext uri="{FF2B5EF4-FFF2-40B4-BE49-F238E27FC236}">
                <a16:creationId xmlns:a16="http://schemas.microsoft.com/office/drawing/2014/main" id="{45B50C85-C924-35DA-D474-52749437994F}"/>
              </a:ext>
            </a:extLst>
          </p:cNvPr>
          <p:cNvCxnSpPr>
            <a:cxnSpLocks/>
            <a:endCxn id="13" idx="0"/>
          </p:cNvCxnSpPr>
          <p:nvPr/>
        </p:nvCxnSpPr>
        <p:spPr>
          <a:xfrm flipH="1">
            <a:off x="8153796" y="5103004"/>
            <a:ext cx="28013" cy="522737"/>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9" name="Organigramme : Décision 228">
            <a:extLst>
              <a:ext uri="{FF2B5EF4-FFF2-40B4-BE49-F238E27FC236}">
                <a16:creationId xmlns:a16="http://schemas.microsoft.com/office/drawing/2014/main" id="{5882DE48-8FB1-DBB7-FFEF-603320AF7516}"/>
              </a:ext>
            </a:extLst>
          </p:cNvPr>
          <p:cNvSpPr/>
          <p:nvPr/>
        </p:nvSpPr>
        <p:spPr>
          <a:xfrm>
            <a:off x="13597386" y="4419506"/>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231" name="Connecteur droit avec flèche 230">
            <a:extLst>
              <a:ext uri="{FF2B5EF4-FFF2-40B4-BE49-F238E27FC236}">
                <a16:creationId xmlns:a16="http://schemas.microsoft.com/office/drawing/2014/main" id="{C8F1846A-AF1B-C708-6E7F-16A9696F31F3}"/>
              </a:ext>
            </a:extLst>
          </p:cNvPr>
          <p:cNvCxnSpPr>
            <a:cxnSpLocks/>
          </p:cNvCxnSpPr>
          <p:nvPr/>
        </p:nvCxnSpPr>
        <p:spPr>
          <a:xfrm>
            <a:off x="14083679" y="4839197"/>
            <a:ext cx="0" cy="911500"/>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235" name="ZoneTexte 234">
            <a:extLst>
              <a:ext uri="{FF2B5EF4-FFF2-40B4-BE49-F238E27FC236}">
                <a16:creationId xmlns:a16="http://schemas.microsoft.com/office/drawing/2014/main" id="{BC614748-524F-7E98-10DB-06ABE27D311A}"/>
              </a:ext>
            </a:extLst>
          </p:cNvPr>
          <p:cNvSpPr txBox="1"/>
          <p:nvPr/>
        </p:nvSpPr>
        <p:spPr>
          <a:xfrm>
            <a:off x="13921421" y="3874308"/>
            <a:ext cx="1049990" cy="646331"/>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Si cadre au forfait</a:t>
            </a:r>
          </a:p>
        </p:txBody>
      </p:sp>
      <p:sp>
        <p:nvSpPr>
          <p:cNvPr id="239" name="ZoneTexte 238">
            <a:extLst>
              <a:ext uri="{FF2B5EF4-FFF2-40B4-BE49-F238E27FC236}">
                <a16:creationId xmlns:a16="http://schemas.microsoft.com/office/drawing/2014/main" id="{939F07F3-40C6-5AB7-30F3-CFF44F69CE4A}"/>
              </a:ext>
            </a:extLst>
          </p:cNvPr>
          <p:cNvSpPr txBox="1"/>
          <p:nvPr/>
        </p:nvSpPr>
        <p:spPr>
          <a:xfrm>
            <a:off x="15068604" y="4604858"/>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cxnSp>
        <p:nvCxnSpPr>
          <p:cNvPr id="241" name="Connecteur droit avec flèche 240">
            <a:extLst>
              <a:ext uri="{FF2B5EF4-FFF2-40B4-BE49-F238E27FC236}">
                <a16:creationId xmlns:a16="http://schemas.microsoft.com/office/drawing/2014/main" id="{8505C823-829E-7D9F-72E1-31E0AC2F6DF4}"/>
              </a:ext>
            </a:extLst>
          </p:cNvPr>
          <p:cNvCxnSpPr/>
          <p:nvPr/>
        </p:nvCxnSpPr>
        <p:spPr>
          <a:xfrm>
            <a:off x="14569972" y="4596134"/>
            <a:ext cx="1160626" cy="17449"/>
          </a:xfrm>
          <a:prstGeom prst="straightConnector1">
            <a:avLst/>
          </a:prstGeom>
          <a:ln w="28575"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242" name="ZoneTexte 241">
            <a:extLst>
              <a:ext uri="{FF2B5EF4-FFF2-40B4-BE49-F238E27FC236}">
                <a16:creationId xmlns:a16="http://schemas.microsoft.com/office/drawing/2014/main" id="{72A965C5-63FA-1204-821A-AA591477A6AF}"/>
              </a:ext>
            </a:extLst>
          </p:cNvPr>
          <p:cNvSpPr txBox="1"/>
          <p:nvPr/>
        </p:nvSpPr>
        <p:spPr>
          <a:xfrm>
            <a:off x="14051750" y="5259068"/>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Tree>
    <p:extLst>
      <p:ext uri="{BB962C8B-B14F-4D97-AF65-F5344CB8AC3E}">
        <p14:creationId xmlns:p14="http://schemas.microsoft.com/office/powerpoint/2010/main" val="1838144631"/>
      </p:ext>
    </p:extLst>
  </p:cSld>
  <p:clrMapOvr>
    <a:masterClrMapping/>
  </p:clrMapOvr>
  <p:transition>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 name="Tableau 2">
            <a:extLst>
              <a:ext uri="{FF2B5EF4-FFF2-40B4-BE49-F238E27FC236}">
                <a16:creationId xmlns:a16="http://schemas.microsoft.com/office/drawing/2014/main" id="{8D3996C1-7D97-408A-94AE-1A97C27AEFAC}"/>
              </a:ext>
            </a:extLst>
          </p:cNvPr>
          <p:cNvGraphicFramePr>
            <a:graphicFrameLocks noGrp="1"/>
          </p:cNvGraphicFramePr>
          <p:nvPr>
            <p:extLst>
              <p:ext uri="{D42A27DB-BD31-4B8C-83A1-F6EECF244321}">
                <p14:modId xmlns:p14="http://schemas.microsoft.com/office/powerpoint/2010/main" val="1125769212"/>
              </p:ext>
            </p:extLst>
          </p:nvPr>
        </p:nvGraphicFramePr>
        <p:xfrm>
          <a:off x="203024" y="1268761"/>
          <a:ext cx="23434032" cy="13688831"/>
        </p:xfrm>
        <a:graphic>
          <a:graphicData uri="http://schemas.openxmlformats.org/drawingml/2006/table">
            <a:tbl>
              <a:tblPr firstRow="1" bandRow="1">
                <a:tableStyleId>{5940675A-B579-460E-94D1-54222C63F5DA}</a:tableStyleId>
              </a:tblPr>
              <a:tblGrid>
                <a:gridCol w="1698638">
                  <a:extLst>
                    <a:ext uri="{9D8B030D-6E8A-4147-A177-3AD203B41FA5}">
                      <a16:colId xmlns:a16="http://schemas.microsoft.com/office/drawing/2014/main" val="3175292577"/>
                    </a:ext>
                  </a:extLst>
                </a:gridCol>
                <a:gridCol w="5208810">
                  <a:extLst>
                    <a:ext uri="{9D8B030D-6E8A-4147-A177-3AD203B41FA5}">
                      <a16:colId xmlns:a16="http://schemas.microsoft.com/office/drawing/2014/main" val="2290661369"/>
                    </a:ext>
                  </a:extLst>
                </a:gridCol>
                <a:gridCol w="9041968">
                  <a:extLst>
                    <a:ext uri="{9D8B030D-6E8A-4147-A177-3AD203B41FA5}">
                      <a16:colId xmlns:a16="http://schemas.microsoft.com/office/drawing/2014/main" val="2445149046"/>
                    </a:ext>
                  </a:extLst>
                </a:gridCol>
                <a:gridCol w="7484616">
                  <a:extLst>
                    <a:ext uri="{9D8B030D-6E8A-4147-A177-3AD203B41FA5}">
                      <a16:colId xmlns:a16="http://schemas.microsoft.com/office/drawing/2014/main" val="3394108044"/>
                    </a:ext>
                  </a:extLst>
                </a:gridCol>
              </a:tblGrid>
              <a:tr h="755868">
                <a:tc>
                  <a:txBody>
                    <a:bodyPr/>
                    <a:lstStyle/>
                    <a:p>
                      <a:pPr marL="0" algn="ctr" defTabSz="914400" rtl="0" eaLnBrk="1" latinLnBrk="0" hangingPunct="1"/>
                      <a:r>
                        <a:rPr lang="fr-FR" sz="2400" b="1" kern="1200" err="1">
                          <a:solidFill>
                            <a:schemeClr val="bg1"/>
                          </a:solidFill>
                          <a:latin typeface="+mn-lt"/>
                          <a:ea typeface="+mn-ea"/>
                          <a:cs typeface="+mn-cs"/>
                        </a:rPr>
                        <a:t>Aeurs</a:t>
                      </a:r>
                      <a:endParaRPr lang="fr-FR" sz="2400" b="1" kern="1200">
                        <a:solidFill>
                          <a:schemeClr val="bg1"/>
                        </a:solidFill>
                        <a:latin typeface="+mn-lt"/>
                        <a:ea typeface="+mn-ea"/>
                        <a:cs typeface="+mn-cs"/>
                      </a:endParaRP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Réalisation de l’intervention</a:t>
                      </a:r>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 date fin + 5 du dernier vendredi - calendaire   </a:t>
                      </a:r>
                    </a:p>
                  </a:txBody>
                  <a:tcPr marL="182880" marR="182880" marT="91440" marB="91440" anchor="ctr">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fr-FR" sz="2400" b="1" kern="1200">
                          <a:solidFill>
                            <a:schemeClr val="bg1"/>
                          </a:solidFill>
                          <a:latin typeface="+mn-lt"/>
                          <a:ea typeface="+mn-ea"/>
                          <a:cs typeface="+mn-cs"/>
                        </a:rPr>
                        <a:t>Avant la clôture de la paie</a:t>
                      </a:r>
                    </a:p>
                  </a:txBody>
                  <a:tcPr marL="182880" marR="182880" marT="91440" marB="91440" anchor="ctr">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9127642"/>
                  </a:ext>
                </a:extLst>
              </a:tr>
              <a:tr h="2919638">
                <a:tc>
                  <a:txBody>
                    <a:bodyPr/>
                    <a:lstStyle/>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0922311"/>
                  </a:ext>
                </a:extLst>
              </a:tr>
              <a:tr h="2984716">
                <a:tc>
                  <a:txBody>
                    <a:bodyPr/>
                    <a:lstStyle/>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8384408"/>
                  </a:ext>
                </a:extLst>
              </a:tr>
              <a:tr h="4689657">
                <a:tc>
                  <a:txBody>
                    <a:bodyPr/>
                    <a:lstStyle/>
                    <a:p>
                      <a:pPr algn="ctr"/>
                      <a:endParaRPr lang="fr-FR" sz="2200" b="1" spc="0"/>
                    </a:p>
                    <a:p>
                      <a:pPr algn="ctr"/>
                      <a:endParaRPr lang="fr-FR" sz="2200" b="1" spc="0"/>
                    </a:p>
                    <a:p>
                      <a:pPr algn="ctr"/>
                      <a:endParaRPr lang="fr-FR" sz="22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12266090"/>
                  </a:ext>
                </a:extLst>
              </a:tr>
              <a:tr h="2338952">
                <a:tc>
                  <a:txBody>
                    <a:bodyPr/>
                    <a:lstStyle/>
                    <a:p>
                      <a:pPr algn="ctr"/>
                      <a:endParaRPr lang="fr-FR" sz="2200" b="1" spc="0"/>
                    </a:p>
                    <a:p>
                      <a:pPr algn="ctr"/>
                      <a:endParaRPr lang="fr-FR" sz="1800" b="1" spc="0"/>
                    </a:p>
                  </a:txBody>
                  <a:tcPr marL="182880" marR="182880" marT="91440" marB="9144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endParaRPr lang="fr-FR" sz="3600"/>
                    </a:p>
                  </a:txBody>
                  <a:tcPr marL="182880" marR="182880" marT="91440" marB="91440">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6335305"/>
                  </a:ext>
                </a:extLst>
              </a:tr>
            </a:tbl>
          </a:graphicData>
        </a:graphic>
      </p:graphicFrame>
      <p:grpSp>
        <p:nvGrpSpPr>
          <p:cNvPr id="139" name="Groupe 138">
            <a:extLst>
              <a:ext uri="{FF2B5EF4-FFF2-40B4-BE49-F238E27FC236}">
                <a16:creationId xmlns:a16="http://schemas.microsoft.com/office/drawing/2014/main" id="{DBB38C55-E0CE-4406-8EA4-EF7BEA5A1994}"/>
              </a:ext>
            </a:extLst>
          </p:cNvPr>
          <p:cNvGrpSpPr/>
          <p:nvPr/>
        </p:nvGrpSpPr>
        <p:grpSpPr>
          <a:xfrm>
            <a:off x="239717" y="8995888"/>
            <a:ext cx="1424542" cy="969332"/>
            <a:chOff x="-4599" y="2709954"/>
            <a:chExt cx="712271" cy="484666"/>
          </a:xfrm>
        </p:grpSpPr>
        <p:grpSp>
          <p:nvGrpSpPr>
            <p:cNvPr id="140" name="Groupe 139">
              <a:extLst>
                <a:ext uri="{FF2B5EF4-FFF2-40B4-BE49-F238E27FC236}">
                  <a16:creationId xmlns:a16="http://schemas.microsoft.com/office/drawing/2014/main" id="{AA4CC702-C9A3-46BA-A2CD-41C61D50BC17}"/>
                </a:ext>
              </a:extLst>
            </p:cNvPr>
            <p:cNvGrpSpPr/>
            <p:nvPr/>
          </p:nvGrpSpPr>
          <p:grpSpPr>
            <a:xfrm>
              <a:off x="225456" y="2709954"/>
              <a:ext cx="272783" cy="285000"/>
              <a:chOff x="234981" y="3192758"/>
              <a:chExt cx="272783" cy="285000"/>
            </a:xfrm>
          </p:grpSpPr>
          <p:sp>
            <p:nvSpPr>
              <p:cNvPr id="143" name="Forme libre : forme 142">
                <a:extLst>
                  <a:ext uri="{FF2B5EF4-FFF2-40B4-BE49-F238E27FC236}">
                    <a16:creationId xmlns:a16="http://schemas.microsoft.com/office/drawing/2014/main" id="{A1768CA8-CC28-48F2-A23C-8E3A787EB412}"/>
                  </a:ext>
                </a:extLst>
              </p:cNvPr>
              <p:cNvSpPr/>
              <p:nvPr/>
            </p:nvSpPr>
            <p:spPr>
              <a:xfrm>
                <a:off x="234981" y="3357758"/>
                <a:ext cx="272783" cy="120000"/>
              </a:xfrm>
              <a:custGeom>
                <a:avLst/>
                <a:gdLst>
                  <a:gd name="connsiteX0" fmla="*/ 259144 w 272783"/>
                  <a:gd name="connsiteY0" fmla="*/ 36000 h 120000"/>
                  <a:gd name="connsiteX1" fmla="*/ 192653 w 272783"/>
                  <a:gd name="connsiteY1" fmla="*/ 7500 h 120000"/>
                  <a:gd name="connsiteX2" fmla="*/ 136392 w 272783"/>
                  <a:gd name="connsiteY2" fmla="*/ 0 h 120000"/>
                  <a:gd name="connsiteX3" fmla="*/ 80130 w 272783"/>
                  <a:gd name="connsiteY3" fmla="*/ 7500 h 120000"/>
                  <a:gd name="connsiteX4" fmla="*/ 13639 w 272783"/>
                  <a:gd name="connsiteY4" fmla="*/ 36000 h 120000"/>
                  <a:gd name="connsiteX5" fmla="*/ 0 w 272783"/>
                  <a:gd name="connsiteY5" fmla="*/ 60000 h 120000"/>
                  <a:gd name="connsiteX6" fmla="*/ 0 w 272783"/>
                  <a:gd name="connsiteY6" fmla="*/ 120000 h 120000"/>
                  <a:gd name="connsiteX7" fmla="*/ 272783 w 272783"/>
                  <a:gd name="connsiteY7" fmla="*/ 120000 h 120000"/>
                  <a:gd name="connsiteX8" fmla="*/ 272783 w 272783"/>
                  <a:gd name="connsiteY8" fmla="*/ 60000 h 120000"/>
                  <a:gd name="connsiteX9" fmla="*/ 259144 w 272783"/>
                  <a:gd name="connsiteY9" fmla="*/ 36000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2783" h="120000">
                    <a:moveTo>
                      <a:pt x="259144" y="36000"/>
                    </a:moveTo>
                    <a:cubicBezTo>
                      <a:pt x="240390" y="22500"/>
                      <a:pt x="216522" y="13500"/>
                      <a:pt x="192653" y="7500"/>
                    </a:cubicBezTo>
                    <a:cubicBezTo>
                      <a:pt x="175604" y="3000"/>
                      <a:pt x="156850" y="0"/>
                      <a:pt x="136392" y="0"/>
                    </a:cubicBezTo>
                    <a:cubicBezTo>
                      <a:pt x="117638" y="0"/>
                      <a:pt x="98884" y="3000"/>
                      <a:pt x="80130" y="7500"/>
                    </a:cubicBezTo>
                    <a:cubicBezTo>
                      <a:pt x="56262" y="13500"/>
                      <a:pt x="32393" y="24000"/>
                      <a:pt x="13639" y="36000"/>
                    </a:cubicBezTo>
                    <a:cubicBezTo>
                      <a:pt x="5115" y="42000"/>
                      <a:pt x="0" y="51000"/>
                      <a:pt x="0" y="60000"/>
                    </a:cubicBezTo>
                    <a:lnTo>
                      <a:pt x="0" y="120000"/>
                    </a:lnTo>
                    <a:lnTo>
                      <a:pt x="272783" y="120000"/>
                    </a:lnTo>
                    <a:lnTo>
                      <a:pt x="272783" y="60000"/>
                    </a:lnTo>
                    <a:cubicBezTo>
                      <a:pt x="272783" y="51000"/>
                      <a:pt x="267669" y="42000"/>
                      <a:pt x="259144" y="36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4" name="Forme libre : forme 143">
                <a:extLst>
                  <a:ext uri="{FF2B5EF4-FFF2-40B4-BE49-F238E27FC236}">
                    <a16:creationId xmlns:a16="http://schemas.microsoft.com/office/drawing/2014/main" id="{685A5E2F-CA46-4EA7-94F2-A65339BCF83B}"/>
                  </a:ext>
                </a:extLst>
              </p:cNvPr>
              <p:cNvSpPr/>
              <p:nvPr/>
            </p:nvSpPr>
            <p:spPr>
              <a:xfrm>
                <a:off x="296358" y="3192758"/>
                <a:ext cx="190522" cy="142500"/>
              </a:xfrm>
              <a:custGeom>
                <a:avLst/>
                <a:gdLst>
                  <a:gd name="connsiteX0" fmla="*/ 8524 w 190522"/>
                  <a:gd name="connsiteY0" fmla="*/ 39000 h 142500"/>
                  <a:gd name="connsiteX1" fmla="*/ 14492 w 190522"/>
                  <a:gd name="connsiteY1" fmla="*/ 36750 h 142500"/>
                  <a:gd name="connsiteX2" fmla="*/ 14492 w 190522"/>
                  <a:gd name="connsiteY2" fmla="*/ 36750 h 142500"/>
                  <a:gd name="connsiteX3" fmla="*/ 75015 w 190522"/>
                  <a:gd name="connsiteY3" fmla="*/ 15000 h 142500"/>
                  <a:gd name="connsiteX4" fmla="*/ 160260 w 190522"/>
                  <a:gd name="connsiteY4" fmla="*/ 90000 h 142500"/>
                  <a:gd name="connsiteX5" fmla="*/ 160260 w 190522"/>
                  <a:gd name="connsiteY5" fmla="*/ 107250 h 142500"/>
                  <a:gd name="connsiteX6" fmla="*/ 111244 w 190522"/>
                  <a:gd name="connsiteY6" fmla="*/ 121500 h 142500"/>
                  <a:gd name="connsiteX7" fmla="*/ 104851 w 190522"/>
                  <a:gd name="connsiteY7" fmla="*/ 120000 h 142500"/>
                  <a:gd name="connsiteX8" fmla="*/ 92064 w 190522"/>
                  <a:gd name="connsiteY8" fmla="*/ 131250 h 142500"/>
                  <a:gd name="connsiteX9" fmla="*/ 104851 w 190522"/>
                  <a:gd name="connsiteY9" fmla="*/ 142500 h 142500"/>
                  <a:gd name="connsiteX10" fmla="*/ 116785 w 190522"/>
                  <a:gd name="connsiteY10" fmla="*/ 135750 h 142500"/>
                  <a:gd name="connsiteX11" fmla="*/ 184555 w 190522"/>
                  <a:gd name="connsiteY11" fmla="*/ 115875 h 142500"/>
                  <a:gd name="connsiteX12" fmla="*/ 190522 w 190522"/>
                  <a:gd name="connsiteY12" fmla="*/ 108750 h 142500"/>
                  <a:gd name="connsiteX13" fmla="*/ 190522 w 190522"/>
                  <a:gd name="connsiteY13" fmla="*/ 75000 h 142500"/>
                  <a:gd name="connsiteX14" fmla="*/ 181998 w 190522"/>
                  <a:gd name="connsiteY14" fmla="*/ 67500 h 142500"/>
                  <a:gd name="connsiteX15" fmla="*/ 174326 w 190522"/>
                  <a:gd name="connsiteY15" fmla="*/ 67500 h 142500"/>
                  <a:gd name="connsiteX16" fmla="*/ 75015 w 190522"/>
                  <a:gd name="connsiteY16" fmla="*/ 0 h 142500"/>
                  <a:gd name="connsiteX17" fmla="*/ 3410 w 190522"/>
                  <a:gd name="connsiteY17" fmla="*/ 25500 h 142500"/>
                  <a:gd name="connsiteX18" fmla="*/ 0 w 190522"/>
                  <a:gd name="connsiteY18" fmla="*/ 31500 h 142500"/>
                  <a:gd name="connsiteX19" fmla="*/ 8524 w 190522"/>
                  <a:gd name="connsiteY19" fmla="*/ 39000 h 142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0522" h="142500">
                    <a:moveTo>
                      <a:pt x="8524" y="39000"/>
                    </a:moveTo>
                    <a:cubicBezTo>
                      <a:pt x="11082" y="39000"/>
                      <a:pt x="13213" y="38250"/>
                      <a:pt x="14492" y="36750"/>
                    </a:cubicBezTo>
                    <a:lnTo>
                      <a:pt x="14492" y="36750"/>
                    </a:lnTo>
                    <a:cubicBezTo>
                      <a:pt x="30262" y="23250"/>
                      <a:pt x="51573" y="15000"/>
                      <a:pt x="75015" y="15000"/>
                    </a:cubicBezTo>
                    <a:cubicBezTo>
                      <a:pt x="121900" y="15000"/>
                      <a:pt x="160260" y="48750"/>
                      <a:pt x="160260" y="90000"/>
                    </a:cubicBezTo>
                    <a:lnTo>
                      <a:pt x="160260" y="107250"/>
                    </a:lnTo>
                    <a:lnTo>
                      <a:pt x="111244" y="121500"/>
                    </a:lnTo>
                    <a:cubicBezTo>
                      <a:pt x="109113" y="120750"/>
                      <a:pt x="106982" y="120000"/>
                      <a:pt x="104851" y="120000"/>
                    </a:cubicBezTo>
                    <a:cubicBezTo>
                      <a:pt x="97605" y="120000"/>
                      <a:pt x="92064" y="124875"/>
                      <a:pt x="92064" y="131250"/>
                    </a:cubicBezTo>
                    <a:cubicBezTo>
                      <a:pt x="92064" y="137625"/>
                      <a:pt x="97605" y="142500"/>
                      <a:pt x="104851" y="142500"/>
                    </a:cubicBezTo>
                    <a:cubicBezTo>
                      <a:pt x="109966" y="142500"/>
                      <a:pt x="114654" y="139875"/>
                      <a:pt x="116785" y="135750"/>
                    </a:cubicBezTo>
                    <a:lnTo>
                      <a:pt x="184555" y="115875"/>
                    </a:lnTo>
                    <a:cubicBezTo>
                      <a:pt x="187965" y="114750"/>
                      <a:pt x="190522" y="112125"/>
                      <a:pt x="190522" y="108750"/>
                    </a:cubicBezTo>
                    <a:lnTo>
                      <a:pt x="190522" y="75000"/>
                    </a:lnTo>
                    <a:cubicBezTo>
                      <a:pt x="190522" y="70875"/>
                      <a:pt x="186686" y="67500"/>
                      <a:pt x="181998" y="67500"/>
                    </a:cubicBezTo>
                    <a:lnTo>
                      <a:pt x="174326" y="67500"/>
                    </a:lnTo>
                    <a:cubicBezTo>
                      <a:pt x="162818" y="28875"/>
                      <a:pt x="122753" y="0"/>
                      <a:pt x="75015" y="0"/>
                    </a:cubicBezTo>
                    <a:cubicBezTo>
                      <a:pt x="47311" y="0"/>
                      <a:pt x="22164" y="9750"/>
                      <a:pt x="3410" y="25500"/>
                    </a:cubicBezTo>
                    <a:cubicBezTo>
                      <a:pt x="1279" y="27000"/>
                      <a:pt x="0" y="28875"/>
                      <a:pt x="0" y="31500"/>
                    </a:cubicBezTo>
                    <a:cubicBezTo>
                      <a:pt x="0" y="35625"/>
                      <a:pt x="3836" y="39000"/>
                      <a:pt x="8524" y="39000"/>
                    </a:cubicBez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45" name="Forme libre : forme 144">
                <a:extLst>
                  <a:ext uri="{FF2B5EF4-FFF2-40B4-BE49-F238E27FC236}">
                    <a16:creationId xmlns:a16="http://schemas.microsoft.com/office/drawing/2014/main" id="{2E7419C2-A5DB-4E74-9D1C-E4FBD84E5649}"/>
                  </a:ext>
                </a:extLst>
              </p:cNvPr>
              <p:cNvSpPr/>
              <p:nvPr/>
            </p:nvSpPr>
            <p:spPr>
              <a:xfrm>
                <a:off x="303177" y="3222758"/>
                <a:ext cx="136391" cy="120000"/>
              </a:xfrm>
              <a:custGeom>
                <a:avLst/>
                <a:gdLst>
                  <a:gd name="connsiteX0" fmla="*/ 135965 w 136391"/>
                  <a:gd name="connsiteY0" fmla="*/ 66375 h 120000"/>
                  <a:gd name="connsiteX1" fmla="*/ 136392 w 136391"/>
                  <a:gd name="connsiteY1" fmla="*/ 60000 h 120000"/>
                  <a:gd name="connsiteX2" fmla="*/ 68196 w 136391"/>
                  <a:gd name="connsiteY2" fmla="*/ 0 h 120000"/>
                  <a:gd name="connsiteX3" fmla="*/ 0 w 136391"/>
                  <a:gd name="connsiteY3" fmla="*/ 60000 h 120000"/>
                  <a:gd name="connsiteX4" fmla="*/ 68196 w 136391"/>
                  <a:gd name="connsiteY4" fmla="*/ 120000 h 120000"/>
                  <a:gd name="connsiteX5" fmla="*/ 72458 w 136391"/>
                  <a:gd name="connsiteY5" fmla="*/ 119625 h 120000"/>
                  <a:gd name="connsiteX6" fmla="*/ 72458 w 136391"/>
                  <a:gd name="connsiteY6" fmla="*/ 101250 h 120000"/>
                  <a:gd name="connsiteX7" fmla="*/ 72458 w 136391"/>
                  <a:gd name="connsiteY7" fmla="*/ 101250 h 120000"/>
                  <a:gd name="connsiteX8" fmla="*/ 75015 w 136391"/>
                  <a:gd name="connsiteY8" fmla="*/ 91125 h 120000"/>
                  <a:gd name="connsiteX9" fmla="*/ 89933 w 136391"/>
                  <a:gd name="connsiteY9" fmla="*/ 79875 h 120000"/>
                  <a:gd name="connsiteX10" fmla="*/ 135965 w 136391"/>
                  <a:gd name="connsiteY10" fmla="*/ 66375 h 1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391" h="120000">
                    <a:moveTo>
                      <a:pt x="135965" y="66375"/>
                    </a:moveTo>
                    <a:cubicBezTo>
                      <a:pt x="136392" y="64125"/>
                      <a:pt x="136392" y="62250"/>
                      <a:pt x="136392" y="60000"/>
                    </a:cubicBezTo>
                    <a:cubicBezTo>
                      <a:pt x="136392" y="27000"/>
                      <a:pt x="105704" y="0"/>
                      <a:pt x="68196" y="0"/>
                    </a:cubicBezTo>
                    <a:cubicBezTo>
                      <a:pt x="30688" y="0"/>
                      <a:pt x="0" y="27000"/>
                      <a:pt x="0" y="60000"/>
                    </a:cubicBezTo>
                    <a:cubicBezTo>
                      <a:pt x="0" y="93000"/>
                      <a:pt x="30688" y="120000"/>
                      <a:pt x="68196" y="120000"/>
                    </a:cubicBezTo>
                    <a:cubicBezTo>
                      <a:pt x="69475" y="120000"/>
                      <a:pt x="71179" y="120000"/>
                      <a:pt x="72458" y="119625"/>
                    </a:cubicBezTo>
                    <a:lnTo>
                      <a:pt x="72458" y="101250"/>
                    </a:lnTo>
                    <a:lnTo>
                      <a:pt x="72458" y="101250"/>
                    </a:lnTo>
                    <a:cubicBezTo>
                      <a:pt x="72458" y="97875"/>
                      <a:pt x="73311" y="94500"/>
                      <a:pt x="75015" y="91125"/>
                    </a:cubicBezTo>
                    <a:cubicBezTo>
                      <a:pt x="77999" y="85875"/>
                      <a:pt x="83114" y="81750"/>
                      <a:pt x="89933" y="79875"/>
                    </a:cubicBezTo>
                    <a:lnTo>
                      <a:pt x="135965" y="66375"/>
                    </a:lnTo>
                    <a:close/>
                  </a:path>
                </a:pathLst>
              </a:custGeom>
              <a:solidFill>
                <a:srgbClr val="000000"/>
              </a:solidFill>
              <a:ln w="4167"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42" name="ZoneTexte 141">
              <a:extLst>
                <a:ext uri="{FF2B5EF4-FFF2-40B4-BE49-F238E27FC236}">
                  <a16:creationId xmlns:a16="http://schemas.microsoft.com/office/drawing/2014/main" id="{AE5DA05F-0BCD-4625-8E75-D2A14BC4A8ED}"/>
                </a:ext>
              </a:extLst>
            </p:cNvPr>
            <p:cNvSpPr txBox="1"/>
            <p:nvPr/>
          </p:nvSpPr>
          <p:spPr>
            <a:xfrm>
              <a:off x="-4599" y="3009954"/>
              <a:ext cx="712271"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GAP</a:t>
              </a:r>
            </a:p>
          </p:txBody>
        </p:sp>
      </p:grpSp>
      <p:grpSp>
        <p:nvGrpSpPr>
          <p:cNvPr id="146" name="Groupe 145">
            <a:extLst>
              <a:ext uri="{FF2B5EF4-FFF2-40B4-BE49-F238E27FC236}">
                <a16:creationId xmlns:a16="http://schemas.microsoft.com/office/drawing/2014/main" id="{2FE058AB-1C19-4175-B1B8-4584C789CA4B}"/>
              </a:ext>
            </a:extLst>
          </p:cNvPr>
          <p:cNvGrpSpPr/>
          <p:nvPr/>
        </p:nvGrpSpPr>
        <p:grpSpPr>
          <a:xfrm>
            <a:off x="242625" y="5386099"/>
            <a:ext cx="1424542" cy="1035344"/>
            <a:chOff x="-109803" y="4909344"/>
            <a:chExt cx="712271" cy="517672"/>
          </a:xfrm>
        </p:grpSpPr>
        <p:grpSp>
          <p:nvGrpSpPr>
            <p:cNvPr id="148" name="Groupe 147">
              <a:extLst>
                <a:ext uri="{FF2B5EF4-FFF2-40B4-BE49-F238E27FC236}">
                  <a16:creationId xmlns:a16="http://schemas.microsoft.com/office/drawing/2014/main" id="{058B5A78-6928-419F-B8A5-A01BBA3128CC}"/>
                </a:ext>
              </a:extLst>
            </p:cNvPr>
            <p:cNvGrpSpPr/>
            <p:nvPr/>
          </p:nvGrpSpPr>
          <p:grpSpPr>
            <a:xfrm>
              <a:off x="137259" y="4909344"/>
              <a:ext cx="416112" cy="370002"/>
              <a:chOff x="137259" y="4401111"/>
              <a:chExt cx="416112" cy="370002"/>
            </a:xfrm>
          </p:grpSpPr>
          <p:sp>
            <p:nvSpPr>
              <p:cNvPr id="164" name="Forme libre : forme 163">
                <a:extLst>
                  <a:ext uri="{FF2B5EF4-FFF2-40B4-BE49-F238E27FC236}">
                    <a16:creationId xmlns:a16="http://schemas.microsoft.com/office/drawing/2014/main" id="{7F8D83DD-139D-4C2F-9583-E8D181F5C48F}"/>
                  </a:ext>
                </a:extLst>
              </p:cNvPr>
              <p:cNvSpPr/>
              <p:nvPr/>
            </p:nvSpPr>
            <p:spPr>
              <a:xfrm>
                <a:off x="137259" y="4690134"/>
                <a:ext cx="215559" cy="80979"/>
              </a:xfrm>
              <a:custGeom>
                <a:avLst/>
                <a:gdLst>
                  <a:gd name="connsiteX0" fmla="*/ 215551 w 215559"/>
                  <a:gd name="connsiteY0" fmla="*/ 80979 h 80979"/>
                  <a:gd name="connsiteX1" fmla="*/ 215551 w 215559"/>
                  <a:gd name="connsiteY1" fmla="*/ 40373 h 80979"/>
                  <a:gd name="connsiteX2" fmla="*/ 204727 w 215559"/>
                  <a:gd name="connsiteY2" fmla="*/ 24121 h 80979"/>
                  <a:gd name="connsiteX3" fmla="*/ 151974 w 215559"/>
                  <a:gd name="connsiteY3" fmla="*/ 5386 h 80979"/>
                  <a:gd name="connsiteX4" fmla="*/ 107620 w 215559"/>
                  <a:gd name="connsiteY4" fmla="*/ 0 h 80979"/>
                  <a:gd name="connsiteX5" fmla="*/ 63514 w 215559"/>
                  <a:gd name="connsiteY5" fmla="*/ 5152 h 80979"/>
                  <a:gd name="connsiteX6" fmla="*/ 10762 w 215559"/>
                  <a:gd name="connsiteY6" fmla="*/ 23887 h 80979"/>
                  <a:gd name="connsiteX7" fmla="*/ 0 w 215559"/>
                  <a:gd name="connsiteY7" fmla="*/ 40139 h 80979"/>
                  <a:gd name="connsiteX8" fmla="*/ 0 w 215559"/>
                  <a:gd name="connsiteY8" fmla="*/ 80979 h 80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5559" h="80979">
                    <a:moveTo>
                      <a:pt x="215551" y="80979"/>
                    </a:moveTo>
                    <a:lnTo>
                      <a:pt x="215551" y="40373"/>
                    </a:lnTo>
                    <a:cubicBezTo>
                      <a:pt x="215771" y="33935"/>
                      <a:pt x="211711" y="27839"/>
                      <a:pt x="204727" y="24121"/>
                    </a:cubicBezTo>
                    <a:cubicBezTo>
                      <a:pt x="189183" y="15036"/>
                      <a:pt x="171172" y="8639"/>
                      <a:pt x="151974" y="5386"/>
                    </a:cubicBezTo>
                    <a:cubicBezTo>
                      <a:pt x="137568" y="2130"/>
                      <a:pt x="122655" y="319"/>
                      <a:pt x="107620" y="0"/>
                    </a:cubicBezTo>
                    <a:cubicBezTo>
                      <a:pt x="92651" y="-25"/>
                      <a:pt x="77769" y="1713"/>
                      <a:pt x="63514" y="5152"/>
                    </a:cubicBezTo>
                    <a:cubicBezTo>
                      <a:pt x="44589" y="8984"/>
                      <a:pt x="26725" y="15328"/>
                      <a:pt x="10762" y="23887"/>
                    </a:cubicBezTo>
                    <a:cubicBezTo>
                      <a:pt x="4019" y="27753"/>
                      <a:pt x="43" y="33757"/>
                      <a:pt x="0" y="40139"/>
                    </a:cubicBezTo>
                    <a:lnTo>
                      <a:pt x="0" y="80979"/>
                    </a:lnTo>
                    <a:close/>
                  </a:path>
                </a:pathLst>
              </a:custGeom>
              <a:solidFill>
                <a:srgbClr val="000000"/>
              </a:solidFill>
              <a:ln w="6152"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66" name="Forme libre : forme 165">
                <a:extLst>
                  <a:ext uri="{FF2B5EF4-FFF2-40B4-BE49-F238E27FC236}">
                    <a16:creationId xmlns:a16="http://schemas.microsoft.com/office/drawing/2014/main" id="{1945E102-1DF0-48B0-BE37-85B8023F05B6}"/>
                  </a:ext>
                </a:extLst>
              </p:cNvPr>
              <p:cNvSpPr/>
              <p:nvPr/>
            </p:nvSpPr>
            <p:spPr>
              <a:xfrm>
                <a:off x="190945" y="4597821"/>
                <a:ext cx="107868" cy="81213"/>
              </a:xfrm>
              <a:custGeom>
                <a:avLst/>
                <a:gdLst>
                  <a:gd name="connsiteX0" fmla="*/ 107869 w 107868"/>
                  <a:gd name="connsiteY0" fmla="*/ 40607 h 81213"/>
                  <a:gd name="connsiteX1" fmla="*/ 53934 w 107868"/>
                  <a:gd name="connsiteY1" fmla="*/ 81213 h 81213"/>
                  <a:gd name="connsiteX2" fmla="*/ 0 w 107868"/>
                  <a:gd name="connsiteY2" fmla="*/ 40607 h 81213"/>
                  <a:gd name="connsiteX3" fmla="*/ 53934 w 107868"/>
                  <a:gd name="connsiteY3" fmla="*/ 0 h 81213"/>
                  <a:gd name="connsiteX4" fmla="*/ 107869 w 107868"/>
                  <a:gd name="connsiteY4" fmla="*/ 40607 h 8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7868" h="81213">
                    <a:moveTo>
                      <a:pt x="107869" y="40607"/>
                    </a:moveTo>
                    <a:cubicBezTo>
                      <a:pt x="107869" y="63033"/>
                      <a:pt x="83721" y="81213"/>
                      <a:pt x="53934" y="81213"/>
                    </a:cubicBezTo>
                    <a:cubicBezTo>
                      <a:pt x="24147" y="81213"/>
                      <a:pt x="0" y="63033"/>
                      <a:pt x="0" y="40607"/>
                    </a:cubicBezTo>
                    <a:cubicBezTo>
                      <a:pt x="0" y="18180"/>
                      <a:pt x="24147" y="0"/>
                      <a:pt x="53934" y="0"/>
                    </a:cubicBezTo>
                    <a:cubicBezTo>
                      <a:pt x="83721" y="0"/>
                      <a:pt x="107869" y="18180"/>
                      <a:pt x="107869" y="40607"/>
                    </a:cubicBezTo>
                    <a:close/>
                  </a:path>
                </a:pathLst>
              </a:custGeom>
              <a:solidFill>
                <a:srgbClr val="000000"/>
              </a:solidFill>
              <a:ln w="6152"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67" name="Forme libre : forme 166">
                <a:extLst>
                  <a:ext uri="{FF2B5EF4-FFF2-40B4-BE49-F238E27FC236}">
                    <a16:creationId xmlns:a16="http://schemas.microsoft.com/office/drawing/2014/main" id="{3BC0E878-75E7-4B53-AE8D-66F3EC849C05}"/>
                  </a:ext>
                </a:extLst>
              </p:cNvPr>
              <p:cNvSpPr/>
              <p:nvPr/>
            </p:nvSpPr>
            <p:spPr>
              <a:xfrm>
                <a:off x="267708" y="4401111"/>
                <a:ext cx="285663" cy="220549"/>
              </a:xfrm>
              <a:custGeom>
                <a:avLst/>
                <a:gdLst>
                  <a:gd name="connsiteX0" fmla="*/ 270668 w 285663"/>
                  <a:gd name="connsiteY0" fmla="*/ 0 h 220549"/>
                  <a:gd name="connsiteX1" fmla="*/ 14993 w 285663"/>
                  <a:gd name="connsiteY1" fmla="*/ 0 h 220549"/>
                  <a:gd name="connsiteX2" fmla="*/ 1 w 285663"/>
                  <a:gd name="connsiteY2" fmla="*/ 11428 h 220549"/>
                  <a:gd name="connsiteX3" fmla="*/ 1 w 285663"/>
                  <a:gd name="connsiteY3" fmla="*/ 161865 h 220549"/>
                  <a:gd name="connsiteX4" fmla="*/ 14805 w 285663"/>
                  <a:gd name="connsiteY4" fmla="*/ 173292 h 220549"/>
                  <a:gd name="connsiteX5" fmla="*/ 14869 w 285663"/>
                  <a:gd name="connsiteY5" fmla="*/ 173293 h 220549"/>
                  <a:gd name="connsiteX6" fmla="*/ 62147 w 285663"/>
                  <a:gd name="connsiteY6" fmla="*/ 173293 h 220549"/>
                  <a:gd name="connsiteX7" fmla="*/ 62147 w 285663"/>
                  <a:gd name="connsiteY7" fmla="*/ 220550 h 220549"/>
                  <a:gd name="connsiteX8" fmla="*/ 119192 w 285663"/>
                  <a:gd name="connsiteY8" fmla="*/ 173293 h 220549"/>
                  <a:gd name="connsiteX9" fmla="*/ 270357 w 285663"/>
                  <a:gd name="connsiteY9" fmla="*/ 173293 h 220549"/>
                  <a:gd name="connsiteX10" fmla="*/ 285350 w 285663"/>
                  <a:gd name="connsiteY10" fmla="*/ 161912 h 220549"/>
                  <a:gd name="connsiteX11" fmla="*/ 285349 w 285663"/>
                  <a:gd name="connsiteY11" fmla="*/ 161865 h 220549"/>
                  <a:gd name="connsiteX12" fmla="*/ 285660 w 285663"/>
                  <a:gd name="connsiteY12" fmla="*/ 11568 h 220549"/>
                  <a:gd name="connsiteX13" fmla="*/ 270920 w 285663"/>
                  <a:gd name="connsiteY13" fmla="*/ 2 h 220549"/>
                  <a:gd name="connsiteX14" fmla="*/ 270668 w 285663"/>
                  <a:gd name="connsiteY14" fmla="*/ 0 h 220549"/>
                  <a:gd name="connsiteX15" fmla="*/ 183577 w 285663"/>
                  <a:gd name="connsiteY15" fmla="*/ 43979 h 220549"/>
                  <a:gd name="connsiteX16" fmla="*/ 193219 w 285663"/>
                  <a:gd name="connsiteY16" fmla="*/ 36719 h 220549"/>
                  <a:gd name="connsiteX17" fmla="*/ 198728 w 285663"/>
                  <a:gd name="connsiteY17" fmla="*/ 37177 h 220549"/>
                  <a:gd name="connsiteX18" fmla="*/ 198756 w 285663"/>
                  <a:gd name="connsiteY18" fmla="*/ 40841 h 220549"/>
                  <a:gd name="connsiteX19" fmla="*/ 189114 w 285663"/>
                  <a:gd name="connsiteY19" fmla="*/ 48100 h 220549"/>
                  <a:gd name="connsiteX20" fmla="*/ 186376 w 285663"/>
                  <a:gd name="connsiteY20" fmla="*/ 48943 h 220549"/>
                  <a:gd name="connsiteX21" fmla="*/ 183577 w 285663"/>
                  <a:gd name="connsiteY21" fmla="*/ 48100 h 220549"/>
                  <a:gd name="connsiteX22" fmla="*/ 183764 w 285663"/>
                  <a:gd name="connsiteY22" fmla="*/ 44166 h 220549"/>
                  <a:gd name="connsiteX23" fmla="*/ 138974 w 285663"/>
                  <a:gd name="connsiteY23" fmla="*/ 21498 h 220549"/>
                  <a:gd name="connsiteX24" fmla="*/ 142369 w 285663"/>
                  <a:gd name="connsiteY24" fmla="*/ 18199 h 220549"/>
                  <a:gd name="connsiteX25" fmla="*/ 146750 w 285663"/>
                  <a:gd name="connsiteY25" fmla="*/ 20756 h 220549"/>
                  <a:gd name="connsiteX26" fmla="*/ 146750 w 285663"/>
                  <a:gd name="connsiteY26" fmla="*/ 21498 h 220549"/>
                  <a:gd name="connsiteX27" fmla="*/ 146750 w 285663"/>
                  <a:gd name="connsiteY27" fmla="*/ 31708 h 220549"/>
                  <a:gd name="connsiteX28" fmla="*/ 143355 w 285663"/>
                  <a:gd name="connsiteY28" fmla="*/ 35006 h 220549"/>
                  <a:gd name="connsiteX29" fmla="*/ 138974 w 285663"/>
                  <a:gd name="connsiteY29" fmla="*/ 32450 h 220549"/>
                  <a:gd name="connsiteX30" fmla="*/ 138974 w 285663"/>
                  <a:gd name="connsiteY30" fmla="*/ 31708 h 220549"/>
                  <a:gd name="connsiteX31" fmla="*/ 87092 w 285663"/>
                  <a:gd name="connsiteY31" fmla="*/ 36157 h 220549"/>
                  <a:gd name="connsiteX32" fmla="*/ 92458 w 285663"/>
                  <a:gd name="connsiteY32" fmla="*/ 36075 h 220549"/>
                  <a:gd name="connsiteX33" fmla="*/ 92567 w 285663"/>
                  <a:gd name="connsiteY33" fmla="*/ 36157 h 220549"/>
                  <a:gd name="connsiteX34" fmla="*/ 102209 w 285663"/>
                  <a:gd name="connsiteY34" fmla="*/ 43417 h 220549"/>
                  <a:gd name="connsiteX35" fmla="*/ 102209 w 285663"/>
                  <a:gd name="connsiteY35" fmla="*/ 47538 h 220549"/>
                  <a:gd name="connsiteX36" fmla="*/ 99472 w 285663"/>
                  <a:gd name="connsiteY36" fmla="*/ 48381 h 220549"/>
                  <a:gd name="connsiteX37" fmla="*/ 96672 w 285663"/>
                  <a:gd name="connsiteY37" fmla="*/ 47538 h 220549"/>
                  <a:gd name="connsiteX38" fmla="*/ 87092 w 285663"/>
                  <a:gd name="connsiteY38" fmla="*/ 40279 h 220549"/>
                  <a:gd name="connsiteX39" fmla="*/ 87279 w 285663"/>
                  <a:gd name="connsiteY39" fmla="*/ 36345 h 220549"/>
                  <a:gd name="connsiteX40" fmla="*/ 82365 w 285663"/>
                  <a:gd name="connsiteY40" fmla="*/ 79621 h 220549"/>
                  <a:gd name="connsiteX41" fmla="*/ 68990 w 285663"/>
                  <a:gd name="connsiteY41" fmla="*/ 79621 h 220549"/>
                  <a:gd name="connsiteX42" fmla="*/ 65595 w 285663"/>
                  <a:gd name="connsiteY42" fmla="*/ 76323 h 220549"/>
                  <a:gd name="connsiteX43" fmla="*/ 68990 w 285663"/>
                  <a:gd name="connsiteY43" fmla="*/ 73766 h 220549"/>
                  <a:gd name="connsiteX44" fmla="*/ 82365 w 285663"/>
                  <a:gd name="connsiteY44" fmla="*/ 73766 h 220549"/>
                  <a:gd name="connsiteX45" fmla="*/ 86745 w 285663"/>
                  <a:gd name="connsiteY45" fmla="*/ 76323 h 220549"/>
                  <a:gd name="connsiteX46" fmla="*/ 83350 w 285663"/>
                  <a:gd name="connsiteY46" fmla="*/ 79621 h 220549"/>
                  <a:gd name="connsiteX47" fmla="*/ 82365 w 285663"/>
                  <a:gd name="connsiteY47" fmla="*/ 79621 h 220549"/>
                  <a:gd name="connsiteX48" fmla="*/ 102147 w 285663"/>
                  <a:gd name="connsiteY48" fmla="*/ 109596 h 220549"/>
                  <a:gd name="connsiteX49" fmla="*/ 92505 w 285663"/>
                  <a:gd name="connsiteY49" fmla="*/ 116855 h 220549"/>
                  <a:gd name="connsiteX50" fmla="*/ 87003 w 285663"/>
                  <a:gd name="connsiteY50" fmla="*/ 116351 h 220549"/>
                  <a:gd name="connsiteX51" fmla="*/ 87030 w 285663"/>
                  <a:gd name="connsiteY51" fmla="*/ 112687 h 220549"/>
                  <a:gd name="connsiteX52" fmla="*/ 96610 w 285663"/>
                  <a:gd name="connsiteY52" fmla="*/ 105474 h 220549"/>
                  <a:gd name="connsiteX53" fmla="*/ 102119 w 285663"/>
                  <a:gd name="connsiteY53" fmla="*/ 105932 h 220549"/>
                  <a:gd name="connsiteX54" fmla="*/ 102147 w 285663"/>
                  <a:gd name="connsiteY54" fmla="*/ 109596 h 220549"/>
                  <a:gd name="connsiteX55" fmla="*/ 142706 w 285663"/>
                  <a:gd name="connsiteY55" fmla="*/ 142849 h 220549"/>
                  <a:gd name="connsiteX56" fmla="*/ 130265 w 285663"/>
                  <a:gd name="connsiteY56" fmla="*/ 134372 h 220549"/>
                  <a:gd name="connsiteX57" fmla="*/ 154588 w 285663"/>
                  <a:gd name="connsiteY57" fmla="*/ 134372 h 220549"/>
                  <a:gd name="connsiteX58" fmla="*/ 142706 w 285663"/>
                  <a:gd name="connsiteY58" fmla="*/ 142849 h 220549"/>
                  <a:gd name="connsiteX59" fmla="*/ 157885 w 285663"/>
                  <a:gd name="connsiteY59" fmla="*/ 128518 h 220549"/>
                  <a:gd name="connsiteX60" fmla="*/ 127465 w 285663"/>
                  <a:gd name="connsiteY60" fmla="*/ 128518 h 220549"/>
                  <a:gd name="connsiteX61" fmla="*/ 121867 w 285663"/>
                  <a:gd name="connsiteY61" fmla="*/ 124302 h 220549"/>
                  <a:gd name="connsiteX62" fmla="*/ 127465 w 285663"/>
                  <a:gd name="connsiteY62" fmla="*/ 120087 h 220549"/>
                  <a:gd name="connsiteX63" fmla="*/ 157885 w 285663"/>
                  <a:gd name="connsiteY63" fmla="*/ 120087 h 220549"/>
                  <a:gd name="connsiteX64" fmla="*/ 163484 w 285663"/>
                  <a:gd name="connsiteY64" fmla="*/ 124302 h 220549"/>
                  <a:gd name="connsiteX65" fmla="*/ 157885 w 285663"/>
                  <a:gd name="connsiteY65" fmla="*/ 128518 h 220549"/>
                  <a:gd name="connsiteX66" fmla="*/ 165288 w 285663"/>
                  <a:gd name="connsiteY66" fmla="*/ 113952 h 220549"/>
                  <a:gd name="connsiteX67" fmla="*/ 164728 w 285663"/>
                  <a:gd name="connsiteY67" fmla="*/ 114233 h 220549"/>
                  <a:gd name="connsiteX68" fmla="*/ 120623 w 285663"/>
                  <a:gd name="connsiteY68" fmla="*/ 114233 h 220549"/>
                  <a:gd name="connsiteX69" fmla="*/ 120063 w 285663"/>
                  <a:gd name="connsiteY69" fmla="*/ 114233 h 220549"/>
                  <a:gd name="connsiteX70" fmla="*/ 108243 w 285663"/>
                  <a:gd name="connsiteY70" fmla="*/ 99760 h 220549"/>
                  <a:gd name="connsiteX71" fmla="*/ 100405 w 285663"/>
                  <a:gd name="connsiteY71" fmla="*/ 90065 h 220549"/>
                  <a:gd name="connsiteX72" fmla="*/ 97170 w 285663"/>
                  <a:gd name="connsiteY72" fmla="*/ 78263 h 220549"/>
                  <a:gd name="connsiteX73" fmla="*/ 97170 w 285663"/>
                  <a:gd name="connsiteY73" fmla="*/ 76811 h 220549"/>
                  <a:gd name="connsiteX74" fmla="*/ 144358 w 285663"/>
                  <a:gd name="connsiteY74" fmla="*/ 43817 h 220549"/>
                  <a:gd name="connsiteX75" fmla="*/ 188180 w 285663"/>
                  <a:gd name="connsiteY75" fmla="*/ 76811 h 220549"/>
                  <a:gd name="connsiteX76" fmla="*/ 188180 w 285663"/>
                  <a:gd name="connsiteY76" fmla="*/ 78029 h 220549"/>
                  <a:gd name="connsiteX77" fmla="*/ 185008 w 285663"/>
                  <a:gd name="connsiteY77" fmla="*/ 89878 h 220549"/>
                  <a:gd name="connsiteX78" fmla="*/ 177170 w 285663"/>
                  <a:gd name="connsiteY78" fmla="*/ 99573 h 220549"/>
                  <a:gd name="connsiteX79" fmla="*/ 165288 w 285663"/>
                  <a:gd name="connsiteY79" fmla="*/ 113952 h 220549"/>
                  <a:gd name="connsiteX80" fmla="*/ 198942 w 285663"/>
                  <a:gd name="connsiteY80" fmla="*/ 116200 h 220549"/>
                  <a:gd name="connsiteX81" fmla="*/ 196205 w 285663"/>
                  <a:gd name="connsiteY81" fmla="*/ 117043 h 220549"/>
                  <a:gd name="connsiteX82" fmla="*/ 193406 w 285663"/>
                  <a:gd name="connsiteY82" fmla="*/ 116200 h 220549"/>
                  <a:gd name="connsiteX83" fmla="*/ 183764 w 285663"/>
                  <a:gd name="connsiteY83" fmla="*/ 108940 h 220549"/>
                  <a:gd name="connsiteX84" fmla="*/ 184434 w 285663"/>
                  <a:gd name="connsiteY84" fmla="*/ 104798 h 220549"/>
                  <a:gd name="connsiteX85" fmla="*/ 189300 w 285663"/>
                  <a:gd name="connsiteY85" fmla="*/ 104819 h 220549"/>
                  <a:gd name="connsiteX86" fmla="*/ 198942 w 285663"/>
                  <a:gd name="connsiteY86" fmla="*/ 112031 h 220549"/>
                  <a:gd name="connsiteX87" fmla="*/ 198942 w 285663"/>
                  <a:gd name="connsiteY87" fmla="*/ 116200 h 220549"/>
                  <a:gd name="connsiteX88" fmla="*/ 216361 w 285663"/>
                  <a:gd name="connsiteY88" fmla="*/ 79621 h 220549"/>
                  <a:gd name="connsiteX89" fmla="*/ 202799 w 285663"/>
                  <a:gd name="connsiteY89" fmla="*/ 79621 h 220549"/>
                  <a:gd name="connsiteX90" fmla="*/ 198419 w 285663"/>
                  <a:gd name="connsiteY90" fmla="*/ 77065 h 220549"/>
                  <a:gd name="connsiteX91" fmla="*/ 201814 w 285663"/>
                  <a:gd name="connsiteY91" fmla="*/ 73766 h 220549"/>
                  <a:gd name="connsiteX92" fmla="*/ 202799 w 285663"/>
                  <a:gd name="connsiteY92" fmla="*/ 73766 h 220549"/>
                  <a:gd name="connsiteX93" fmla="*/ 216361 w 285663"/>
                  <a:gd name="connsiteY93" fmla="*/ 73766 h 220549"/>
                  <a:gd name="connsiteX94" fmla="*/ 220741 w 285663"/>
                  <a:gd name="connsiteY94" fmla="*/ 76323 h 220549"/>
                  <a:gd name="connsiteX95" fmla="*/ 217346 w 285663"/>
                  <a:gd name="connsiteY95" fmla="*/ 79621 h 220549"/>
                  <a:gd name="connsiteX96" fmla="*/ 216361 w 285663"/>
                  <a:gd name="connsiteY96" fmla="*/ 79621 h 220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285663" h="220549">
                    <a:moveTo>
                      <a:pt x="270668" y="0"/>
                    </a:moveTo>
                    <a:lnTo>
                      <a:pt x="14993" y="0"/>
                    </a:lnTo>
                    <a:cubicBezTo>
                      <a:pt x="6669" y="52"/>
                      <a:pt x="-34" y="5160"/>
                      <a:pt x="1" y="11428"/>
                    </a:cubicBezTo>
                    <a:lnTo>
                      <a:pt x="1" y="161865"/>
                    </a:lnTo>
                    <a:cubicBezTo>
                      <a:pt x="-102" y="168098"/>
                      <a:pt x="6526" y="173214"/>
                      <a:pt x="14805" y="173292"/>
                    </a:cubicBezTo>
                    <a:cubicBezTo>
                      <a:pt x="14827" y="173292"/>
                      <a:pt x="14848" y="173293"/>
                      <a:pt x="14869" y="173293"/>
                    </a:cubicBezTo>
                    <a:lnTo>
                      <a:pt x="62147" y="173293"/>
                    </a:lnTo>
                    <a:lnTo>
                      <a:pt x="62147" y="220550"/>
                    </a:lnTo>
                    <a:lnTo>
                      <a:pt x="119192" y="173293"/>
                    </a:lnTo>
                    <a:lnTo>
                      <a:pt x="270357" y="173293"/>
                    </a:lnTo>
                    <a:cubicBezTo>
                      <a:pt x="278671" y="173267"/>
                      <a:pt x="285384" y="168172"/>
                      <a:pt x="285350" y="161912"/>
                    </a:cubicBezTo>
                    <a:cubicBezTo>
                      <a:pt x="285350" y="161896"/>
                      <a:pt x="285349" y="161881"/>
                      <a:pt x="285349" y="161865"/>
                    </a:cubicBezTo>
                    <a:lnTo>
                      <a:pt x="285660" y="11568"/>
                    </a:lnTo>
                    <a:cubicBezTo>
                      <a:pt x="285832" y="5310"/>
                      <a:pt x="279233" y="132"/>
                      <a:pt x="270920" y="2"/>
                    </a:cubicBezTo>
                    <a:cubicBezTo>
                      <a:pt x="270836" y="1"/>
                      <a:pt x="270752" y="0"/>
                      <a:pt x="270668" y="0"/>
                    </a:cubicBezTo>
                    <a:close/>
                    <a:moveTo>
                      <a:pt x="183577" y="43979"/>
                    </a:moveTo>
                    <a:lnTo>
                      <a:pt x="193219" y="36719"/>
                    </a:lnTo>
                    <a:cubicBezTo>
                      <a:pt x="194908" y="35700"/>
                      <a:pt x="197375" y="35905"/>
                      <a:pt x="198728" y="37177"/>
                    </a:cubicBezTo>
                    <a:cubicBezTo>
                      <a:pt x="199866" y="38246"/>
                      <a:pt x="199877" y="39763"/>
                      <a:pt x="198756" y="40841"/>
                    </a:cubicBezTo>
                    <a:lnTo>
                      <a:pt x="189114" y="48100"/>
                    </a:lnTo>
                    <a:cubicBezTo>
                      <a:pt x="188386" y="48644"/>
                      <a:pt x="187402" y="48947"/>
                      <a:pt x="186376" y="48943"/>
                    </a:cubicBezTo>
                    <a:cubicBezTo>
                      <a:pt x="185335" y="48940"/>
                      <a:pt x="184334" y="48639"/>
                      <a:pt x="183577" y="48100"/>
                    </a:cubicBezTo>
                    <a:cubicBezTo>
                      <a:pt x="182299" y="46945"/>
                      <a:pt x="182379" y="45250"/>
                      <a:pt x="183764" y="44166"/>
                    </a:cubicBezTo>
                    <a:close/>
                    <a:moveTo>
                      <a:pt x="138974" y="21498"/>
                    </a:moveTo>
                    <a:cubicBezTo>
                      <a:pt x="138701" y="19881"/>
                      <a:pt x="140222" y="18404"/>
                      <a:pt x="142369" y="18199"/>
                    </a:cubicBezTo>
                    <a:cubicBezTo>
                      <a:pt x="144517" y="17994"/>
                      <a:pt x="146477" y="19139"/>
                      <a:pt x="146750" y="20756"/>
                    </a:cubicBezTo>
                    <a:cubicBezTo>
                      <a:pt x="146792" y="21002"/>
                      <a:pt x="146792" y="21251"/>
                      <a:pt x="146750" y="21498"/>
                    </a:cubicBezTo>
                    <a:lnTo>
                      <a:pt x="146750" y="31708"/>
                    </a:lnTo>
                    <a:cubicBezTo>
                      <a:pt x="147022" y="33325"/>
                      <a:pt x="145502" y="34801"/>
                      <a:pt x="143355" y="35006"/>
                    </a:cubicBezTo>
                    <a:cubicBezTo>
                      <a:pt x="141207" y="35211"/>
                      <a:pt x="139246" y="34067"/>
                      <a:pt x="138974" y="32450"/>
                    </a:cubicBezTo>
                    <a:cubicBezTo>
                      <a:pt x="138932" y="32203"/>
                      <a:pt x="138932" y="31954"/>
                      <a:pt x="138974" y="31708"/>
                    </a:cubicBezTo>
                    <a:close/>
                    <a:moveTo>
                      <a:pt x="87092" y="36157"/>
                    </a:moveTo>
                    <a:cubicBezTo>
                      <a:pt x="88544" y="35019"/>
                      <a:pt x="90946" y="34983"/>
                      <a:pt x="92458" y="36075"/>
                    </a:cubicBezTo>
                    <a:cubicBezTo>
                      <a:pt x="92495" y="36102"/>
                      <a:pt x="92531" y="36129"/>
                      <a:pt x="92567" y="36157"/>
                    </a:cubicBezTo>
                    <a:lnTo>
                      <a:pt x="102209" y="43417"/>
                    </a:lnTo>
                    <a:cubicBezTo>
                      <a:pt x="103695" y="44563"/>
                      <a:pt x="103695" y="46392"/>
                      <a:pt x="102209" y="47538"/>
                    </a:cubicBezTo>
                    <a:cubicBezTo>
                      <a:pt x="101482" y="48082"/>
                      <a:pt x="100497" y="48385"/>
                      <a:pt x="99472" y="48381"/>
                    </a:cubicBezTo>
                    <a:cubicBezTo>
                      <a:pt x="98430" y="48378"/>
                      <a:pt x="97430" y="48077"/>
                      <a:pt x="96672" y="47538"/>
                    </a:cubicBezTo>
                    <a:lnTo>
                      <a:pt x="87092" y="40279"/>
                    </a:lnTo>
                    <a:cubicBezTo>
                      <a:pt x="85753" y="39139"/>
                      <a:pt x="85835" y="37409"/>
                      <a:pt x="87279" y="36345"/>
                    </a:cubicBezTo>
                    <a:close/>
                    <a:moveTo>
                      <a:pt x="82365" y="79621"/>
                    </a:moveTo>
                    <a:lnTo>
                      <a:pt x="68990" y="79621"/>
                    </a:lnTo>
                    <a:cubicBezTo>
                      <a:pt x="66842" y="79416"/>
                      <a:pt x="65323" y="77940"/>
                      <a:pt x="65595" y="76323"/>
                    </a:cubicBezTo>
                    <a:cubicBezTo>
                      <a:pt x="65820" y="74987"/>
                      <a:pt x="67216" y="73936"/>
                      <a:pt x="68990" y="73766"/>
                    </a:cubicBezTo>
                    <a:lnTo>
                      <a:pt x="82365" y="73766"/>
                    </a:lnTo>
                    <a:cubicBezTo>
                      <a:pt x="84512" y="73562"/>
                      <a:pt x="86473" y="74706"/>
                      <a:pt x="86745" y="76323"/>
                    </a:cubicBezTo>
                    <a:cubicBezTo>
                      <a:pt x="87018" y="77940"/>
                      <a:pt x="85497" y="79416"/>
                      <a:pt x="83350" y="79621"/>
                    </a:cubicBezTo>
                    <a:cubicBezTo>
                      <a:pt x="83023" y="79652"/>
                      <a:pt x="82692" y="79652"/>
                      <a:pt x="82365" y="79621"/>
                    </a:cubicBezTo>
                    <a:close/>
                    <a:moveTo>
                      <a:pt x="102147" y="109596"/>
                    </a:moveTo>
                    <a:lnTo>
                      <a:pt x="92505" y="116855"/>
                    </a:lnTo>
                    <a:cubicBezTo>
                      <a:pt x="90800" y="117860"/>
                      <a:pt x="88337" y="117634"/>
                      <a:pt x="87003" y="116351"/>
                    </a:cubicBezTo>
                    <a:cubicBezTo>
                      <a:pt x="85882" y="115273"/>
                      <a:pt x="85893" y="113756"/>
                      <a:pt x="87030" y="112687"/>
                    </a:cubicBezTo>
                    <a:lnTo>
                      <a:pt x="96610" y="105474"/>
                    </a:lnTo>
                    <a:cubicBezTo>
                      <a:pt x="98299" y="104455"/>
                      <a:pt x="100766" y="104660"/>
                      <a:pt x="102119" y="105932"/>
                    </a:cubicBezTo>
                    <a:cubicBezTo>
                      <a:pt x="103257" y="107001"/>
                      <a:pt x="103268" y="108518"/>
                      <a:pt x="102147" y="109596"/>
                    </a:cubicBezTo>
                    <a:close/>
                    <a:moveTo>
                      <a:pt x="142706" y="142849"/>
                    </a:moveTo>
                    <a:cubicBezTo>
                      <a:pt x="136272" y="142871"/>
                      <a:pt x="130876" y="139195"/>
                      <a:pt x="130265" y="134372"/>
                    </a:cubicBezTo>
                    <a:lnTo>
                      <a:pt x="154588" y="134372"/>
                    </a:lnTo>
                    <a:cubicBezTo>
                      <a:pt x="154002" y="139038"/>
                      <a:pt x="148926" y="142659"/>
                      <a:pt x="142706" y="142849"/>
                    </a:cubicBezTo>
                    <a:close/>
                    <a:moveTo>
                      <a:pt x="157885" y="128518"/>
                    </a:moveTo>
                    <a:lnTo>
                      <a:pt x="127465" y="128518"/>
                    </a:lnTo>
                    <a:cubicBezTo>
                      <a:pt x="124373" y="128518"/>
                      <a:pt x="121867" y="126631"/>
                      <a:pt x="121867" y="124302"/>
                    </a:cubicBezTo>
                    <a:cubicBezTo>
                      <a:pt x="121867" y="121974"/>
                      <a:pt x="124373" y="120087"/>
                      <a:pt x="127465" y="120087"/>
                    </a:cubicBezTo>
                    <a:lnTo>
                      <a:pt x="157885" y="120087"/>
                    </a:lnTo>
                    <a:cubicBezTo>
                      <a:pt x="160978" y="120087"/>
                      <a:pt x="163484" y="121974"/>
                      <a:pt x="163484" y="124302"/>
                    </a:cubicBezTo>
                    <a:cubicBezTo>
                      <a:pt x="163484" y="126631"/>
                      <a:pt x="160978" y="128518"/>
                      <a:pt x="157885" y="128518"/>
                    </a:cubicBezTo>
                    <a:close/>
                    <a:moveTo>
                      <a:pt x="165288" y="113952"/>
                    </a:moveTo>
                    <a:cubicBezTo>
                      <a:pt x="165190" y="114120"/>
                      <a:pt x="164972" y="114230"/>
                      <a:pt x="164728" y="114233"/>
                    </a:cubicBezTo>
                    <a:lnTo>
                      <a:pt x="120623" y="114233"/>
                    </a:lnTo>
                    <a:cubicBezTo>
                      <a:pt x="120443" y="114287"/>
                      <a:pt x="120242" y="114287"/>
                      <a:pt x="120063" y="114233"/>
                    </a:cubicBezTo>
                    <a:cubicBezTo>
                      <a:pt x="116920" y="109064"/>
                      <a:pt x="112950" y="104204"/>
                      <a:pt x="108243" y="99760"/>
                    </a:cubicBezTo>
                    <a:cubicBezTo>
                      <a:pt x="104877" y="96910"/>
                      <a:pt x="102222" y="93626"/>
                      <a:pt x="100405" y="90065"/>
                    </a:cubicBezTo>
                    <a:cubicBezTo>
                      <a:pt x="98439" y="86299"/>
                      <a:pt x="97345" y="82307"/>
                      <a:pt x="97170" y="78263"/>
                    </a:cubicBezTo>
                    <a:lnTo>
                      <a:pt x="97170" y="76811"/>
                    </a:lnTo>
                    <a:cubicBezTo>
                      <a:pt x="98100" y="57889"/>
                      <a:pt x="119226" y="43118"/>
                      <a:pt x="144358" y="43817"/>
                    </a:cubicBezTo>
                    <a:cubicBezTo>
                      <a:pt x="168186" y="44481"/>
                      <a:pt x="187300" y="58871"/>
                      <a:pt x="188180" y="76811"/>
                    </a:cubicBezTo>
                    <a:lnTo>
                      <a:pt x="188180" y="78029"/>
                    </a:lnTo>
                    <a:cubicBezTo>
                      <a:pt x="188003" y="82084"/>
                      <a:pt x="186931" y="86088"/>
                      <a:pt x="185008" y="89878"/>
                    </a:cubicBezTo>
                    <a:cubicBezTo>
                      <a:pt x="183163" y="93428"/>
                      <a:pt x="180511" y="96709"/>
                      <a:pt x="177170" y="99573"/>
                    </a:cubicBezTo>
                    <a:cubicBezTo>
                      <a:pt x="172463" y="103992"/>
                      <a:pt x="168474" y="108820"/>
                      <a:pt x="165288" y="113952"/>
                    </a:cubicBezTo>
                    <a:close/>
                    <a:moveTo>
                      <a:pt x="198942" y="116200"/>
                    </a:moveTo>
                    <a:cubicBezTo>
                      <a:pt x="198215" y="116743"/>
                      <a:pt x="197230" y="117046"/>
                      <a:pt x="196205" y="117043"/>
                    </a:cubicBezTo>
                    <a:cubicBezTo>
                      <a:pt x="195164" y="117039"/>
                      <a:pt x="194163" y="116738"/>
                      <a:pt x="193406" y="116200"/>
                    </a:cubicBezTo>
                    <a:lnTo>
                      <a:pt x="183764" y="108940"/>
                    </a:lnTo>
                    <a:cubicBezTo>
                      <a:pt x="182429" y="107657"/>
                      <a:pt x="182729" y="105803"/>
                      <a:pt x="184434" y="104798"/>
                    </a:cubicBezTo>
                    <a:cubicBezTo>
                      <a:pt x="185866" y="103954"/>
                      <a:pt x="187881" y="103962"/>
                      <a:pt x="189300" y="104819"/>
                    </a:cubicBezTo>
                    <a:lnTo>
                      <a:pt x="198942" y="112031"/>
                    </a:lnTo>
                    <a:cubicBezTo>
                      <a:pt x="200435" y="113193"/>
                      <a:pt x="200435" y="115038"/>
                      <a:pt x="198942" y="116200"/>
                    </a:cubicBezTo>
                    <a:close/>
                    <a:moveTo>
                      <a:pt x="216361" y="79621"/>
                    </a:moveTo>
                    <a:lnTo>
                      <a:pt x="202799" y="79621"/>
                    </a:lnTo>
                    <a:cubicBezTo>
                      <a:pt x="200652" y="79826"/>
                      <a:pt x="198691" y="78681"/>
                      <a:pt x="198419" y="77065"/>
                    </a:cubicBezTo>
                    <a:cubicBezTo>
                      <a:pt x="198146" y="75448"/>
                      <a:pt x="199667" y="73971"/>
                      <a:pt x="201814" y="73766"/>
                    </a:cubicBezTo>
                    <a:cubicBezTo>
                      <a:pt x="202141" y="73735"/>
                      <a:pt x="202472" y="73735"/>
                      <a:pt x="202799" y="73766"/>
                    </a:cubicBezTo>
                    <a:lnTo>
                      <a:pt x="216361" y="73766"/>
                    </a:lnTo>
                    <a:cubicBezTo>
                      <a:pt x="218508" y="73562"/>
                      <a:pt x="220470" y="74706"/>
                      <a:pt x="220741" y="76323"/>
                    </a:cubicBezTo>
                    <a:cubicBezTo>
                      <a:pt x="221014" y="77940"/>
                      <a:pt x="219494" y="79416"/>
                      <a:pt x="217346" y="79621"/>
                    </a:cubicBezTo>
                    <a:cubicBezTo>
                      <a:pt x="217019" y="79652"/>
                      <a:pt x="216688" y="79652"/>
                      <a:pt x="216361" y="79621"/>
                    </a:cubicBezTo>
                    <a:close/>
                  </a:path>
                </a:pathLst>
              </a:custGeom>
              <a:solidFill>
                <a:srgbClr val="000000"/>
              </a:solidFill>
              <a:ln w="6152"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61" name="ZoneTexte 160">
              <a:extLst>
                <a:ext uri="{FF2B5EF4-FFF2-40B4-BE49-F238E27FC236}">
                  <a16:creationId xmlns:a16="http://schemas.microsoft.com/office/drawing/2014/main" id="{A5349B7C-061E-43B1-834F-86B8C0ED8410}"/>
                </a:ext>
              </a:extLst>
            </p:cNvPr>
            <p:cNvSpPr txBox="1"/>
            <p:nvPr/>
          </p:nvSpPr>
          <p:spPr>
            <a:xfrm>
              <a:off x="-109803" y="5242350"/>
              <a:ext cx="712271"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Salarié</a:t>
              </a:r>
            </a:p>
          </p:txBody>
        </p:sp>
      </p:grpSp>
      <p:grpSp>
        <p:nvGrpSpPr>
          <p:cNvPr id="168" name="Groupe 167">
            <a:extLst>
              <a:ext uri="{FF2B5EF4-FFF2-40B4-BE49-F238E27FC236}">
                <a16:creationId xmlns:a16="http://schemas.microsoft.com/office/drawing/2014/main" id="{37657C22-0588-4BD7-9791-EBD068598345}"/>
              </a:ext>
            </a:extLst>
          </p:cNvPr>
          <p:cNvGrpSpPr/>
          <p:nvPr/>
        </p:nvGrpSpPr>
        <p:grpSpPr>
          <a:xfrm>
            <a:off x="190902" y="12278621"/>
            <a:ext cx="1687352" cy="834850"/>
            <a:chOff x="-25171" y="6097798"/>
            <a:chExt cx="775786" cy="417425"/>
          </a:xfrm>
        </p:grpSpPr>
        <p:grpSp>
          <p:nvGrpSpPr>
            <p:cNvPr id="169" name="Groupe 168">
              <a:extLst>
                <a:ext uri="{FF2B5EF4-FFF2-40B4-BE49-F238E27FC236}">
                  <a16:creationId xmlns:a16="http://schemas.microsoft.com/office/drawing/2014/main" id="{E83D5C6A-948C-43B7-9549-15495E81E18D}"/>
                </a:ext>
              </a:extLst>
            </p:cNvPr>
            <p:cNvGrpSpPr/>
            <p:nvPr/>
          </p:nvGrpSpPr>
          <p:grpSpPr>
            <a:xfrm>
              <a:off x="230478" y="6097798"/>
              <a:ext cx="254768" cy="258213"/>
              <a:chOff x="230478" y="5852857"/>
              <a:chExt cx="254768" cy="258213"/>
            </a:xfrm>
          </p:grpSpPr>
          <p:sp>
            <p:nvSpPr>
              <p:cNvPr id="171" name="Forme libre : forme 170">
                <a:extLst>
                  <a:ext uri="{FF2B5EF4-FFF2-40B4-BE49-F238E27FC236}">
                    <a16:creationId xmlns:a16="http://schemas.microsoft.com/office/drawing/2014/main" id="{3A2DE3FB-9054-4084-A4A6-5D2C15425E27}"/>
                  </a:ext>
                </a:extLst>
              </p:cNvPr>
              <p:cNvSpPr/>
              <p:nvPr/>
            </p:nvSpPr>
            <p:spPr>
              <a:xfrm>
                <a:off x="294170" y="5852857"/>
                <a:ext cx="127384" cy="121512"/>
              </a:xfrm>
              <a:custGeom>
                <a:avLst/>
                <a:gdLst>
                  <a:gd name="connsiteX0" fmla="*/ 127384 w 127384"/>
                  <a:gd name="connsiteY0" fmla="*/ 60756 h 121512"/>
                  <a:gd name="connsiteX1" fmla="*/ 63692 w 127384"/>
                  <a:gd name="connsiteY1" fmla="*/ 121512 h 121512"/>
                  <a:gd name="connsiteX2" fmla="*/ 0 w 127384"/>
                  <a:gd name="connsiteY2" fmla="*/ 60756 h 121512"/>
                  <a:gd name="connsiteX3" fmla="*/ 63692 w 127384"/>
                  <a:gd name="connsiteY3" fmla="*/ 0 h 121512"/>
                  <a:gd name="connsiteX4" fmla="*/ 127384 w 127384"/>
                  <a:gd name="connsiteY4" fmla="*/ 60756 h 1215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384" h="121512">
                    <a:moveTo>
                      <a:pt x="127384" y="60756"/>
                    </a:moveTo>
                    <a:cubicBezTo>
                      <a:pt x="127384" y="94311"/>
                      <a:pt x="98868" y="121512"/>
                      <a:pt x="63692" y="121512"/>
                    </a:cubicBezTo>
                    <a:cubicBezTo>
                      <a:pt x="28516" y="121512"/>
                      <a:pt x="0" y="94311"/>
                      <a:pt x="0" y="60756"/>
                    </a:cubicBezTo>
                    <a:cubicBezTo>
                      <a:pt x="0" y="27201"/>
                      <a:pt x="28516" y="0"/>
                      <a:pt x="63692" y="0"/>
                    </a:cubicBezTo>
                    <a:cubicBezTo>
                      <a:pt x="98868" y="0"/>
                      <a:pt x="127384" y="27201"/>
                      <a:pt x="127384" y="60756"/>
                    </a:cubicBez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sp>
            <p:nvSpPr>
              <p:cNvPr id="172" name="Forme libre : forme 171">
                <a:extLst>
                  <a:ext uri="{FF2B5EF4-FFF2-40B4-BE49-F238E27FC236}">
                    <a16:creationId xmlns:a16="http://schemas.microsoft.com/office/drawing/2014/main" id="{B8E0CDFB-140F-4A60-85F9-11BF76FA6548}"/>
                  </a:ext>
                </a:extLst>
              </p:cNvPr>
              <p:cNvSpPr/>
              <p:nvPr/>
            </p:nvSpPr>
            <p:spPr>
              <a:xfrm>
                <a:off x="230478" y="5989558"/>
                <a:ext cx="254768" cy="121512"/>
              </a:xfrm>
              <a:custGeom>
                <a:avLst/>
                <a:gdLst>
                  <a:gd name="connsiteX0" fmla="*/ 254768 w 254768"/>
                  <a:gd name="connsiteY0" fmla="*/ 121512 h 121512"/>
                  <a:gd name="connsiteX1" fmla="*/ 254768 w 254768"/>
                  <a:gd name="connsiteY1" fmla="*/ 60756 h 121512"/>
                  <a:gd name="connsiteX2" fmla="*/ 242030 w 254768"/>
                  <a:gd name="connsiteY2" fmla="*/ 36454 h 121512"/>
                  <a:gd name="connsiteX3" fmla="*/ 179930 w 254768"/>
                  <a:gd name="connsiteY3" fmla="*/ 7595 h 121512"/>
                  <a:gd name="connsiteX4" fmla="*/ 127384 w 254768"/>
                  <a:gd name="connsiteY4" fmla="*/ 0 h 121512"/>
                  <a:gd name="connsiteX5" fmla="*/ 74838 w 254768"/>
                  <a:gd name="connsiteY5" fmla="*/ 7595 h 121512"/>
                  <a:gd name="connsiteX6" fmla="*/ 12738 w 254768"/>
                  <a:gd name="connsiteY6" fmla="*/ 36454 h 121512"/>
                  <a:gd name="connsiteX7" fmla="*/ 0 w 254768"/>
                  <a:gd name="connsiteY7" fmla="*/ 60756 h 121512"/>
                  <a:gd name="connsiteX8" fmla="*/ 0 w 254768"/>
                  <a:gd name="connsiteY8" fmla="*/ 121512 h 121512"/>
                  <a:gd name="connsiteX9" fmla="*/ 254768 w 254768"/>
                  <a:gd name="connsiteY9" fmla="*/ 121512 h 121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4768" h="121512">
                    <a:moveTo>
                      <a:pt x="254768" y="121512"/>
                    </a:moveTo>
                    <a:lnTo>
                      <a:pt x="254768" y="60756"/>
                    </a:lnTo>
                    <a:cubicBezTo>
                      <a:pt x="254768" y="51643"/>
                      <a:pt x="249991" y="42529"/>
                      <a:pt x="242030" y="36454"/>
                    </a:cubicBezTo>
                    <a:cubicBezTo>
                      <a:pt x="224514" y="22784"/>
                      <a:pt x="202222" y="13670"/>
                      <a:pt x="179930" y="7595"/>
                    </a:cubicBezTo>
                    <a:cubicBezTo>
                      <a:pt x="164007" y="3038"/>
                      <a:pt x="146492" y="0"/>
                      <a:pt x="127384" y="0"/>
                    </a:cubicBezTo>
                    <a:cubicBezTo>
                      <a:pt x="109869" y="0"/>
                      <a:pt x="92353" y="3038"/>
                      <a:pt x="74838" y="7595"/>
                    </a:cubicBezTo>
                    <a:cubicBezTo>
                      <a:pt x="52546" y="13670"/>
                      <a:pt x="30254" y="24302"/>
                      <a:pt x="12738" y="36454"/>
                    </a:cubicBezTo>
                    <a:cubicBezTo>
                      <a:pt x="4777" y="42529"/>
                      <a:pt x="0" y="51643"/>
                      <a:pt x="0" y="60756"/>
                    </a:cubicBezTo>
                    <a:lnTo>
                      <a:pt x="0" y="121512"/>
                    </a:lnTo>
                    <a:lnTo>
                      <a:pt x="254768" y="121512"/>
                    </a:lnTo>
                    <a:close/>
                  </a:path>
                </a:pathLst>
              </a:custGeom>
              <a:solidFill>
                <a:srgbClr val="000000"/>
              </a:solidFill>
              <a:ln w="3969" cap="flat">
                <a:noFill/>
                <a:prstDash val="solid"/>
                <a:miter/>
              </a:ln>
            </p:spPr>
            <p:txBody>
              <a:bodyPr rtlCol="0" anchor="ctr"/>
              <a:lstStyle/>
              <a:p>
                <a:pPr algn="l" defTabSz="1828800" hangingPunct="1">
                  <a:defRPr/>
                </a:pPr>
                <a:endParaRPr lang="fr-FR" sz="3600" kern="1200">
                  <a:solidFill>
                    <a:prstClr val="black"/>
                  </a:solidFill>
                  <a:latin typeface="Calibri"/>
                  <a:ea typeface="+mn-ea"/>
                  <a:cs typeface="+mn-cs"/>
                </a:endParaRPr>
              </a:p>
            </p:txBody>
          </p:sp>
        </p:grpSp>
        <p:sp>
          <p:nvSpPr>
            <p:cNvPr id="170" name="ZoneTexte 169">
              <a:extLst>
                <a:ext uri="{FF2B5EF4-FFF2-40B4-BE49-F238E27FC236}">
                  <a16:creationId xmlns:a16="http://schemas.microsoft.com/office/drawing/2014/main" id="{5EF1CC1A-354D-4489-93ED-4DA04977D70D}"/>
                </a:ext>
              </a:extLst>
            </p:cNvPr>
            <p:cNvSpPr txBox="1"/>
            <p:nvPr/>
          </p:nvSpPr>
          <p:spPr>
            <a:xfrm>
              <a:off x="-25171" y="6330557"/>
              <a:ext cx="775786" cy="184666"/>
            </a:xfrm>
            <a:prstGeom prst="rect">
              <a:avLst/>
            </a:prstGeom>
            <a:noFill/>
          </p:spPr>
          <p:txBody>
            <a:bodyPr wrap="square" rtlCol="0">
              <a:spAutoFit/>
            </a:bodyPr>
            <a:lstStyle/>
            <a:p>
              <a:pPr defTabSz="1828800" hangingPunct="1">
                <a:defRPr/>
              </a:pPr>
              <a:r>
                <a:rPr lang="fr-FR" sz="1800" b="1">
                  <a:solidFill>
                    <a:prstClr val="black"/>
                  </a:solidFill>
                  <a:latin typeface="Calibri"/>
                </a:rPr>
                <a:t>CNPR</a:t>
              </a:r>
              <a:endParaRPr lang="fr-FR" sz="1800" b="1" kern="1200">
                <a:solidFill>
                  <a:prstClr val="black"/>
                </a:solidFill>
                <a:latin typeface="Calibri"/>
                <a:ea typeface="+mn-ea"/>
                <a:cs typeface="+mn-cs"/>
              </a:endParaRPr>
            </a:p>
          </p:txBody>
        </p:sp>
      </p:grpSp>
      <p:grpSp>
        <p:nvGrpSpPr>
          <p:cNvPr id="322" name="Groupe 321">
            <a:extLst>
              <a:ext uri="{FF2B5EF4-FFF2-40B4-BE49-F238E27FC236}">
                <a16:creationId xmlns:a16="http://schemas.microsoft.com/office/drawing/2014/main" id="{96A0401C-4FC0-4EEB-A93C-52D8165E22AC}"/>
              </a:ext>
            </a:extLst>
          </p:cNvPr>
          <p:cNvGrpSpPr/>
          <p:nvPr/>
        </p:nvGrpSpPr>
        <p:grpSpPr>
          <a:xfrm>
            <a:off x="94656" y="2764919"/>
            <a:ext cx="1879844" cy="1076884"/>
            <a:chOff x="-146330" y="3779728"/>
            <a:chExt cx="939922" cy="538442"/>
          </a:xfrm>
        </p:grpSpPr>
        <p:sp>
          <p:nvSpPr>
            <p:cNvPr id="323" name="ZoneTexte 322">
              <a:extLst>
                <a:ext uri="{FF2B5EF4-FFF2-40B4-BE49-F238E27FC236}">
                  <a16:creationId xmlns:a16="http://schemas.microsoft.com/office/drawing/2014/main" id="{6B5B15D6-A9EC-4709-B09C-2DD9ECC13393}"/>
                </a:ext>
              </a:extLst>
            </p:cNvPr>
            <p:cNvSpPr txBox="1"/>
            <p:nvPr/>
          </p:nvSpPr>
          <p:spPr>
            <a:xfrm>
              <a:off x="-146330" y="4133504"/>
              <a:ext cx="939922" cy="184666"/>
            </a:xfrm>
            <a:prstGeom prst="rect">
              <a:avLst/>
            </a:prstGeom>
            <a:noFill/>
          </p:spPr>
          <p:txBody>
            <a:bodyPr wrap="square" rtlCol="0">
              <a:spAutoFit/>
            </a:bodyPr>
            <a:lstStyle/>
            <a:p>
              <a:pPr defTabSz="1828800" hangingPunct="1">
                <a:defRPr/>
              </a:pPr>
              <a:r>
                <a:rPr lang="fr-FR" sz="1800" b="1" kern="1200">
                  <a:solidFill>
                    <a:prstClr val="black"/>
                  </a:solidFill>
                  <a:latin typeface="Calibri"/>
                  <a:ea typeface="+mn-ea"/>
                  <a:cs typeface="+mn-cs"/>
                </a:rPr>
                <a:t>Manager</a:t>
              </a:r>
            </a:p>
          </p:txBody>
        </p:sp>
        <p:pic>
          <p:nvPicPr>
            <p:cNvPr id="324" name="Graphique 323" descr="Programmeur">
              <a:extLst>
                <a:ext uri="{FF2B5EF4-FFF2-40B4-BE49-F238E27FC236}">
                  <a16:creationId xmlns:a16="http://schemas.microsoft.com/office/drawing/2014/main" id="{003F7CC0-1680-4DC2-AA8F-3CB876C08D3B}"/>
                </a:ext>
              </a:extLst>
            </p:cNvPr>
            <p:cNvPicPr>
              <a:picLocks noChangeAspect="1"/>
            </p:cNvPicPr>
            <p:nvPr/>
          </p:nvPicPr>
          <p: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41698" y="3779728"/>
              <a:ext cx="372776" cy="372776"/>
            </a:xfrm>
            <a:prstGeom prst="rect">
              <a:avLst/>
            </a:prstGeom>
          </p:spPr>
        </p:pic>
      </p:grpSp>
      <p:sp>
        <p:nvSpPr>
          <p:cNvPr id="109" name="Rectangle : coins arrondis 108">
            <a:extLst>
              <a:ext uri="{FF2B5EF4-FFF2-40B4-BE49-F238E27FC236}">
                <a16:creationId xmlns:a16="http://schemas.microsoft.com/office/drawing/2014/main" id="{CE01B5EC-ADD3-4CC4-AB0E-59AB2457C9E1}"/>
              </a:ext>
            </a:extLst>
          </p:cNvPr>
          <p:cNvSpPr/>
          <p:nvPr/>
        </p:nvSpPr>
        <p:spPr>
          <a:xfrm>
            <a:off x="2296246" y="2599516"/>
            <a:ext cx="2927288" cy="924872"/>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828800" hangingPunct="1">
              <a:defRPr/>
            </a:pPr>
            <a:r>
              <a:rPr lang="fr-FR" sz="2000" kern="1200">
                <a:solidFill>
                  <a:prstClr val="black"/>
                </a:solidFill>
                <a:latin typeface="Calibri"/>
              </a:rPr>
              <a:t>Validation manager réalisation intervention suite à une astreinte</a:t>
            </a:r>
          </a:p>
        </p:txBody>
      </p:sp>
      <p:sp>
        <p:nvSpPr>
          <p:cNvPr id="6" name="Titre 5">
            <a:extLst>
              <a:ext uri="{FF2B5EF4-FFF2-40B4-BE49-F238E27FC236}">
                <a16:creationId xmlns:a16="http://schemas.microsoft.com/office/drawing/2014/main" id="{0CBF8B94-52F5-4683-AC69-1F186703845F}"/>
              </a:ext>
            </a:extLst>
          </p:cNvPr>
          <p:cNvSpPr>
            <a:spLocks noGrp="1"/>
          </p:cNvSpPr>
          <p:nvPr>
            <p:ph type="ctrTitle"/>
          </p:nvPr>
        </p:nvSpPr>
        <p:spPr>
          <a:xfrm>
            <a:off x="20069767" y="-126776"/>
            <a:ext cx="4279134" cy="492488"/>
          </a:xfrm>
        </p:spPr>
        <p:txBody>
          <a:bodyPr>
            <a:noAutofit/>
          </a:bodyPr>
          <a:lstStyle/>
          <a:p>
            <a:r>
              <a:rPr lang="fr-FR" sz="2400">
                <a:noFill/>
              </a:rPr>
              <a:t>Processus de recette (VF)</a:t>
            </a:r>
          </a:p>
        </p:txBody>
      </p:sp>
      <p:sp>
        <p:nvSpPr>
          <p:cNvPr id="117" name="Rectangle : coins arrondis 116">
            <a:extLst>
              <a:ext uri="{FF2B5EF4-FFF2-40B4-BE49-F238E27FC236}">
                <a16:creationId xmlns:a16="http://schemas.microsoft.com/office/drawing/2014/main" id="{FC3ED730-4F45-4D12-A1C3-82768A760FDC}"/>
              </a:ext>
            </a:extLst>
          </p:cNvPr>
          <p:cNvSpPr/>
          <p:nvPr/>
        </p:nvSpPr>
        <p:spPr>
          <a:xfrm>
            <a:off x="3277474" y="4997793"/>
            <a:ext cx="1798848" cy="948344"/>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828800" hangingPunct="1">
              <a:lnSpc>
                <a:spcPts val="2600"/>
              </a:lnSpc>
              <a:defRPr/>
            </a:pPr>
            <a:r>
              <a:rPr lang="fr-FR" sz="2000" kern="1200">
                <a:solidFill>
                  <a:prstClr val="black"/>
                </a:solidFill>
                <a:latin typeface="Calibri"/>
              </a:rPr>
              <a:t>Saisie des heures réalisées</a:t>
            </a:r>
          </a:p>
        </p:txBody>
      </p:sp>
      <p:cxnSp>
        <p:nvCxnSpPr>
          <p:cNvPr id="225" name="Connecteur droit avec flèche 224">
            <a:extLst>
              <a:ext uri="{FF2B5EF4-FFF2-40B4-BE49-F238E27FC236}">
                <a16:creationId xmlns:a16="http://schemas.microsoft.com/office/drawing/2014/main" id="{3A26D732-6C69-630D-B405-F0D7C379FE8B}"/>
              </a:ext>
            </a:extLst>
          </p:cNvPr>
          <p:cNvCxnSpPr>
            <a:cxnSpLocks/>
          </p:cNvCxnSpPr>
          <p:nvPr/>
        </p:nvCxnSpPr>
        <p:spPr>
          <a:xfrm>
            <a:off x="3859317" y="3571598"/>
            <a:ext cx="12796" cy="1464105"/>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33" name="Organigramme : Décision 232">
            <a:extLst>
              <a:ext uri="{FF2B5EF4-FFF2-40B4-BE49-F238E27FC236}">
                <a16:creationId xmlns:a16="http://schemas.microsoft.com/office/drawing/2014/main" id="{DD693D73-A797-50F9-A315-BA2ED9323525}"/>
              </a:ext>
            </a:extLst>
          </p:cNvPr>
          <p:cNvSpPr/>
          <p:nvPr/>
        </p:nvSpPr>
        <p:spPr>
          <a:xfrm>
            <a:off x="2100860" y="4369856"/>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236" name="ZoneTexte 235">
            <a:extLst>
              <a:ext uri="{FF2B5EF4-FFF2-40B4-BE49-F238E27FC236}">
                <a16:creationId xmlns:a16="http://schemas.microsoft.com/office/drawing/2014/main" id="{0F914B63-D7CF-6A15-E019-C435732EFC41}"/>
              </a:ext>
            </a:extLst>
          </p:cNvPr>
          <p:cNvSpPr txBox="1"/>
          <p:nvPr/>
        </p:nvSpPr>
        <p:spPr>
          <a:xfrm>
            <a:off x="3261195" y="10046166"/>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
        <p:nvSpPr>
          <p:cNvPr id="237" name="ZoneTexte 236">
            <a:extLst>
              <a:ext uri="{FF2B5EF4-FFF2-40B4-BE49-F238E27FC236}">
                <a16:creationId xmlns:a16="http://schemas.microsoft.com/office/drawing/2014/main" id="{99C0E129-2CF1-748A-7D67-54EF985638B1}"/>
              </a:ext>
            </a:extLst>
          </p:cNvPr>
          <p:cNvSpPr txBox="1"/>
          <p:nvPr/>
        </p:nvSpPr>
        <p:spPr>
          <a:xfrm>
            <a:off x="4375756" y="10071177"/>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cxnSp>
        <p:nvCxnSpPr>
          <p:cNvPr id="246" name="Connecteur : en angle 245">
            <a:extLst>
              <a:ext uri="{FF2B5EF4-FFF2-40B4-BE49-F238E27FC236}">
                <a16:creationId xmlns:a16="http://schemas.microsoft.com/office/drawing/2014/main" id="{F118D287-713E-CF6E-07FC-6A044EAED6BE}"/>
              </a:ext>
            </a:extLst>
          </p:cNvPr>
          <p:cNvCxnSpPr>
            <a:cxnSpLocks/>
          </p:cNvCxnSpPr>
          <p:nvPr/>
        </p:nvCxnSpPr>
        <p:spPr>
          <a:xfrm flipH="1">
            <a:off x="3172682" y="9999229"/>
            <a:ext cx="155695" cy="30035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52" name="ZoneTexte 251">
            <a:extLst>
              <a:ext uri="{FF2B5EF4-FFF2-40B4-BE49-F238E27FC236}">
                <a16:creationId xmlns:a16="http://schemas.microsoft.com/office/drawing/2014/main" id="{841184B8-EDBD-9A97-43CB-88FACE2D6CD0}"/>
              </a:ext>
            </a:extLst>
          </p:cNvPr>
          <p:cNvSpPr txBox="1"/>
          <p:nvPr/>
        </p:nvSpPr>
        <p:spPr>
          <a:xfrm>
            <a:off x="3915098" y="9117834"/>
            <a:ext cx="1879444" cy="584775"/>
          </a:xfrm>
          <a:prstGeom prst="rect">
            <a:avLst/>
          </a:prstGeom>
          <a:noFill/>
        </p:spPr>
        <p:txBody>
          <a:bodyPr wrap="square" rtlCol="0">
            <a:spAutoFit/>
          </a:bodyPr>
          <a:lstStyle/>
          <a:p>
            <a:pPr defTabSz="1828800" hangingPunct="1">
              <a:defRPr/>
            </a:pPr>
            <a:r>
              <a:rPr lang="fr-FR" sz="1600" b="1">
                <a:solidFill>
                  <a:schemeClr val="tx1"/>
                </a:solidFill>
              </a:rPr>
              <a:t>Respect réglementation ?</a:t>
            </a:r>
          </a:p>
        </p:txBody>
      </p:sp>
      <p:sp>
        <p:nvSpPr>
          <p:cNvPr id="85" name="ZoneTexte 84">
            <a:extLst>
              <a:ext uri="{FF2B5EF4-FFF2-40B4-BE49-F238E27FC236}">
                <a16:creationId xmlns:a16="http://schemas.microsoft.com/office/drawing/2014/main" id="{1944852F-7599-658C-A82C-AD06FAB36B7E}"/>
              </a:ext>
            </a:extLst>
          </p:cNvPr>
          <p:cNvSpPr txBox="1"/>
          <p:nvPr/>
        </p:nvSpPr>
        <p:spPr>
          <a:xfrm>
            <a:off x="9477608" y="6456705"/>
            <a:ext cx="4204230" cy="907941"/>
          </a:xfrm>
          <a:prstGeom prst="rect">
            <a:avLst/>
          </a:prstGeom>
          <a:noFill/>
        </p:spPr>
        <p:txBody>
          <a:bodyPr wrap="square" rtlCol="0">
            <a:spAutoFit/>
          </a:bodyPr>
          <a:lstStyle/>
          <a:p>
            <a:r>
              <a:rPr lang="fr-FR" sz="1600"/>
              <a:t>Moulinette journalière : </a:t>
            </a:r>
            <a:r>
              <a:rPr lang="fr-FR" sz="1600" b="1">
                <a:latin typeface="Arial" panose="020B0604020202020204" pitchFamily="34" charset="0"/>
                <a:ea typeface="Times New Roman" panose="02020603050405020304" pitchFamily="18" charset="0"/>
              </a:rPr>
              <a:t>récupération des pointages validés par la GAP</a:t>
            </a:r>
          </a:p>
          <a:p>
            <a:r>
              <a:rPr lang="fr-FR" sz="1050" b="1">
                <a:solidFill>
                  <a:srgbClr val="FF0000"/>
                </a:solidFill>
                <a:latin typeface="Arial" panose="020B0604020202020204" pitchFamily="34" charset="0"/>
                <a:ea typeface="Times New Roman" panose="02020603050405020304" pitchFamily="18" charset="0"/>
              </a:rPr>
              <a:t>Attention si le salarié badge entre 22h et 1h GTA considère la réalisation sur deux jours</a:t>
            </a:r>
          </a:p>
        </p:txBody>
      </p:sp>
      <p:sp>
        <p:nvSpPr>
          <p:cNvPr id="292" name="Parchemin : vertical 291">
            <a:extLst>
              <a:ext uri="{FF2B5EF4-FFF2-40B4-BE49-F238E27FC236}">
                <a16:creationId xmlns:a16="http://schemas.microsoft.com/office/drawing/2014/main" id="{6D21010A-F778-A9D5-6C19-DC2E8A4D17E0}"/>
              </a:ext>
            </a:extLst>
          </p:cNvPr>
          <p:cNvSpPr/>
          <p:nvPr/>
        </p:nvSpPr>
        <p:spPr>
          <a:xfrm>
            <a:off x="5704926" y="10012325"/>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303" name="Organigramme : Disque magnétique 302">
            <a:extLst>
              <a:ext uri="{FF2B5EF4-FFF2-40B4-BE49-F238E27FC236}">
                <a16:creationId xmlns:a16="http://schemas.microsoft.com/office/drawing/2014/main" id="{F5C1F81C-FB74-A607-9668-D2B743049E5A}"/>
              </a:ext>
            </a:extLst>
          </p:cNvPr>
          <p:cNvSpPr/>
          <p:nvPr/>
        </p:nvSpPr>
        <p:spPr>
          <a:xfrm>
            <a:off x="8965866" y="7564240"/>
            <a:ext cx="1258400" cy="615184"/>
          </a:xfrm>
          <a:prstGeom prst="flowChartMagneticDisk">
            <a:avLst/>
          </a:prstGeom>
          <a:solidFill>
            <a:srgbClr val="EF19D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308" name="Organigramme : Bande perforée 307">
            <a:extLst>
              <a:ext uri="{FF2B5EF4-FFF2-40B4-BE49-F238E27FC236}">
                <a16:creationId xmlns:a16="http://schemas.microsoft.com/office/drawing/2014/main" id="{C636D7F3-03A1-9C78-4E45-BC6EB993F614}"/>
              </a:ext>
            </a:extLst>
          </p:cNvPr>
          <p:cNvSpPr/>
          <p:nvPr/>
        </p:nvSpPr>
        <p:spPr>
          <a:xfrm>
            <a:off x="10623641" y="8629155"/>
            <a:ext cx="2039115" cy="1122106"/>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rgbClr val="FFFFFF"/>
                </a:solidFill>
              </a:rPr>
              <a:t>Etat de sortie des HS/HC réalisées groupés</a:t>
            </a:r>
          </a:p>
        </p:txBody>
      </p:sp>
      <p:sp>
        <p:nvSpPr>
          <p:cNvPr id="309" name="Parchemin : vertical 308">
            <a:extLst>
              <a:ext uri="{FF2B5EF4-FFF2-40B4-BE49-F238E27FC236}">
                <a16:creationId xmlns:a16="http://schemas.microsoft.com/office/drawing/2014/main" id="{816CCCB7-21A7-2AA9-1950-CC5A9426C4BD}"/>
              </a:ext>
            </a:extLst>
          </p:cNvPr>
          <p:cNvSpPr/>
          <p:nvPr/>
        </p:nvSpPr>
        <p:spPr>
          <a:xfrm>
            <a:off x="4204766" y="3753382"/>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cxnSp>
        <p:nvCxnSpPr>
          <p:cNvPr id="321" name="Connecteur droit avec flèche 320">
            <a:extLst>
              <a:ext uri="{FF2B5EF4-FFF2-40B4-BE49-F238E27FC236}">
                <a16:creationId xmlns:a16="http://schemas.microsoft.com/office/drawing/2014/main" id="{744CAB8D-19BD-D42D-25B5-8E43092DBB81}"/>
              </a:ext>
            </a:extLst>
          </p:cNvPr>
          <p:cNvCxnSpPr>
            <a:cxnSpLocks/>
          </p:cNvCxnSpPr>
          <p:nvPr/>
        </p:nvCxnSpPr>
        <p:spPr>
          <a:xfrm>
            <a:off x="10133919" y="8079710"/>
            <a:ext cx="1164742" cy="71469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37" name="Parchemin : vertical 336">
            <a:extLst>
              <a:ext uri="{FF2B5EF4-FFF2-40B4-BE49-F238E27FC236}">
                <a16:creationId xmlns:a16="http://schemas.microsoft.com/office/drawing/2014/main" id="{073B5313-8868-E545-FF8F-D6AAF22BE757}"/>
              </a:ext>
            </a:extLst>
          </p:cNvPr>
          <p:cNvSpPr/>
          <p:nvPr/>
        </p:nvSpPr>
        <p:spPr>
          <a:xfrm>
            <a:off x="13027536" y="9299905"/>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cxnSp>
        <p:nvCxnSpPr>
          <p:cNvPr id="341" name="Connecteur droit avec flèche 340">
            <a:extLst>
              <a:ext uri="{FF2B5EF4-FFF2-40B4-BE49-F238E27FC236}">
                <a16:creationId xmlns:a16="http://schemas.microsoft.com/office/drawing/2014/main" id="{C8ACF7A2-6A78-A11A-4E63-30403E226B10}"/>
              </a:ext>
            </a:extLst>
          </p:cNvPr>
          <p:cNvCxnSpPr>
            <a:endCxn id="337" idx="1"/>
          </p:cNvCxnSpPr>
          <p:nvPr/>
        </p:nvCxnSpPr>
        <p:spPr>
          <a:xfrm flipV="1">
            <a:off x="12416740" y="9509472"/>
            <a:ext cx="663188" cy="9268"/>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46" name="Organigramme : Bande perforée 345">
            <a:extLst>
              <a:ext uri="{FF2B5EF4-FFF2-40B4-BE49-F238E27FC236}">
                <a16:creationId xmlns:a16="http://schemas.microsoft.com/office/drawing/2014/main" id="{F89BAB0F-1A3A-32C7-4E6D-5A1DB9A419C7}"/>
              </a:ext>
            </a:extLst>
          </p:cNvPr>
          <p:cNvSpPr/>
          <p:nvPr/>
        </p:nvSpPr>
        <p:spPr>
          <a:xfrm>
            <a:off x="18490172" y="12391766"/>
            <a:ext cx="2373338" cy="1324234"/>
          </a:xfrm>
          <a:prstGeom prst="flowChartPunchedTap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rgbClr val="FFFFFF"/>
                </a:solidFill>
              </a:rPr>
              <a:t>Etat de sortie des HS/HC réalisées format CNPR</a:t>
            </a:r>
          </a:p>
        </p:txBody>
      </p:sp>
      <p:cxnSp>
        <p:nvCxnSpPr>
          <p:cNvPr id="351" name="Connecteur : en angle 350">
            <a:extLst>
              <a:ext uri="{FF2B5EF4-FFF2-40B4-BE49-F238E27FC236}">
                <a16:creationId xmlns:a16="http://schemas.microsoft.com/office/drawing/2014/main" id="{886E8CB5-8636-6DC6-1805-36CDD62308F6}"/>
              </a:ext>
            </a:extLst>
          </p:cNvPr>
          <p:cNvCxnSpPr>
            <a:cxnSpLocks/>
          </p:cNvCxnSpPr>
          <p:nvPr/>
        </p:nvCxnSpPr>
        <p:spPr>
          <a:xfrm>
            <a:off x="11517382" y="10221892"/>
            <a:ext cx="6948233" cy="2988663"/>
          </a:xfrm>
          <a:prstGeom prst="bentConnector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Espace réservé du texte 5">
            <a:extLst>
              <a:ext uri="{FF2B5EF4-FFF2-40B4-BE49-F238E27FC236}">
                <a16:creationId xmlns:a16="http://schemas.microsoft.com/office/drawing/2014/main" id="{F1FBE655-594D-E237-8EEC-D102A7D6D86E}"/>
              </a:ext>
            </a:extLst>
          </p:cNvPr>
          <p:cNvSpPr txBox="1">
            <a:spLocks/>
          </p:cNvSpPr>
          <p:nvPr/>
        </p:nvSpPr>
        <p:spPr>
          <a:xfrm>
            <a:off x="4002340" y="100938"/>
            <a:ext cx="20359012" cy="12844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b">
            <a:spAutoFit/>
          </a:bodyPr>
          <a:lstStyle>
            <a:lvl1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1pPr>
            <a:lvl2pPr marL="12192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2pPr>
            <a:lvl3pPr marL="18288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3pPr>
            <a:lvl4pPr marL="24384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4pPr>
            <a:lvl5pPr marL="30480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5pPr>
            <a:lvl6pPr marL="34290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6pPr>
            <a:lvl7pPr marL="40386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7pPr>
            <a:lvl8pPr marL="46482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8pPr>
            <a:lvl9pPr marL="52578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9pPr>
          </a:lstStyle>
          <a:p>
            <a:pPr hangingPunct="1"/>
            <a:r>
              <a:rPr lang="fr-FR" sz="4800"/>
              <a:t>8 – Expression de besoin – </a:t>
            </a:r>
          </a:p>
          <a:p>
            <a:pPr hangingPunct="1"/>
            <a:r>
              <a:rPr lang="fr-FR" sz="4800"/>
              <a:t>Logigramme heures intervention - cadre au forfait</a:t>
            </a:r>
            <a:endParaRPr lang="en-GB" sz="4800"/>
          </a:p>
        </p:txBody>
      </p:sp>
      <p:sp>
        <p:nvSpPr>
          <p:cNvPr id="5" name="Numéro de diapositive">
            <a:extLst>
              <a:ext uri="{FF2B5EF4-FFF2-40B4-BE49-F238E27FC236}">
                <a16:creationId xmlns:a16="http://schemas.microsoft.com/office/drawing/2014/main" id="{3FFD4206-021D-32E1-40D7-94A300D6CB84}"/>
              </a:ext>
            </a:extLst>
          </p:cNvPr>
          <p:cNvSpPr txBox="1">
            <a:spLocks/>
          </p:cNvSpPr>
          <p:nvPr/>
        </p:nvSpPr>
        <p:spPr>
          <a:xfrm>
            <a:off x="23708646" y="12775849"/>
            <a:ext cx="484451" cy="4142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z="2000" smtClean="0">
                <a:solidFill>
                  <a:srgbClr val="FFFFFF"/>
                </a:solidFill>
              </a:rPr>
              <a:pPr/>
              <a:t>23</a:t>
            </a:fld>
            <a:endParaRPr lang="fr-FR" sz="2000">
              <a:solidFill>
                <a:srgbClr val="FFFFFF"/>
              </a:solidFill>
            </a:endParaRPr>
          </a:p>
        </p:txBody>
      </p:sp>
      <p:sp>
        <p:nvSpPr>
          <p:cNvPr id="21" name="Parchemin : vertical 20">
            <a:extLst>
              <a:ext uri="{FF2B5EF4-FFF2-40B4-BE49-F238E27FC236}">
                <a16:creationId xmlns:a16="http://schemas.microsoft.com/office/drawing/2014/main" id="{2B192169-41F5-F174-2F16-3A421E726C01}"/>
              </a:ext>
            </a:extLst>
          </p:cNvPr>
          <p:cNvSpPr/>
          <p:nvPr/>
        </p:nvSpPr>
        <p:spPr>
          <a:xfrm>
            <a:off x="5627665" y="10461778"/>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+salarié</a:t>
            </a:r>
          </a:p>
        </p:txBody>
      </p:sp>
      <p:sp>
        <p:nvSpPr>
          <p:cNvPr id="224" name="Parchemin : vertical 223">
            <a:extLst>
              <a:ext uri="{FF2B5EF4-FFF2-40B4-BE49-F238E27FC236}">
                <a16:creationId xmlns:a16="http://schemas.microsoft.com/office/drawing/2014/main" id="{B5BD630E-4CF2-603B-96EF-B4C75B188ED1}"/>
              </a:ext>
            </a:extLst>
          </p:cNvPr>
          <p:cNvSpPr/>
          <p:nvPr/>
        </p:nvSpPr>
        <p:spPr>
          <a:xfrm>
            <a:off x="14199218" y="8945409"/>
            <a:ext cx="1473733" cy="1202807"/>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Manager +  Salarié</a:t>
            </a:r>
          </a:p>
        </p:txBody>
      </p:sp>
      <p:cxnSp>
        <p:nvCxnSpPr>
          <p:cNvPr id="238" name="Connecteur droit 237">
            <a:extLst>
              <a:ext uri="{FF2B5EF4-FFF2-40B4-BE49-F238E27FC236}">
                <a16:creationId xmlns:a16="http://schemas.microsoft.com/office/drawing/2014/main" id="{5ED25473-08C2-ECE9-C37B-B7950C7AC9EC}"/>
              </a:ext>
            </a:extLst>
          </p:cNvPr>
          <p:cNvCxnSpPr>
            <a:cxnSpLocks/>
          </p:cNvCxnSpPr>
          <p:nvPr/>
        </p:nvCxnSpPr>
        <p:spPr>
          <a:xfrm>
            <a:off x="11517382" y="9800700"/>
            <a:ext cx="14605" cy="421192"/>
          </a:xfrm>
          <a:prstGeom prst="line">
            <a:avLst/>
          </a:prstGeom>
          <a:ln w="3175">
            <a:solidFill>
              <a:schemeClr val="tx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5" name="Parchemin : vertical 24">
            <a:extLst>
              <a:ext uri="{FF2B5EF4-FFF2-40B4-BE49-F238E27FC236}">
                <a16:creationId xmlns:a16="http://schemas.microsoft.com/office/drawing/2014/main" id="{F9C049E9-AF04-7A74-85A7-391923CED0C2}"/>
              </a:ext>
            </a:extLst>
          </p:cNvPr>
          <p:cNvSpPr/>
          <p:nvPr/>
        </p:nvSpPr>
        <p:spPr>
          <a:xfrm>
            <a:off x="4123426" y="4193704"/>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 Salarié</a:t>
            </a:r>
          </a:p>
        </p:txBody>
      </p:sp>
      <p:cxnSp>
        <p:nvCxnSpPr>
          <p:cNvPr id="28" name="Connecteur droit avec flèche 27">
            <a:extLst>
              <a:ext uri="{FF2B5EF4-FFF2-40B4-BE49-F238E27FC236}">
                <a16:creationId xmlns:a16="http://schemas.microsoft.com/office/drawing/2014/main" id="{4A76A46C-7B4D-4A9E-0F74-A95A58D53854}"/>
              </a:ext>
            </a:extLst>
          </p:cNvPr>
          <p:cNvCxnSpPr/>
          <p:nvPr/>
        </p:nvCxnSpPr>
        <p:spPr>
          <a:xfrm>
            <a:off x="4328357" y="3488700"/>
            <a:ext cx="149535" cy="248263"/>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8" name="Parchemin : vertical 227">
            <a:extLst>
              <a:ext uri="{FF2B5EF4-FFF2-40B4-BE49-F238E27FC236}">
                <a16:creationId xmlns:a16="http://schemas.microsoft.com/office/drawing/2014/main" id="{BE6F141B-F2FA-1D0B-0632-69457742E125}"/>
              </a:ext>
            </a:extLst>
          </p:cNvPr>
          <p:cNvSpPr/>
          <p:nvPr/>
        </p:nvSpPr>
        <p:spPr>
          <a:xfrm>
            <a:off x="5435065" y="5861707"/>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 Salarié</a:t>
            </a:r>
          </a:p>
        </p:txBody>
      </p:sp>
      <p:sp>
        <p:nvSpPr>
          <p:cNvPr id="229" name="Parchemin : vertical 228">
            <a:extLst>
              <a:ext uri="{FF2B5EF4-FFF2-40B4-BE49-F238E27FC236}">
                <a16:creationId xmlns:a16="http://schemas.microsoft.com/office/drawing/2014/main" id="{D3C6D439-A6F1-30AA-DC09-3997B8BAD26C}"/>
              </a:ext>
            </a:extLst>
          </p:cNvPr>
          <p:cNvSpPr/>
          <p:nvPr/>
        </p:nvSpPr>
        <p:spPr>
          <a:xfrm>
            <a:off x="5496770" y="5408063"/>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cxnSp>
        <p:nvCxnSpPr>
          <p:cNvPr id="230" name="Connecteur droit avec flèche 229">
            <a:extLst>
              <a:ext uri="{FF2B5EF4-FFF2-40B4-BE49-F238E27FC236}">
                <a16:creationId xmlns:a16="http://schemas.microsoft.com/office/drawing/2014/main" id="{1B2898F3-3E36-6843-FE0D-51EF287B3531}"/>
              </a:ext>
            </a:extLst>
          </p:cNvPr>
          <p:cNvCxnSpPr>
            <a:cxnSpLocks/>
            <a:endCxn id="229" idx="1"/>
          </p:cNvCxnSpPr>
          <p:nvPr/>
        </p:nvCxnSpPr>
        <p:spPr>
          <a:xfrm>
            <a:off x="5101257" y="5387079"/>
            <a:ext cx="447905" cy="23055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31" name="ZoneTexte 230">
            <a:extLst>
              <a:ext uri="{FF2B5EF4-FFF2-40B4-BE49-F238E27FC236}">
                <a16:creationId xmlns:a16="http://schemas.microsoft.com/office/drawing/2014/main" id="{4E0D0138-9482-55F2-189F-4DEF175D831E}"/>
              </a:ext>
            </a:extLst>
          </p:cNvPr>
          <p:cNvSpPr txBox="1"/>
          <p:nvPr/>
        </p:nvSpPr>
        <p:spPr>
          <a:xfrm>
            <a:off x="1778282" y="3935968"/>
            <a:ext cx="1879444" cy="338554"/>
          </a:xfrm>
          <a:prstGeom prst="rect">
            <a:avLst/>
          </a:prstGeom>
          <a:noFill/>
        </p:spPr>
        <p:txBody>
          <a:bodyPr wrap="square" rtlCol="0">
            <a:spAutoFit/>
          </a:bodyPr>
          <a:lstStyle/>
          <a:p>
            <a:pPr defTabSz="1828800" hangingPunct="1">
              <a:defRPr/>
            </a:pPr>
            <a:r>
              <a:rPr lang="fr-FR" sz="1600" b="1">
                <a:solidFill>
                  <a:schemeClr val="tx1"/>
                </a:solidFill>
              </a:rPr>
              <a:t>Accord manager</a:t>
            </a:r>
          </a:p>
        </p:txBody>
      </p:sp>
      <p:cxnSp>
        <p:nvCxnSpPr>
          <p:cNvPr id="242" name="Connecteur : en angle 241">
            <a:extLst>
              <a:ext uri="{FF2B5EF4-FFF2-40B4-BE49-F238E27FC236}">
                <a16:creationId xmlns:a16="http://schemas.microsoft.com/office/drawing/2014/main" id="{D465AF6C-C1A4-7925-36BB-523FE77459DE}"/>
              </a:ext>
            </a:extLst>
          </p:cNvPr>
          <p:cNvCxnSpPr>
            <a:stCxn id="233" idx="3"/>
          </p:cNvCxnSpPr>
          <p:nvPr/>
        </p:nvCxnSpPr>
        <p:spPr>
          <a:xfrm>
            <a:off x="3073446" y="4551078"/>
            <a:ext cx="428890" cy="429192"/>
          </a:xfrm>
          <a:prstGeom prst="bentConnector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4" name="ZoneTexte 243">
            <a:extLst>
              <a:ext uri="{FF2B5EF4-FFF2-40B4-BE49-F238E27FC236}">
                <a16:creationId xmlns:a16="http://schemas.microsoft.com/office/drawing/2014/main" id="{447FD4C7-DEFB-F31C-A309-5FF1C4A01BF3}"/>
              </a:ext>
            </a:extLst>
          </p:cNvPr>
          <p:cNvSpPr txBox="1"/>
          <p:nvPr/>
        </p:nvSpPr>
        <p:spPr>
          <a:xfrm>
            <a:off x="2067288" y="4642968"/>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cxnSp>
        <p:nvCxnSpPr>
          <p:cNvPr id="247" name="Connecteur : en angle 246">
            <a:extLst>
              <a:ext uri="{FF2B5EF4-FFF2-40B4-BE49-F238E27FC236}">
                <a16:creationId xmlns:a16="http://schemas.microsoft.com/office/drawing/2014/main" id="{8A10048F-A1A2-DCF3-9B78-BB17C39FD8D2}"/>
              </a:ext>
            </a:extLst>
          </p:cNvPr>
          <p:cNvCxnSpPr>
            <a:cxnSpLocks/>
          </p:cNvCxnSpPr>
          <p:nvPr/>
        </p:nvCxnSpPr>
        <p:spPr>
          <a:xfrm rot="16200000" flipH="1">
            <a:off x="1136216" y="5556379"/>
            <a:ext cx="3632150" cy="1668598"/>
          </a:xfrm>
          <a:prstGeom prst="bentConnector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48" name="Rectangle : coins arrondis 247">
            <a:extLst>
              <a:ext uri="{FF2B5EF4-FFF2-40B4-BE49-F238E27FC236}">
                <a16:creationId xmlns:a16="http://schemas.microsoft.com/office/drawing/2014/main" id="{CB89FC46-3B93-97CD-8642-A2EED7C979EF}"/>
              </a:ext>
            </a:extLst>
          </p:cNvPr>
          <p:cNvSpPr/>
          <p:nvPr/>
        </p:nvSpPr>
        <p:spPr>
          <a:xfrm>
            <a:off x="3023969" y="8169490"/>
            <a:ext cx="1798848" cy="948344"/>
          </a:xfrm>
          <a:prstGeom prst="roundRect">
            <a:avLst/>
          </a:prstGeom>
          <a:solidFill>
            <a:srgbClr val="70AD47"/>
          </a:solidFill>
          <a:ln w="3175">
            <a:solidFill>
              <a:schemeClr val="tx2">
                <a:lumMod val="60000"/>
                <a:lumOff val="40000"/>
              </a:schemeClr>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defTabSz="1828800" hangingPunct="1">
              <a:lnSpc>
                <a:spcPts val="2600"/>
              </a:lnSpc>
              <a:defRPr/>
            </a:pPr>
            <a:r>
              <a:rPr lang="fr-FR" sz="2000" kern="1200">
                <a:solidFill>
                  <a:prstClr val="black"/>
                </a:solidFill>
                <a:latin typeface="Calibri"/>
              </a:rPr>
              <a:t>Validation Direction GAP</a:t>
            </a:r>
          </a:p>
        </p:txBody>
      </p:sp>
      <p:sp>
        <p:nvSpPr>
          <p:cNvPr id="249" name="Organigramme : Décision 248">
            <a:extLst>
              <a:ext uri="{FF2B5EF4-FFF2-40B4-BE49-F238E27FC236}">
                <a16:creationId xmlns:a16="http://schemas.microsoft.com/office/drawing/2014/main" id="{58942BF6-6D8F-0FB8-18E6-11C2F83B2802}"/>
              </a:ext>
            </a:extLst>
          </p:cNvPr>
          <p:cNvSpPr/>
          <p:nvPr/>
        </p:nvSpPr>
        <p:spPr>
          <a:xfrm>
            <a:off x="3328377" y="9751262"/>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cxnSp>
        <p:nvCxnSpPr>
          <p:cNvPr id="250" name="Connecteur droit avec flèche 249">
            <a:extLst>
              <a:ext uri="{FF2B5EF4-FFF2-40B4-BE49-F238E27FC236}">
                <a16:creationId xmlns:a16="http://schemas.microsoft.com/office/drawing/2014/main" id="{109C8051-DED9-00FF-0B43-A0FDEA4B7C99}"/>
              </a:ext>
            </a:extLst>
          </p:cNvPr>
          <p:cNvCxnSpPr>
            <a:cxnSpLocks/>
            <a:endCxn id="249" idx="0"/>
          </p:cNvCxnSpPr>
          <p:nvPr/>
        </p:nvCxnSpPr>
        <p:spPr>
          <a:xfrm>
            <a:off x="3802581" y="9173611"/>
            <a:ext cx="12089" cy="577651"/>
          </a:xfrm>
          <a:prstGeom prst="straightConnector1">
            <a:avLst/>
          </a:prstGeom>
          <a:ln w="2857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53" name="Parchemin : vertical 252">
            <a:extLst>
              <a:ext uri="{FF2B5EF4-FFF2-40B4-BE49-F238E27FC236}">
                <a16:creationId xmlns:a16="http://schemas.microsoft.com/office/drawing/2014/main" id="{DDBA4505-4F9A-ADB2-28C5-79D0255352CD}"/>
              </a:ext>
            </a:extLst>
          </p:cNvPr>
          <p:cNvSpPr/>
          <p:nvPr/>
        </p:nvSpPr>
        <p:spPr>
          <a:xfrm>
            <a:off x="2026412" y="6713984"/>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55" name="Parchemin : vertical 254">
            <a:extLst>
              <a:ext uri="{FF2B5EF4-FFF2-40B4-BE49-F238E27FC236}">
                <a16:creationId xmlns:a16="http://schemas.microsoft.com/office/drawing/2014/main" id="{396C5A82-409B-C13D-ECD9-14FA8E54C30D}"/>
              </a:ext>
            </a:extLst>
          </p:cNvPr>
          <p:cNvSpPr/>
          <p:nvPr/>
        </p:nvSpPr>
        <p:spPr>
          <a:xfrm>
            <a:off x="1885689" y="7135093"/>
            <a:ext cx="1385865" cy="786566"/>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 Salarié</a:t>
            </a:r>
          </a:p>
        </p:txBody>
      </p:sp>
      <p:cxnSp>
        <p:nvCxnSpPr>
          <p:cNvPr id="41" name="Connecteur droit avec flèche 40">
            <a:extLst>
              <a:ext uri="{FF2B5EF4-FFF2-40B4-BE49-F238E27FC236}">
                <a16:creationId xmlns:a16="http://schemas.microsoft.com/office/drawing/2014/main" id="{1F2F8A45-FB6E-4BDA-0E1F-A0CF62457F19}"/>
              </a:ext>
            </a:extLst>
          </p:cNvPr>
          <p:cNvCxnSpPr>
            <a:cxnSpLocks/>
            <a:endCxn id="253" idx="0"/>
          </p:cNvCxnSpPr>
          <p:nvPr/>
        </p:nvCxnSpPr>
        <p:spPr>
          <a:xfrm>
            <a:off x="2490012" y="6390678"/>
            <a:ext cx="190702" cy="32330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7" name="ZoneTexte 46">
            <a:extLst>
              <a:ext uri="{FF2B5EF4-FFF2-40B4-BE49-F238E27FC236}">
                <a16:creationId xmlns:a16="http://schemas.microsoft.com/office/drawing/2014/main" id="{83A40959-8AB0-DA0A-6363-90DC89BDAC20}"/>
              </a:ext>
            </a:extLst>
          </p:cNvPr>
          <p:cNvSpPr txBox="1"/>
          <p:nvPr/>
        </p:nvSpPr>
        <p:spPr>
          <a:xfrm>
            <a:off x="3165026" y="4266753"/>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cxnSp>
        <p:nvCxnSpPr>
          <p:cNvPr id="56" name="Connecteur droit 55">
            <a:extLst>
              <a:ext uri="{FF2B5EF4-FFF2-40B4-BE49-F238E27FC236}">
                <a16:creationId xmlns:a16="http://schemas.microsoft.com/office/drawing/2014/main" id="{897DCF24-2017-4970-B867-7BC281E9C7B6}"/>
              </a:ext>
            </a:extLst>
          </p:cNvPr>
          <p:cNvCxnSpPr/>
          <p:nvPr/>
        </p:nvCxnSpPr>
        <p:spPr>
          <a:xfrm flipH="1">
            <a:off x="2699839" y="5522488"/>
            <a:ext cx="623856" cy="0"/>
          </a:xfrm>
          <a:prstGeom prst="line">
            <a:avLst/>
          </a:prstGeom>
          <a:ln/>
        </p:spPr>
        <p:style>
          <a:lnRef idx="1">
            <a:schemeClr val="dk1"/>
          </a:lnRef>
          <a:fillRef idx="0">
            <a:schemeClr val="dk1"/>
          </a:fillRef>
          <a:effectRef idx="0">
            <a:schemeClr val="dk1"/>
          </a:effectRef>
          <a:fontRef idx="minor">
            <a:schemeClr val="tx1"/>
          </a:fontRef>
        </p:style>
      </p:cxnSp>
      <p:cxnSp>
        <p:nvCxnSpPr>
          <p:cNvPr id="59" name="Connecteur droit avec flèche 58">
            <a:extLst>
              <a:ext uri="{FF2B5EF4-FFF2-40B4-BE49-F238E27FC236}">
                <a16:creationId xmlns:a16="http://schemas.microsoft.com/office/drawing/2014/main" id="{9C1BE5D2-69F4-8517-2B33-C32AB5D4E4C7}"/>
              </a:ext>
            </a:extLst>
          </p:cNvPr>
          <p:cNvCxnSpPr>
            <a:cxnSpLocks/>
          </p:cNvCxnSpPr>
          <p:nvPr/>
        </p:nvCxnSpPr>
        <p:spPr>
          <a:xfrm flipH="1" flipV="1">
            <a:off x="2585363" y="4732300"/>
            <a:ext cx="95351" cy="79018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2" name="Connecteur droit avec flèche 261">
            <a:extLst>
              <a:ext uri="{FF2B5EF4-FFF2-40B4-BE49-F238E27FC236}">
                <a16:creationId xmlns:a16="http://schemas.microsoft.com/office/drawing/2014/main" id="{D55A3746-F042-8B64-5D58-3C4ABBF8E685}"/>
              </a:ext>
            </a:extLst>
          </p:cNvPr>
          <p:cNvCxnSpPr>
            <a:cxnSpLocks/>
          </p:cNvCxnSpPr>
          <p:nvPr/>
        </p:nvCxnSpPr>
        <p:spPr>
          <a:xfrm>
            <a:off x="4170787" y="9912735"/>
            <a:ext cx="1568372" cy="3233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Connecteur droit avec flèche 7">
            <a:extLst>
              <a:ext uri="{FF2B5EF4-FFF2-40B4-BE49-F238E27FC236}">
                <a16:creationId xmlns:a16="http://schemas.microsoft.com/office/drawing/2014/main" id="{307733E0-B923-B472-2C45-FD583575FFCC}"/>
              </a:ext>
            </a:extLst>
          </p:cNvPr>
          <p:cNvCxnSpPr>
            <a:cxnSpLocks/>
          </p:cNvCxnSpPr>
          <p:nvPr/>
        </p:nvCxnSpPr>
        <p:spPr>
          <a:xfrm flipV="1">
            <a:off x="6734639" y="8161174"/>
            <a:ext cx="2489463" cy="18208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ZoneTexte 9">
            <a:extLst>
              <a:ext uri="{FF2B5EF4-FFF2-40B4-BE49-F238E27FC236}">
                <a16:creationId xmlns:a16="http://schemas.microsoft.com/office/drawing/2014/main" id="{F771CDD4-0365-8A16-BE30-E341EFBE0E85}"/>
              </a:ext>
            </a:extLst>
          </p:cNvPr>
          <p:cNvSpPr txBox="1"/>
          <p:nvPr/>
        </p:nvSpPr>
        <p:spPr>
          <a:xfrm>
            <a:off x="7412539" y="9630156"/>
            <a:ext cx="3477524"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kumimoji="0" lang="fr-FR" sz="2400" b="0" i="0" u="none" strike="noStrike" cap="none" spc="0" normalizeH="0" baseline="0">
                <a:ln>
                  <a:noFill/>
                </a:ln>
                <a:solidFill>
                  <a:srgbClr val="5E5E5E"/>
                </a:solidFill>
                <a:effectLst/>
                <a:uFillTx/>
                <a:latin typeface="+mj-lt"/>
                <a:ea typeface="+mj-ea"/>
                <a:cs typeface="+mj-cs"/>
                <a:sym typeface="Helvetica Neue"/>
              </a:rPr>
              <a:t>Doit-on refaire un contrôle GAP ?</a:t>
            </a:r>
          </a:p>
        </p:txBody>
      </p:sp>
      <p:sp>
        <p:nvSpPr>
          <p:cNvPr id="7" name="ZoneTexte 6">
            <a:extLst>
              <a:ext uri="{FF2B5EF4-FFF2-40B4-BE49-F238E27FC236}">
                <a16:creationId xmlns:a16="http://schemas.microsoft.com/office/drawing/2014/main" id="{6710BA7D-D2E5-2D97-A3F5-4FC0A169BDD6}"/>
              </a:ext>
            </a:extLst>
          </p:cNvPr>
          <p:cNvSpPr txBox="1"/>
          <p:nvPr/>
        </p:nvSpPr>
        <p:spPr>
          <a:xfrm>
            <a:off x="1824588" y="9489990"/>
            <a:ext cx="1308604"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7" rtl="0" fontAlgn="auto" latinLnBrk="0" hangingPunct="0">
              <a:lnSpc>
                <a:spcPct val="100000"/>
              </a:lnSpc>
              <a:spcBef>
                <a:spcPts val="0"/>
              </a:spcBef>
              <a:spcAft>
                <a:spcPts val="0"/>
              </a:spcAft>
              <a:buClrTx/>
              <a:buSzTx/>
              <a:buFontTx/>
              <a:buNone/>
              <a:tabLst/>
            </a:pPr>
            <a:r>
              <a:rPr lang="fr-FR" sz="1800">
                <a:solidFill>
                  <a:prstClr val="black"/>
                </a:solidFill>
                <a:latin typeface="Calibri"/>
              </a:rPr>
              <a:t>Mise en attente pour contacter le manager</a:t>
            </a:r>
          </a:p>
        </p:txBody>
      </p:sp>
      <p:sp>
        <p:nvSpPr>
          <p:cNvPr id="9" name="Organigramme : Décision 8">
            <a:extLst>
              <a:ext uri="{FF2B5EF4-FFF2-40B4-BE49-F238E27FC236}">
                <a16:creationId xmlns:a16="http://schemas.microsoft.com/office/drawing/2014/main" id="{5A9306ED-A650-FB33-72C1-09DB34CEC0D7}"/>
              </a:ext>
            </a:extLst>
          </p:cNvPr>
          <p:cNvSpPr/>
          <p:nvPr/>
        </p:nvSpPr>
        <p:spPr>
          <a:xfrm>
            <a:off x="2200718" y="10912264"/>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11" name="ZoneTexte 10">
            <a:extLst>
              <a:ext uri="{FF2B5EF4-FFF2-40B4-BE49-F238E27FC236}">
                <a16:creationId xmlns:a16="http://schemas.microsoft.com/office/drawing/2014/main" id="{3936A139-72DD-5E25-E02B-889501984A2F}"/>
              </a:ext>
            </a:extLst>
          </p:cNvPr>
          <p:cNvSpPr txBox="1"/>
          <p:nvPr/>
        </p:nvSpPr>
        <p:spPr>
          <a:xfrm>
            <a:off x="1980597" y="10788120"/>
            <a:ext cx="2347760" cy="646331"/>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Validation Gestionnaire GAP ?</a:t>
            </a:r>
          </a:p>
        </p:txBody>
      </p:sp>
      <p:cxnSp>
        <p:nvCxnSpPr>
          <p:cNvPr id="12" name="Connecteur droit avec flèche 11">
            <a:extLst>
              <a:ext uri="{FF2B5EF4-FFF2-40B4-BE49-F238E27FC236}">
                <a16:creationId xmlns:a16="http://schemas.microsoft.com/office/drawing/2014/main" id="{37750A05-F8C0-7EDB-6B68-51540008B108}"/>
              </a:ext>
            </a:extLst>
          </p:cNvPr>
          <p:cNvCxnSpPr>
            <a:cxnSpLocks/>
          </p:cNvCxnSpPr>
          <p:nvPr/>
        </p:nvCxnSpPr>
        <p:spPr>
          <a:xfrm>
            <a:off x="3185426" y="11126014"/>
            <a:ext cx="11806072" cy="18569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5" name="ZoneTexte 14">
            <a:extLst>
              <a:ext uri="{FF2B5EF4-FFF2-40B4-BE49-F238E27FC236}">
                <a16:creationId xmlns:a16="http://schemas.microsoft.com/office/drawing/2014/main" id="{05659A70-2383-0DD8-9DEF-EE9E978DD60B}"/>
              </a:ext>
            </a:extLst>
          </p:cNvPr>
          <p:cNvSpPr txBox="1"/>
          <p:nvPr/>
        </p:nvSpPr>
        <p:spPr>
          <a:xfrm>
            <a:off x="7199849" y="11434451"/>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sp>
        <p:nvSpPr>
          <p:cNvPr id="16" name="ZoneTexte 15">
            <a:extLst>
              <a:ext uri="{FF2B5EF4-FFF2-40B4-BE49-F238E27FC236}">
                <a16:creationId xmlns:a16="http://schemas.microsoft.com/office/drawing/2014/main" id="{BD91D92F-EE13-6373-2A92-D233D304AA99}"/>
              </a:ext>
            </a:extLst>
          </p:cNvPr>
          <p:cNvSpPr txBox="1"/>
          <p:nvPr/>
        </p:nvSpPr>
        <p:spPr>
          <a:xfrm>
            <a:off x="1474377" y="10948377"/>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cxnSp>
        <p:nvCxnSpPr>
          <p:cNvPr id="19" name="Connecteur droit avec flèche 18">
            <a:extLst>
              <a:ext uri="{FF2B5EF4-FFF2-40B4-BE49-F238E27FC236}">
                <a16:creationId xmlns:a16="http://schemas.microsoft.com/office/drawing/2014/main" id="{9761EF28-4DD3-9F62-1EA6-989D1C22234A}"/>
              </a:ext>
            </a:extLst>
          </p:cNvPr>
          <p:cNvCxnSpPr>
            <a:cxnSpLocks/>
          </p:cNvCxnSpPr>
          <p:nvPr/>
        </p:nvCxnSpPr>
        <p:spPr>
          <a:xfrm flipH="1">
            <a:off x="2748824" y="10581284"/>
            <a:ext cx="90469" cy="2815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Connecteur droit avec flèche 23">
            <a:extLst>
              <a:ext uri="{FF2B5EF4-FFF2-40B4-BE49-F238E27FC236}">
                <a16:creationId xmlns:a16="http://schemas.microsoft.com/office/drawing/2014/main" id="{A3B2D04E-D5DE-819E-72A0-10C26037E4BB}"/>
              </a:ext>
            </a:extLst>
          </p:cNvPr>
          <p:cNvCxnSpPr>
            <a:cxnSpLocks/>
          </p:cNvCxnSpPr>
          <p:nvPr/>
        </p:nvCxnSpPr>
        <p:spPr>
          <a:xfrm>
            <a:off x="2103367" y="11111285"/>
            <a:ext cx="1157828" cy="9376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Parchemin : vertical 25">
            <a:extLst>
              <a:ext uri="{FF2B5EF4-FFF2-40B4-BE49-F238E27FC236}">
                <a16:creationId xmlns:a16="http://schemas.microsoft.com/office/drawing/2014/main" id="{ADB4DB53-7EDA-BC3A-3F27-75CA31FB540D}"/>
              </a:ext>
            </a:extLst>
          </p:cNvPr>
          <p:cNvSpPr/>
          <p:nvPr/>
        </p:nvSpPr>
        <p:spPr>
          <a:xfrm>
            <a:off x="3235117" y="11338713"/>
            <a:ext cx="1517144" cy="972634"/>
          </a:xfrm>
          <a:prstGeom prst="verticalScroll">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Message</a:t>
            </a:r>
          </a:p>
          <a:p>
            <a:pPr algn="ctr"/>
            <a:r>
              <a:rPr lang="fr-FR" sz="1600">
                <a:solidFill>
                  <a:schemeClr val="tx1"/>
                </a:solidFill>
              </a:rPr>
              <a:t>Direction GAP</a:t>
            </a:r>
          </a:p>
        </p:txBody>
      </p:sp>
      <p:sp>
        <p:nvSpPr>
          <p:cNvPr id="27" name="Parchemin : vertical 26">
            <a:extLst>
              <a:ext uri="{FF2B5EF4-FFF2-40B4-BE49-F238E27FC236}">
                <a16:creationId xmlns:a16="http://schemas.microsoft.com/office/drawing/2014/main" id="{F1A563B3-E3EB-0405-63A9-AFFA672EDE32}"/>
              </a:ext>
            </a:extLst>
          </p:cNvPr>
          <p:cNvSpPr/>
          <p:nvPr/>
        </p:nvSpPr>
        <p:spPr>
          <a:xfrm>
            <a:off x="4551599" y="11608332"/>
            <a:ext cx="1308604" cy="419134"/>
          </a:xfrm>
          <a:prstGeom prst="verticalScroll">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a:solidFill>
                  <a:schemeClr val="tx1"/>
                </a:solidFill>
              </a:rPr>
              <a:t>Workflow</a:t>
            </a:r>
          </a:p>
        </p:txBody>
      </p:sp>
      <p:sp>
        <p:nvSpPr>
          <p:cNvPr id="29" name="Organigramme : Décision 28">
            <a:extLst>
              <a:ext uri="{FF2B5EF4-FFF2-40B4-BE49-F238E27FC236}">
                <a16:creationId xmlns:a16="http://schemas.microsoft.com/office/drawing/2014/main" id="{6948FF33-5921-F68A-BBA2-920C1896F11E}"/>
              </a:ext>
            </a:extLst>
          </p:cNvPr>
          <p:cNvSpPr/>
          <p:nvPr/>
        </p:nvSpPr>
        <p:spPr>
          <a:xfrm>
            <a:off x="6319081" y="11970625"/>
            <a:ext cx="972586" cy="36244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800"/>
          </a:p>
        </p:txBody>
      </p:sp>
      <p:sp>
        <p:nvSpPr>
          <p:cNvPr id="30" name="Rectangle 29">
            <a:extLst>
              <a:ext uri="{FF2B5EF4-FFF2-40B4-BE49-F238E27FC236}">
                <a16:creationId xmlns:a16="http://schemas.microsoft.com/office/drawing/2014/main" id="{8DF201D6-1111-66D7-DE85-358A6B790B89}"/>
              </a:ext>
            </a:extLst>
          </p:cNvPr>
          <p:cNvSpPr/>
          <p:nvPr/>
        </p:nvSpPr>
        <p:spPr>
          <a:xfrm>
            <a:off x="5526087" y="12383522"/>
            <a:ext cx="802098" cy="362020"/>
          </a:xfrm>
          <a:prstGeom prst="rect">
            <a:avLst/>
          </a:prstGeom>
          <a:solidFill>
            <a:srgbClr val="FFFF00"/>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lIns="72000" tIns="0" rIns="0" bIns="0" rtlCol="0" anchor="ctr"/>
          <a:lstStyle/>
          <a:p>
            <a:pPr defTabSz="1828800" hangingPunct="1">
              <a:defRPr/>
            </a:pPr>
            <a:r>
              <a:rPr lang="fr-FR" sz="2000" kern="1200">
                <a:solidFill>
                  <a:prstClr val="black"/>
                </a:solidFill>
                <a:latin typeface="Calibri"/>
              </a:rPr>
              <a:t>Fin</a:t>
            </a:r>
          </a:p>
        </p:txBody>
      </p:sp>
      <p:cxnSp>
        <p:nvCxnSpPr>
          <p:cNvPr id="227" name="Connecteur droit avec flèche 226">
            <a:extLst>
              <a:ext uri="{FF2B5EF4-FFF2-40B4-BE49-F238E27FC236}">
                <a16:creationId xmlns:a16="http://schemas.microsoft.com/office/drawing/2014/main" id="{7FD07E9B-C604-A6AB-42A7-42AE41B94D9F}"/>
              </a:ext>
            </a:extLst>
          </p:cNvPr>
          <p:cNvCxnSpPr/>
          <p:nvPr/>
        </p:nvCxnSpPr>
        <p:spPr>
          <a:xfrm flipV="1">
            <a:off x="7291667" y="11988397"/>
            <a:ext cx="1122003" cy="1593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4" name="Connecteur droit avec flèche 233">
            <a:extLst>
              <a:ext uri="{FF2B5EF4-FFF2-40B4-BE49-F238E27FC236}">
                <a16:creationId xmlns:a16="http://schemas.microsoft.com/office/drawing/2014/main" id="{F70F5C6C-667F-7501-CFE1-C2F5F5473D7A}"/>
              </a:ext>
            </a:extLst>
          </p:cNvPr>
          <p:cNvCxnSpPr>
            <a:endCxn id="29" idx="0"/>
          </p:cNvCxnSpPr>
          <p:nvPr/>
        </p:nvCxnSpPr>
        <p:spPr>
          <a:xfrm>
            <a:off x="5918385" y="11825030"/>
            <a:ext cx="886989" cy="1455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5" name="ZoneTexte 234">
            <a:extLst>
              <a:ext uri="{FF2B5EF4-FFF2-40B4-BE49-F238E27FC236}">
                <a16:creationId xmlns:a16="http://schemas.microsoft.com/office/drawing/2014/main" id="{F3783C91-4F1A-B883-21C1-FDFD0BCC1ED1}"/>
              </a:ext>
            </a:extLst>
          </p:cNvPr>
          <p:cNvSpPr txBox="1"/>
          <p:nvPr/>
        </p:nvSpPr>
        <p:spPr>
          <a:xfrm>
            <a:off x="7783821" y="12004970"/>
            <a:ext cx="72302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a:solidFill>
                  <a:prstClr val="black"/>
                </a:solidFill>
                <a:latin typeface="Calibri"/>
              </a:rPr>
              <a:t>Oui</a:t>
            </a:r>
            <a:endParaRPr lang="fr-FR" sz="1800" kern="1200">
              <a:solidFill>
                <a:prstClr val="black"/>
              </a:solidFill>
              <a:latin typeface="Calibri"/>
              <a:ea typeface="+mn-ea"/>
              <a:cs typeface="+mn-cs"/>
            </a:endParaRPr>
          </a:p>
        </p:txBody>
      </p:sp>
      <p:cxnSp>
        <p:nvCxnSpPr>
          <p:cNvPr id="240" name="Connecteur droit avec flèche 239">
            <a:extLst>
              <a:ext uri="{FF2B5EF4-FFF2-40B4-BE49-F238E27FC236}">
                <a16:creationId xmlns:a16="http://schemas.microsoft.com/office/drawing/2014/main" id="{68369C01-C334-E0EB-94C8-2727A17117C5}"/>
              </a:ext>
            </a:extLst>
          </p:cNvPr>
          <p:cNvCxnSpPr/>
          <p:nvPr/>
        </p:nvCxnSpPr>
        <p:spPr>
          <a:xfrm flipH="1">
            <a:off x="6127997" y="12147755"/>
            <a:ext cx="191084" cy="2523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1" name="ZoneTexte 240">
            <a:extLst>
              <a:ext uri="{FF2B5EF4-FFF2-40B4-BE49-F238E27FC236}">
                <a16:creationId xmlns:a16="http://schemas.microsoft.com/office/drawing/2014/main" id="{E3BEEDC5-3B8D-01C9-0F6F-631C40B78B86}"/>
              </a:ext>
            </a:extLst>
          </p:cNvPr>
          <p:cNvSpPr txBox="1"/>
          <p:nvPr/>
        </p:nvSpPr>
        <p:spPr>
          <a:xfrm>
            <a:off x="5749859" y="12048940"/>
            <a:ext cx="1057440" cy="369332"/>
          </a:xfrm>
          <a:prstGeom prst="rect">
            <a:avLst/>
          </a:prstGeom>
          <a:noFill/>
        </p:spPr>
        <p:txBody>
          <a:bodyPr wrap="square" rtlCol="0">
            <a:spAutoFit/>
          </a:bodyPr>
          <a:lstStyle>
            <a:defPPr>
              <a:defRPr lang="fr-FR"/>
            </a:defPPr>
            <a:lvl1pPr>
              <a:defRPr sz="900"/>
            </a:lvl1pPr>
          </a:lstStyle>
          <a:p>
            <a:pPr algn="l" defTabSz="1828800" hangingPunct="1">
              <a:defRPr/>
            </a:pPr>
            <a:r>
              <a:rPr lang="fr-FR" sz="1800" kern="1200">
                <a:solidFill>
                  <a:prstClr val="black"/>
                </a:solidFill>
                <a:latin typeface="Calibri"/>
                <a:ea typeface="+mn-ea"/>
                <a:cs typeface="+mn-cs"/>
              </a:rPr>
              <a:t>Non</a:t>
            </a:r>
          </a:p>
        </p:txBody>
      </p:sp>
    </p:spTree>
    <p:extLst>
      <p:ext uri="{BB962C8B-B14F-4D97-AF65-F5344CB8AC3E}">
        <p14:creationId xmlns:p14="http://schemas.microsoft.com/office/powerpoint/2010/main" val="1345623137"/>
      </p:ext>
    </p:extLst>
  </p:cSld>
  <p:clrMapOvr>
    <a:masterClrMapping/>
  </p:clrMapOvr>
  <p:transition>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0CBF8B94-52F5-4683-AC69-1F186703845F}"/>
              </a:ext>
            </a:extLst>
          </p:cNvPr>
          <p:cNvSpPr>
            <a:spLocks noGrp="1"/>
          </p:cNvSpPr>
          <p:nvPr>
            <p:ph type="ctrTitle"/>
          </p:nvPr>
        </p:nvSpPr>
        <p:spPr>
          <a:xfrm>
            <a:off x="20069767" y="-126776"/>
            <a:ext cx="4279134" cy="492488"/>
          </a:xfrm>
        </p:spPr>
        <p:txBody>
          <a:bodyPr>
            <a:noAutofit/>
          </a:bodyPr>
          <a:lstStyle/>
          <a:p>
            <a:r>
              <a:rPr lang="fr-FR" sz="2400">
                <a:noFill/>
              </a:rPr>
              <a:t>Processus de recette (VF)</a:t>
            </a:r>
          </a:p>
        </p:txBody>
      </p:sp>
      <p:sp>
        <p:nvSpPr>
          <p:cNvPr id="3" name="Espace réservé du texte 5">
            <a:extLst>
              <a:ext uri="{FF2B5EF4-FFF2-40B4-BE49-F238E27FC236}">
                <a16:creationId xmlns:a16="http://schemas.microsoft.com/office/drawing/2014/main" id="{F1FBE655-594D-E237-8EEC-D102A7D6D86E}"/>
              </a:ext>
            </a:extLst>
          </p:cNvPr>
          <p:cNvSpPr txBox="1">
            <a:spLocks/>
          </p:cNvSpPr>
          <p:nvPr/>
        </p:nvSpPr>
        <p:spPr>
          <a:xfrm>
            <a:off x="4011400" y="370173"/>
            <a:ext cx="15174436" cy="12844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nchor="b">
            <a:spAutoFit/>
          </a:bodyPr>
          <a:lstStyle>
            <a:lvl1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1pPr>
            <a:lvl2pPr marL="12192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2pPr>
            <a:lvl3pPr marL="18288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3pPr>
            <a:lvl4pPr marL="24384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4pPr>
            <a:lvl5pPr marL="30480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5pPr>
            <a:lvl6pPr marL="34290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6pPr>
            <a:lvl7pPr marL="40386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7pPr>
            <a:lvl8pPr marL="46482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8pPr>
            <a:lvl9pPr marL="52578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9pPr>
          </a:lstStyle>
          <a:p>
            <a:pPr hangingPunct="1"/>
            <a:r>
              <a:rPr lang="fr-FR" sz="4800"/>
              <a:t>9 – Focus sur les besoins d’une passerelle entre l’outil, GTA et GRH</a:t>
            </a:r>
            <a:endParaRPr lang="en-GB" sz="4800"/>
          </a:p>
        </p:txBody>
      </p:sp>
      <p:sp>
        <p:nvSpPr>
          <p:cNvPr id="5" name="Numéro de diapositive">
            <a:extLst>
              <a:ext uri="{FF2B5EF4-FFF2-40B4-BE49-F238E27FC236}">
                <a16:creationId xmlns:a16="http://schemas.microsoft.com/office/drawing/2014/main" id="{3FFD4206-021D-32E1-40D7-94A300D6CB84}"/>
              </a:ext>
            </a:extLst>
          </p:cNvPr>
          <p:cNvSpPr txBox="1">
            <a:spLocks/>
          </p:cNvSpPr>
          <p:nvPr/>
        </p:nvSpPr>
        <p:spPr>
          <a:xfrm>
            <a:off x="23708646" y="12775849"/>
            <a:ext cx="484451" cy="4142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z="2000" smtClean="0">
                <a:solidFill>
                  <a:srgbClr val="FFFFFF"/>
                </a:solidFill>
              </a:rPr>
              <a:pPr/>
              <a:t>24</a:t>
            </a:fld>
            <a:endParaRPr lang="fr-FR" sz="2000">
              <a:solidFill>
                <a:srgbClr val="FFFFFF"/>
              </a:solidFill>
            </a:endParaRPr>
          </a:p>
        </p:txBody>
      </p:sp>
      <p:pic>
        <p:nvPicPr>
          <p:cNvPr id="245" name="Image 244">
            <a:extLst>
              <a:ext uri="{FF2B5EF4-FFF2-40B4-BE49-F238E27FC236}">
                <a16:creationId xmlns:a16="http://schemas.microsoft.com/office/drawing/2014/main" id="{6AF8BEA7-573F-03C0-3C1B-5DF3DB369B7D}"/>
              </a:ext>
            </a:extLst>
          </p:cNvPr>
          <p:cNvPicPr>
            <a:picLocks noChangeAspect="1"/>
          </p:cNvPicPr>
          <p:nvPr/>
        </p:nvPicPr>
        <p:blipFill>
          <a:blip r:embed="rId3"/>
          <a:stretch>
            <a:fillRect/>
          </a:stretch>
        </p:blipFill>
        <p:spPr>
          <a:xfrm>
            <a:off x="94656" y="4265712"/>
            <a:ext cx="17552778" cy="8012453"/>
          </a:xfrm>
          <a:prstGeom prst="rect">
            <a:avLst/>
          </a:prstGeom>
        </p:spPr>
      </p:pic>
      <p:sp>
        <p:nvSpPr>
          <p:cNvPr id="251" name="ZoneTexte 250">
            <a:extLst>
              <a:ext uri="{FF2B5EF4-FFF2-40B4-BE49-F238E27FC236}">
                <a16:creationId xmlns:a16="http://schemas.microsoft.com/office/drawing/2014/main" id="{50EE49B8-6736-0134-54C7-79E35195DB26}"/>
              </a:ext>
            </a:extLst>
          </p:cNvPr>
          <p:cNvSpPr txBox="1"/>
          <p:nvPr/>
        </p:nvSpPr>
        <p:spPr>
          <a:xfrm>
            <a:off x="670720" y="1593114"/>
            <a:ext cx="21314368" cy="19492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100000"/>
              </a:lnSpc>
              <a:spcBef>
                <a:spcPts val="0"/>
              </a:spcBef>
              <a:spcAft>
                <a:spcPts val="0"/>
              </a:spcAft>
              <a:buClrTx/>
              <a:buSzTx/>
              <a:buFontTx/>
              <a:buNone/>
              <a:tabLst/>
            </a:pPr>
            <a:r>
              <a:rPr kumimoji="0" lang="fr-FR" sz="2400" b="0" i="0" u="none" strike="noStrike" cap="none" spc="0" normalizeH="0" baseline="0">
                <a:ln>
                  <a:noFill/>
                </a:ln>
                <a:solidFill>
                  <a:srgbClr val="5E5E5E"/>
                </a:solidFill>
                <a:effectLst/>
                <a:uFillTx/>
                <a:latin typeface="+mj-lt"/>
                <a:ea typeface="+mj-ea"/>
                <a:cs typeface="+mj-cs"/>
                <a:sym typeface="Helvetica Neue"/>
              </a:rPr>
              <a:t>Sous GTA : Pour la semaine hebdo concernée par la demande d’heures supplémentaires ou complémentaires </a:t>
            </a:r>
          </a:p>
          <a:p>
            <a:pPr marL="0" marR="0" indent="0" algn="l" defTabSz="2438337" rtl="0" fontAlgn="auto" latinLnBrk="0" hangingPunct="0">
              <a:lnSpc>
                <a:spcPct val="100000"/>
              </a:lnSpc>
              <a:spcBef>
                <a:spcPts val="0"/>
              </a:spcBef>
              <a:spcAft>
                <a:spcPts val="0"/>
              </a:spcAft>
              <a:buClrTx/>
              <a:buSzTx/>
              <a:buFontTx/>
              <a:buNone/>
              <a:tabLst/>
            </a:pPr>
            <a:r>
              <a:rPr lang="fr-FR"/>
              <a:t>	- </a:t>
            </a:r>
            <a:r>
              <a:rPr kumimoji="0" lang="fr-FR" sz="2400" b="0" i="0" u="none" strike="noStrike" cap="none" spc="0" normalizeH="0" baseline="0">
                <a:ln>
                  <a:noFill/>
                </a:ln>
                <a:solidFill>
                  <a:srgbClr val="5E5E5E"/>
                </a:solidFill>
                <a:effectLst/>
                <a:uFillTx/>
                <a:latin typeface="+mj-lt"/>
                <a:ea typeface="+mj-ea"/>
                <a:cs typeface="+mj-cs"/>
                <a:sym typeface="Helvetica Neue"/>
              </a:rPr>
              <a:t>Récupération des pointages – Présence badgée jour</a:t>
            </a:r>
          </a:p>
          <a:p>
            <a:pPr marL="0" marR="0" indent="0" algn="l" defTabSz="2438337" rtl="0" fontAlgn="auto" latinLnBrk="0" hangingPunct="0">
              <a:lnSpc>
                <a:spcPct val="100000"/>
              </a:lnSpc>
              <a:spcBef>
                <a:spcPts val="0"/>
              </a:spcBef>
              <a:spcAft>
                <a:spcPts val="0"/>
              </a:spcAft>
              <a:buClrTx/>
              <a:buSzTx/>
              <a:buFontTx/>
              <a:buNone/>
              <a:tabLst/>
            </a:pPr>
            <a:r>
              <a:rPr lang="fr-FR"/>
              <a:t>	- Récupération de l’alerte anomalie 9 Manque un badgeage ou absence injustifiée</a:t>
            </a:r>
          </a:p>
          <a:p>
            <a:pPr marL="0" marR="0" indent="0" algn="l" defTabSz="2438337" rtl="0" fontAlgn="auto" latinLnBrk="0" hangingPunct="0">
              <a:lnSpc>
                <a:spcPct val="100000"/>
              </a:lnSpc>
              <a:spcBef>
                <a:spcPts val="0"/>
              </a:spcBef>
              <a:spcAft>
                <a:spcPts val="0"/>
              </a:spcAft>
              <a:buClrTx/>
              <a:buSzTx/>
              <a:buFontTx/>
              <a:buNone/>
              <a:tabLst/>
            </a:pPr>
            <a:r>
              <a:rPr kumimoji="0" lang="fr-FR" sz="2400" b="0" i="0" u="none" strike="noStrike" cap="none" spc="0" normalizeH="0" baseline="0">
                <a:ln>
                  <a:noFill/>
                </a:ln>
                <a:solidFill>
                  <a:srgbClr val="5E5E5E"/>
                </a:solidFill>
                <a:effectLst/>
                <a:uFillTx/>
                <a:latin typeface="+mj-lt"/>
                <a:ea typeface="+mj-ea"/>
                <a:cs typeface="+mj-cs"/>
                <a:sym typeface="Helvetica Neue"/>
              </a:rPr>
              <a:t>	- Récupération si salarié en absence (Code motif)</a:t>
            </a:r>
          </a:p>
          <a:p>
            <a:pPr marL="0" marR="0" indent="0" algn="l" defTabSz="2438337" rtl="0" fontAlgn="auto" latinLnBrk="0" hangingPunct="0">
              <a:lnSpc>
                <a:spcPct val="100000"/>
              </a:lnSpc>
              <a:spcBef>
                <a:spcPts val="0"/>
              </a:spcBef>
              <a:spcAft>
                <a:spcPts val="0"/>
              </a:spcAft>
              <a:buClrTx/>
              <a:buSzTx/>
              <a:buFontTx/>
              <a:buNone/>
              <a:tabLst/>
            </a:pPr>
            <a:r>
              <a:rPr kumimoji="0" lang="fr-FR" sz="2400" b="0" i="0" u="none" strike="noStrike" cap="none" spc="0" normalizeH="0" baseline="0">
                <a:ln>
                  <a:noFill/>
                </a:ln>
                <a:solidFill>
                  <a:srgbClr val="5E5E5E"/>
                </a:solidFill>
                <a:effectLst/>
                <a:uFillTx/>
                <a:latin typeface="+mj-lt"/>
                <a:ea typeface="+mj-ea"/>
                <a:cs typeface="+mj-cs"/>
                <a:sym typeface="Helvetica Neue"/>
              </a:rPr>
              <a:t>	- Code horaire de l’agent pour les cadres au forfait particulièrement </a:t>
            </a:r>
          </a:p>
        </p:txBody>
      </p:sp>
      <p:pic>
        <p:nvPicPr>
          <p:cNvPr id="34" name="Image 33">
            <a:extLst>
              <a:ext uri="{FF2B5EF4-FFF2-40B4-BE49-F238E27FC236}">
                <a16:creationId xmlns:a16="http://schemas.microsoft.com/office/drawing/2014/main" id="{EDD7EC47-D05B-0FA0-5378-7EE56D2158B8}"/>
              </a:ext>
            </a:extLst>
          </p:cNvPr>
          <p:cNvPicPr>
            <a:picLocks noChangeAspect="1"/>
          </p:cNvPicPr>
          <p:nvPr/>
        </p:nvPicPr>
        <p:blipFill>
          <a:blip r:embed="rId4"/>
          <a:stretch>
            <a:fillRect/>
          </a:stretch>
        </p:blipFill>
        <p:spPr>
          <a:xfrm>
            <a:off x="17880632" y="4265712"/>
            <a:ext cx="4871662" cy="3374642"/>
          </a:xfrm>
          <a:prstGeom prst="rect">
            <a:avLst/>
          </a:prstGeom>
        </p:spPr>
      </p:pic>
      <p:pic>
        <p:nvPicPr>
          <p:cNvPr id="36" name="Image 35">
            <a:extLst>
              <a:ext uri="{FF2B5EF4-FFF2-40B4-BE49-F238E27FC236}">
                <a16:creationId xmlns:a16="http://schemas.microsoft.com/office/drawing/2014/main" id="{B815536B-C9E1-C057-38BC-D92F6ED13BE9}"/>
              </a:ext>
            </a:extLst>
          </p:cNvPr>
          <p:cNvPicPr>
            <a:picLocks noChangeAspect="1"/>
          </p:cNvPicPr>
          <p:nvPr/>
        </p:nvPicPr>
        <p:blipFill>
          <a:blip r:embed="rId5"/>
          <a:stretch>
            <a:fillRect/>
          </a:stretch>
        </p:blipFill>
        <p:spPr>
          <a:xfrm>
            <a:off x="18168664" y="8238672"/>
            <a:ext cx="5675450" cy="1787680"/>
          </a:xfrm>
          <a:prstGeom prst="rect">
            <a:avLst/>
          </a:prstGeom>
        </p:spPr>
      </p:pic>
    </p:spTree>
    <p:extLst>
      <p:ext uri="{BB962C8B-B14F-4D97-AF65-F5344CB8AC3E}">
        <p14:creationId xmlns:p14="http://schemas.microsoft.com/office/powerpoint/2010/main" val="3749969701"/>
      </p:ext>
    </p:extLst>
  </p:cSld>
  <p:clrMapOvr>
    <a:masterClrMapping/>
  </p:clrMapOvr>
  <p:transition>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0CBF8B94-52F5-4683-AC69-1F186703845F}"/>
              </a:ext>
            </a:extLst>
          </p:cNvPr>
          <p:cNvSpPr>
            <a:spLocks noGrp="1"/>
          </p:cNvSpPr>
          <p:nvPr>
            <p:ph type="ctrTitle"/>
          </p:nvPr>
        </p:nvSpPr>
        <p:spPr>
          <a:xfrm>
            <a:off x="20069767" y="-126776"/>
            <a:ext cx="4279134" cy="492488"/>
          </a:xfrm>
        </p:spPr>
        <p:txBody>
          <a:bodyPr>
            <a:noAutofit/>
          </a:bodyPr>
          <a:lstStyle/>
          <a:p>
            <a:r>
              <a:rPr lang="fr-FR" sz="2400">
                <a:noFill/>
              </a:rPr>
              <a:t>Processus de recette (VF)</a:t>
            </a:r>
          </a:p>
        </p:txBody>
      </p:sp>
      <p:sp>
        <p:nvSpPr>
          <p:cNvPr id="3" name="Espace réservé du texte 5">
            <a:extLst>
              <a:ext uri="{FF2B5EF4-FFF2-40B4-BE49-F238E27FC236}">
                <a16:creationId xmlns:a16="http://schemas.microsoft.com/office/drawing/2014/main" id="{F1FBE655-594D-E237-8EEC-D102A7D6D86E}"/>
              </a:ext>
            </a:extLst>
          </p:cNvPr>
          <p:cNvSpPr txBox="1">
            <a:spLocks/>
          </p:cNvSpPr>
          <p:nvPr/>
        </p:nvSpPr>
        <p:spPr>
          <a:xfrm>
            <a:off x="4011400" y="370173"/>
            <a:ext cx="15174436" cy="12844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anchor="b">
            <a:spAutoFit/>
          </a:bodyPr>
          <a:lstStyle>
            <a:lvl1pPr marL="0" marR="0" indent="0" algn="l" defTabSz="2438337" rtl="0" latinLnBrk="0">
              <a:lnSpc>
                <a:spcPct val="80000"/>
              </a:lnSpc>
              <a:spcBef>
                <a:spcPts val="0"/>
              </a:spcBef>
              <a:spcAft>
                <a:spcPts val="0"/>
              </a:spcAft>
              <a:buClrTx/>
              <a:buSzTx/>
              <a:buFontTx/>
              <a:buNone/>
              <a:tabLst/>
              <a:defRPr sz="6000" b="1" i="0" u="none" strike="noStrike" cap="none" spc="-119" baseline="0">
                <a:solidFill>
                  <a:srgbClr val="306EC7"/>
                </a:solidFill>
                <a:uFillTx/>
                <a:latin typeface="Arial"/>
                <a:ea typeface="Arial"/>
                <a:cs typeface="Arial"/>
                <a:sym typeface="Arial"/>
              </a:defRPr>
            </a:lvl1pPr>
            <a:lvl2pPr marL="12192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2pPr>
            <a:lvl3pPr marL="18288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3pPr>
            <a:lvl4pPr marL="24384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4pPr>
            <a:lvl5pPr marL="3048000" marR="0" indent="-6096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5pPr>
            <a:lvl6pPr marL="34290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6pPr>
            <a:lvl7pPr marL="40386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7pPr>
            <a:lvl8pPr marL="46482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8pPr>
            <a:lvl9pPr marL="5257800" marR="0" indent="-381000" algn="l" defTabSz="2438337" rtl="0" latinLnBrk="0">
              <a:lnSpc>
                <a:spcPct val="120000"/>
              </a:lnSpc>
              <a:spcBef>
                <a:spcPts val="4500"/>
              </a:spcBef>
              <a:spcAft>
                <a:spcPts val="0"/>
              </a:spcAft>
              <a:buClrTx/>
              <a:buSzPct val="123000"/>
              <a:buFontTx/>
              <a:buChar char="•"/>
              <a:tabLst/>
              <a:defRPr sz="3000" b="0" i="0" u="none" strike="noStrike" cap="none" spc="0" baseline="0">
                <a:solidFill>
                  <a:srgbClr val="000000"/>
                </a:solidFill>
                <a:uFillTx/>
                <a:latin typeface="Arial"/>
                <a:ea typeface="Arial"/>
                <a:cs typeface="Arial"/>
                <a:sym typeface="Arial"/>
              </a:defRPr>
            </a:lvl9pPr>
          </a:lstStyle>
          <a:p>
            <a:pPr hangingPunct="1"/>
            <a:r>
              <a:rPr lang="fr-FR" sz="4800"/>
              <a:t>9 – Focus sur les besoins d’une passerelle entre l’outil, GTA et GRH</a:t>
            </a:r>
            <a:endParaRPr lang="en-GB" sz="4800"/>
          </a:p>
        </p:txBody>
      </p:sp>
      <p:sp>
        <p:nvSpPr>
          <p:cNvPr id="5" name="Numéro de diapositive">
            <a:extLst>
              <a:ext uri="{FF2B5EF4-FFF2-40B4-BE49-F238E27FC236}">
                <a16:creationId xmlns:a16="http://schemas.microsoft.com/office/drawing/2014/main" id="{3FFD4206-021D-32E1-40D7-94A300D6CB84}"/>
              </a:ext>
            </a:extLst>
          </p:cNvPr>
          <p:cNvSpPr txBox="1">
            <a:spLocks/>
          </p:cNvSpPr>
          <p:nvPr/>
        </p:nvSpPr>
        <p:spPr>
          <a:xfrm>
            <a:off x="23708646" y="12775849"/>
            <a:ext cx="484451" cy="4142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z="2000" smtClean="0">
                <a:solidFill>
                  <a:srgbClr val="FFFFFF"/>
                </a:solidFill>
              </a:rPr>
              <a:pPr/>
              <a:t>25</a:t>
            </a:fld>
            <a:endParaRPr lang="fr-FR" sz="2000">
              <a:solidFill>
                <a:srgbClr val="FFFFFF"/>
              </a:solidFill>
            </a:endParaRPr>
          </a:p>
        </p:txBody>
      </p:sp>
      <p:sp>
        <p:nvSpPr>
          <p:cNvPr id="251" name="ZoneTexte 250">
            <a:extLst>
              <a:ext uri="{FF2B5EF4-FFF2-40B4-BE49-F238E27FC236}">
                <a16:creationId xmlns:a16="http://schemas.microsoft.com/office/drawing/2014/main" id="{50EE49B8-6736-0134-54C7-79E35195DB26}"/>
              </a:ext>
            </a:extLst>
          </p:cNvPr>
          <p:cNvSpPr txBox="1"/>
          <p:nvPr/>
        </p:nvSpPr>
        <p:spPr>
          <a:xfrm>
            <a:off x="651401" y="1910292"/>
            <a:ext cx="21314368" cy="23185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7" rtl="0" fontAlgn="auto" latinLnBrk="0" hangingPunct="0">
              <a:lnSpc>
                <a:spcPct val="100000"/>
              </a:lnSpc>
              <a:spcBef>
                <a:spcPts val="0"/>
              </a:spcBef>
              <a:spcAft>
                <a:spcPts val="0"/>
              </a:spcAft>
              <a:buClrTx/>
              <a:buSzTx/>
              <a:buFontTx/>
              <a:buNone/>
              <a:tabLst/>
            </a:pPr>
            <a:r>
              <a:rPr kumimoji="0" lang="fr-FR" sz="2400" b="0" i="0" u="none" strike="noStrike" cap="none" spc="0" normalizeH="0" baseline="0">
                <a:ln>
                  <a:noFill/>
                </a:ln>
                <a:solidFill>
                  <a:srgbClr val="5E5E5E"/>
                </a:solidFill>
                <a:effectLst/>
                <a:uFillTx/>
                <a:latin typeface="+mj-lt"/>
                <a:ea typeface="+mj-ea"/>
                <a:cs typeface="+mj-cs"/>
                <a:sym typeface="Helvetica Neue"/>
              </a:rPr>
              <a:t>Sous GRH : </a:t>
            </a:r>
          </a:p>
          <a:p>
            <a:pPr marL="0" marR="0" indent="0" algn="l" defTabSz="2438337" rtl="0" fontAlgn="auto" latinLnBrk="0" hangingPunct="0">
              <a:lnSpc>
                <a:spcPct val="100000"/>
              </a:lnSpc>
              <a:spcBef>
                <a:spcPts val="0"/>
              </a:spcBef>
              <a:spcAft>
                <a:spcPts val="0"/>
              </a:spcAft>
              <a:buClrTx/>
              <a:buSzTx/>
              <a:buFontTx/>
              <a:buNone/>
              <a:tabLst/>
            </a:pPr>
            <a:r>
              <a:rPr lang="fr-FR"/>
              <a:t>	- N° agent</a:t>
            </a:r>
          </a:p>
          <a:p>
            <a:pPr marL="0" marR="0" indent="0" algn="l" defTabSz="2438337" rtl="0" fontAlgn="auto" latinLnBrk="0" hangingPunct="0">
              <a:lnSpc>
                <a:spcPct val="100000"/>
              </a:lnSpc>
              <a:spcBef>
                <a:spcPts val="0"/>
              </a:spcBef>
              <a:spcAft>
                <a:spcPts val="0"/>
              </a:spcAft>
              <a:buClrTx/>
              <a:buSzTx/>
              <a:buFontTx/>
              <a:buNone/>
              <a:tabLst/>
            </a:pPr>
            <a:r>
              <a:rPr kumimoji="0" lang="fr-FR" sz="2400" b="0" i="0" u="none" strike="noStrike" cap="none" spc="0" normalizeH="0" baseline="0">
                <a:ln>
                  <a:noFill/>
                </a:ln>
                <a:solidFill>
                  <a:srgbClr val="5E5E5E"/>
                </a:solidFill>
                <a:effectLst/>
                <a:uFillTx/>
                <a:latin typeface="+mj-lt"/>
                <a:ea typeface="+mj-ea"/>
                <a:cs typeface="+mj-cs"/>
                <a:sym typeface="Helvetica Neue"/>
              </a:rPr>
              <a:t>	- Portefeuille</a:t>
            </a:r>
          </a:p>
          <a:p>
            <a:pPr marL="0" marR="0" indent="0" algn="l" defTabSz="2438337" rtl="0" fontAlgn="auto" latinLnBrk="0" hangingPunct="0">
              <a:lnSpc>
                <a:spcPct val="100000"/>
              </a:lnSpc>
              <a:spcBef>
                <a:spcPts val="0"/>
              </a:spcBef>
              <a:spcAft>
                <a:spcPts val="0"/>
              </a:spcAft>
              <a:buClrTx/>
              <a:buSzTx/>
              <a:buFontTx/>
              <a:buNone/>
              <a:tabLst/>
            </a:pPr>
            <a:r>
              <a:rPr lang="fr-FR"/>
              <a:t>	- Service</a:t>
            </a:r>
            <a:endParaRPr kumimoji="0" lang="fr-FR" sz="2400" b="0" i="0" u="none" strike="noStrike" cap="none" spc="0" normalizeH="0" baseline="0">
              <a:ln>
                <a:noFill/>
              </a:ln>
              <a:solidFill>
                <a:srgbClr val="5E5E5E"/>
              </a:solidFill>
              <a:effectLst/>
              <a:uFillTx/>
              <a:latin typeface="+mj-lt"/>
              <a:ea typeface="+mj-ea"/>
              <a:cs typeface="+mj-cs"/>
              <a:sym typeface="Helvetica Neue"/>
            </a:endParaRPr>
          </a:p>
          <a:p>
            <a:pPr marL="0" marR="0" indent="0" algn="l" defTabSz="2438337" rtl="0" fontAlgn="auto" latinLnBrk="0" hangingPunct="0">
              <a:lnSpc>
                <a:spcPct val="100000"/>
              </a:lnSpc>
              <a:spcBef>
                <a:spcPts val="0"/>
              </a:spcBef>
              <a:spcAft>
                <a:spcPts val="0"/>
              </a:spcAft>
              <a:buClrTx/>
              <a:buSzTx/>
              <a:buFontTx/>
              <a:buNone/>
              <a:tabLst/>
            </a:pPr>
            <a:r>
              <a:rPr lang="fr-FR"/>
              <a:t>	- </a:t>
            </a:r>
            <a:r>
              <a:rPr kumimoji="0" lang="fr-FR" sz="2400" b="0" i="0" u="none" strike="noStrike" cap="none" spc="0" normalizeH="0" baseline="0">
                <a:ln>
                  <a:noFill/>
                </a:ln>
                <a:solidFill>
                  <a:srgbClr val="5E5E5E"/>
                </a:solidFill>
                <a:effectLst/>
                <a:uFillTx/>
                <a:latin typeface="+mj-lt"/>
                <a:ea typeface="+mj-ea"/>
                <a:cs typeface="+mj-cs"/>
                <a:sym typeface="Helvetica Neue"/>
              </a:rPr>
              <a:t>Récupération de la typologie RTT – Cadre au forfait </a:t>
            </a:r>
          </a:p>
          <a:p>
            <a:pPr marL="0" marR="0" indent="0" algn="l" defTabSz="2438337" rtl="0" fontAlgn="auto" latinLnBrk="0" hangingPunct="0">
              <a:lnSpc>
                <a:spcPct val="100000"/>
              </a:lnSpc>
              <a:spcBef>
                <a:spcPts val="0"/>
              </a:spcBef>
              <a:spcAft>
                <a:spcPts val="0"/>
              </a:spcAft>
              <a:buClrTx/>
              <a:buSzTx/>
              <a:buFontTx/>
              <a:buNone/>
              <a:tabLst/>
            </a:pPr>
            <a:r>
              <a:rPr lang="fr-FR"/>
              <a:t>	- </a:t>
            </a:r>
            <a:r>
              <a:rPr kumimoji="0" lang="fr-FR" sz="2400" b="0" i="0" u="none" strike="noStrike" cap="none" spc="0" normalizeH="0" baseline="0">
                <a:ln>
                  <a:noFill/>
                </a:ln>
                <a:solidFill>
                  <a:srgbClr val="5E5E5E"/>
                </a:solidFill>
                <a:effectLst/>
                <a:uFillTx/>
                <a:latin typeface="+mj-lt"/>
                <a:ea typeface="+mj-ea"/>
                <a:cs typeface="+mj-cs"/>
                <a:sym typeface="Helvetica Neue"/>
              </a:rPr>
              <a:t>si pas cadre au forfait récupération du dernier Horaire dans le calendrier agent </a:t>
            </a:r>
          </a:p>
        </p:txBody>
      </p:sp>
      <p:pic>
        <p:nvPicPr>
          <p:cNvPr id="4" name="Image 3">
            <a:extLst>
              <a:ext uri="{FF2B5EF4-FFF2-40B4-BE49-F238E27FC236}">
                <a16:creationId xmlns:a16="http://schemas.microsoft.com/office/drawing/2014/main" id="{B37A484D-DD60-3429-FAB0-F7743EF4ACCA}"/>
              </a:ext>
            </a:extLst>
          </p:cNvPr>
          <p:cNvPicPr>
            <a:picLocks noChangeAspect="1"/>
          </p:cNvPicPr>
          <p:nvPr/>
        </p:nvPicPr>
        <p:blipFill>
          <a:blip r:embed="rId3"/>
          <a:stretch>
            <a:fillRect/>
          </a:stretch>
        </p:blipFill>
        <p:spPr>
          <a:xfrm>
            <a:off x="310680" y="5239502"/>
            <a:ext cx="9172607" cy="1834521"/>
          </a:xfrm>
          <a:prstGeom prst="rect">
            <a:avLst/>
          </a:prstGeom>
        </p:spPr>
      </p:pic>
      <p:pic>
        <p:nvPicPr>
          <p:cNvPr id="8" name="Image 7">
            <a:extLst>
              <a:ext uri="{FF2B5EF4-FFF2-40B4-BE49-F238E27FC236}">
                <a16:creationId xmlns:a16="http://schemas.microsoft.com/office/drawing/2014/main" id="{6D2018BF-3466-C166-75C2-1D5B3F7EC074}"/>
              </a:ext>
            </a:extLst>
          </p:cNvPr>
          <p:cNvPicPr>
            <a:picLocks noChangeAspect="1"/>
          </p:cNvPicPr>
          <p:nvPr/>
        </p:nvPicPr>
        <p:blipFill>
          <a:blip r:embed="rId4"/>
          <a:stretch>
            <a:fillRect/>
          </a:stretch>
        </p:blipFill>
        <p:spPr>
          <a:xfrm>
            <a:off x="9841828" y="5239502"/>
            <a:ext cx="12367506" cy="1296897"/>
          </a:xfrm>
          <a:prstGeom prst="rect">
            <a:avLst/>
          </a:prstGeom>
        </p:spPr>
      </p:pic>
      <p:pic>
        <p:nvPicPr>
          <p:cNvPr id="10" name="Image 9">
            <a:extLst>
              <a:ext uri="{FF2B5EF4-FFF2-40B4-BE49-F238E27FC236}">
                <a16:creationId xmlns:a16="http://schemas.microsoft.com/office/drawing/2014/main" id="{AB401314-F61B-227F-5BC1-8D9222041146}"/>
              </a:ext>
            </a:extLst>
          </p:cNvPr>
          <p:cNvPicPr>
            <a:picLocks noChangeAspect="1"/>
          </p:cNvPicPr>
          <p:nvPr/>
        </p:nvPicPr>
        <p:blipFill>
          <a:blip r:embed="rId5"/>
          <a:stretch>
            <a:fillRect/>
          </a:stretch>
        </p:blipFill>
        <p:spPr>
          <a:xfrm>
            <a:off x="310680" y="7245337"/>
            <a:ext cx="4409952" cy="1129378"/>
          </a:xfrm>
          <a:prstGeom prst="rect">
            <a:avLst/>
          </a:prstGeom>
        </p:spPr>
      </p:pic>
      <p:pic>
        <p:nvPicPr>
          <p:cNvPr id="12" name="Image 11">
            <a:extLst>
              <a:ext uri="{FF2B5EF4-FFF2-40B4-BE49-F238E27FC236}">
                <a16:creationId xmlns:a16="http://schemas.microsoft.com/office/drawing/2014/main" id="{FD865D43-CFF0-3D0E-AD47-FAF3FA911834}"/>
              </a:ext>
            </a:extLst>
          </p:cNvPr>
          <p:cNvPicPr>
            <a:picLocks noChangeAspect="1"/>
          </p:cNvPicPr>
          <p:nvPr/>
        </p:nvPicPr>
        <p:blipFill>
          <a:blip r:embed="rId6"/>
          <a:stretch>
            <a:fillRect/>
          </a:stretch>
        </p:blipFill>
        <p:spPr>
          <a:xfrm>
            <a:off x="302988" y="8586493"/>
            <a:ext cx="7416824" cy="3135393"/>
          </a:xfrm>
          <a:prstGeom prst="rect">
            <a:avLst/>
          </a:prstGeom>
        </p:spPr>
      </p:pic>
    </p:spTree>
    <p:extLst>
      <p:ext uri="{BB962C8B-B14F-4D97-AF65-F5344CB8AC3E}">
        <p14:creationId xmlns:p14="http://schemas.microsoft.com/office/powerpoint/2010/main" val="3550737749"/>
      </p:ext>
    </p:extLst>
  </p:cSld>
  <p:clrMapOvr>
    <a:masterClrMapping/>
  </p:clrMapOvr>
  <p:transition>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0CBF8B94-52F5-4683-AC69-1F186703845F}"/>
              </a:ext>
            </a:extLst>
          </p:cNvPr>
          <p:cNvSpPr>
            <a:spLocks noGrp="1"/>
          </p:cNvSpPr>
          <p:nvPr>
            <p:ph type="ctrTitle"/>
          </p:nvPr>
        </p:nvSpPr>
        <p:spPr>
          <a:xfrm>
            <a:off x="20069767" y="-126776"/>
            <a:ext cx="4279134" cy="492488"/>
          </a:xfrm>
        </p:spPr>
        <p:txBody>
          <a:bodyPr>
            <a:noAutofit/>
          </a:bodyPr>
          <a:lstStyle/>
          <a:p>
            <a:r>
              <a:rPr lang="fr-FR" sz="2400">
                <a:noFill/>
              </a:rPr>
              <a:t>Processus de recette (VF)</a:t>
            </a:r>
          </a:p>
        </p:txBody>
      </p:sp>
      <p:sp>
        <p:nvSpPr>
          <p:cNvPr id="5" name="Numéro de diapositive">
            <a:extLst>
              <a:ext uri="{FF2B5EF4-FFF2-40B4-BE49-F238E27FC236}">
                <a16:creationId xmlns:a16="http://schemas.microsoft.com/office/drawing/2014/main" id="{3FFD4206-021D-32E1-40D7-94A300D6CB84}"/>
              </a:ext>
            </a:extLst>
          </p:cNvPr>
          <p:cNvSpPr txBox="1">
            <a:spLocks/>
          </p:cNvSpPr>
          <p:nvPr/>
        </p:nvSpPr>
        <p:spPr>
          <a:xfrm>
            <a:off x="23708646" y="12775849"/>
            <a:ext cx="484451" cy="41420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1pPr>
            <a:lvl2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2pPr>
            <a:lvl3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3pPr>
            <a:lvl4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4pPr>
            <a:lvl5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5pPr>
            <a:lvl6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6pPr>
            <a:lvl7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7pPr>
            <a:lvl8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8pPr>
            <a:lvl9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lvl9pPr>
          </a:lstStyle>
          <a:p>
            <a:fld id="{86CB4B4D-7CA3-9044-876B-883B54F8677D}" type="slidenum">
              <a:rPr lang="fr-FR" sz="2000" smtClean="0">
                <a:solidFill>
                  <a:srgbClr val="FFFFFF"/>
                </a:solidFill>
              </a:rPr>
              <a:pPr/>
              <a:t>26</a:t>
            </a:fld>
            <a:endParaRPr lang="fr-FR" sz="2000">
              <a:solidFill>
                <a:srgbClr val="FFFFFF"/>
              </a:solidFill>
            </a:endParaRPr>
          </a:p>
        </p:txBody>
      </p:sp>
      <p:pic>
        <p:nvPicPr>
          <p:cNvPr id="7" name="Image 6">
            <a:extLst>
              <a:ext uri="{FF2B5EF4-FFF2-40B4-BE49-F238E27FC236}">
                <a16:creationId xmlns:a16="http://schemas.microsoft.com/office/drawing/2014/main" id="{FA91AE28-B0C5-7B59-2C78-83B62A45973A}"/>
              </a:ext>
            </a:extLst>
          </p:cNvPr>
          <p:cNvPicPr>
            <a:picLocks noChangeAspect="1"/>
          </p:cNvPicPr>
          <p:nvPr/>
        </p:nvPicPr>
        <p:blipFill>
          <a:blip r:embed="rId3"/>
          <a:stretch>
            <a:fillRect/>
          </a:stretch>
        </p:blipFill>
        <p:spPr>
          <a:xfrm>
            <a:off x="190903" y="1653696"/>
            <a:ext cx="22757217" cy="11536358"/>
          </a:xfrm>
          <a:prstGeom prst="rect">
            <a:avLst/>
          </a:prstGeom>
        </p:spPr>
      </p:pic>
    </p:spTree>
    <p:extLst>
      <p:ext uri="{BB962C8B-B14F-4D97-AF65-F5344CB8AC3E}">
        <p14:creationId xmlns:p14="http://schemas.microsoft.com/office/powerpoint/2010/main" val="1995807462"/>
      </p:ext>
    </p:extLst>
  </p:cSld>
  <p:clrMapOvr>
    <a:masterClrMapping/>
  </p:clrMapOvr>
  <p:transition>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97C477-1AED-EA4C-9F99-3557B77E6F8A}"/>
              </a:ext>
            </a:extLst>
          </p:cNvPr>
          <p:cNvSpPr>
            <a:spLocks noGrp="1"/>
          </p:cNvSpPr>
          <p:nvPr>
            <p:ph type="title"/>
          </p:nvPr>
        </p:nvSpPr>
        <p:spPr>
          <a:xfrm>
            <a:off x="382688" y="4533900"/>
            <a:ext cx="17137904" cy="4648200"/>
          </a:xfrm>
        </p:spPr>
        <p:txBody>
          <a:bodyPr>
            <a:normAutofit/>
          </a:bodyPr>
          <a:lstStyle/>
          <a:p>
            <a:pPr marL="0" marR="0" indent="0" defTabSz="2438337" rtl="0" fontAlgn="auto" latinLnBrk="0" hangingPunct="0">
              <a:lnSpc>
                <a:spcPct val="100000"/>
              </a:lnSpc>
              <a:spcBef>
                <a:spcPts val="0"/>
              </a:spcBef>
              <a:spcAft>
                <a:spcPts val="0"/>
              </a:spcAft>
              <a:buClrTx/>
              <a:buSzTx/>
              <a:buFontTx/>
              <a:buNone/>
              <a:tabLst/>
            </a:pPr>
            <a:r>
              <a:rPr lang="fr-FR">
                <a:sym typeface="Helvetica Neue"/>
              </a:rPr>
              <a:t>10 – Roadmap du projet (à la main de la MOE)</a:t>
            </a:r>
          </a:p>
        </p:txBody>
      </p:sp>
      <p:sp>
        <p:nvSpPr>
          <p:cNvPr id="352" name="Numéro de diapositive"/>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27</a:t>
            </a:fld>
            <a:endParaRPr/>
          </a:p>
        </p:txBody>
      </p:sp>
    </p:spTree>
    <p:extLst>
      <p:ext uri="{BB962C8B-B14F-4D97-AF65-F5344CB8AC3E}">
        <p14:creationId xmlns:p14="http://schemas.microsoft.com/office/powerpoint/2010/main" val="2575485737"/>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94EAF67-B19F-390D-1A15-9808E5403AB3}"/>
              </a:ext>
            </a:extLst>
          </p:cNvPr>
          <p:cNvSpPr>
            <a:spLocks noGrp="1"/>
          </p:cNvSpPr>
          <p:nvPr>
            <p:ph type="sldNum" sz="quarter" idx="2"/>
          </p:nvPr>
        </p:nvSpPr>
        <p:spPr/>
        <p:txBody>
          <a:bodyPr/>
          <a:lstStyle/>
          <a:p>
            <a:fld id="{86CB4B4D-7CA3-9044-876B-883B54F8677D}" type="slidenum">
              <a:rPr lang="fr-FR" smtClean="0"/>
              <a:t>28</a:t>
            </a:fld>
            <a:endParaRPr lang="fr-FR"/>
          </a:p>
        </p:txBody>
      </p:sp>
      <p:sp>
        <p:nvSpPr>
          <p:cNvPr id="3" name="Espace réservé du texte 2">
            <a:extLst>
              <a:ext uri="{FF2B5EF4-FFF2-40B4-BE49-F238E27FC236}">
                <a16:creationId xmlns:a16="http://schemas.microsoft.com/office/drawing/2014/main" id="{9ABA8AB2-A1DE-069C-9199-CE794351F17D}"/>
              </a:ext>
            </a:extLst>
          </p:cNvPr>
          <p:cNvSpPr>
            <a:spLocks noGrp="1"/>
          </p:cNvSpPr>
          <p:nvPr>
            <p:ph type="body" sz="quarter" idx="21"/>
          </p:nvPr>
        </p:nvSpPr>
        <p:spPr>
          <a:xfrm>
            <a:off x="1035557" y="1995164"/>
            <a:ext cx="17709171" cy="841256"/>
          </a:xfrm>
        </p:spPr>
        <p:txBody>
          <a:bodyPr/>
          <a:lstStyle/>
          <a:p>
            <a:r>
              <a:rPr lang="fr-FR"/>
              <a:t>10 – Roadmap du projet (à la main de la MOE)</a:t>
            </a:r>
          </a:p>
        </p:txBody>
      </p:sp>
      <p:sp>
        <p:nvSpPr>
          <p:cNvPr id="5" name="Espace réservé du texte 4">
            <a:extLst>
              <a:ext uri="{FF2B5EF4-FFF2-40B4-BE49-F238E27FC236}">
                <a16:creationId xmlns:a16="http://schemas.microsoft.com/office/drawing/2014/main" id="{02366E4C-51C0-BB4A-882D-9AFB11465B4F}"/>
              </a:ext>
            </a:extLst>
          </p:cNvPr>
          <p:cNvSpPr>
            <a:spLocks noGrp="1"/>
          </p:cNvSpPr>
          <p:nvPr>
            <p:ph type="body" sz="quarter" idx="23"/>
          </p:nvPr>
        </p:nvSpPr>
        <p:spPr/>
        <p:txBody>
          <a:bodyPr/>
          <a:lstStyle/>
          <a:p>
            <a:endParaRPr lang="fr-FR"/>
          </a:p>
        </p:txBody>
      </p:sp>
      <p:graphicFrame>
        <p:nvGraphicFramePr>
          <p:cNvPr id="6" name="Tableau 5">
            <a:extLst>
              <a:ext uri="{FF2B5EF4-FFF2-40B4-BE49-F238E27FC236}">
                <a16:creationId xmlns:a16="http://schemas.microsoft.com/office/drawing/2014/main" id="{FAA1F5B4-93BF-A913-6C0F-3FD9E0546C9E}"/>
              </a:ext>
            </a:extLst>
          </p:cNvPr>
          <p:cNvGraphicFramePr>
            <a:graphicFrameLocks noGrp="1"/>
          </p:cNvGraphicFramePr>
          <p:nvPr>
            <p:extLst>
              <p:ext uri="{D42A27DB-BD31-4B8C-83A1-F6EECF244321}">
                <p14:modId xmlns:p14="http://schemas.microsoft.com/office/powerpoint/2010/main" val="1117732277"/>
              </p:ext>
            </p:extLst>
          </p:nvPr>
        </p:nvGraphicFramePr>
        <p:xfrm>
          <a:off x="1020232" y="3041576"/>
          <a:ext cx="19884736" cy="9474274"/>
        </p:xfrm>
        <a:graphic>
          <a:graphicData uri="http://schemas.openxmlformats.org/drawingml/2006/table">
            <a:tbl>
              <a:tblPr firstRow="1" bandRow="1"/>
              <a:tblGrid>
                <a:gridCol w="1554892">
                  <a:extLst>
                    <a:ext uri="{9D8B030D-6E8A-4147-A177-3AD203B41FA5}">
                      <a16:colId xmlns:a16="http://schemas.microsoft.com/office/drawing/2014/main" val="4017851127"/>
                    </a:ext>
                  </a:extLst>
                </a:gridCol>
                <a:gridCol w="1554892">
                  <a:extLst>
                    <a:ext uri="{9D8B030D-6E8A-4147-A177-3AD203B41FA5}">
                      <a16:colId xmlns:a16="http://schemas.microsoft.com/office/drawing/2014/main" val="742445407"/>
                    </a:ext>
                  </a:extLst>
                </a:gridCol>
                <a:gridCol w="1870083">
                  <a:extLst>
                    <a:ext uri="{9D8B030D-6E8A-4147-A177-3AD203B41FA5}">
                      <a16:colId xmlns:a16="http://schemas.microsoft.com/office/drawing/2014/main" val="4211271871"/>
                    </a:ext>
                  </a:extLst>
                </a:gridCol>
                <a:gridCol w="1526231">
                  <a:extLst>
                    <a:ext uri="{9D8B030D-6E8A-4147-A177-3AD203B41FA5}">
                      <a16:colId xmlns:a16="http://schemas.microsoft.com/office/drawing/2014/main" val="1448959498"/>
                    </a:ext>
                  </a:extLst>
                </a:gridCol>
                <a:gridCol w="1674558">
                  <a:extLst>
                    <a:ext uri="{9D8B030D-6E8A-4147-A177-3AD203B41FA5}">
                      <a16:colId xmlns:a16="http://schemas.microsoft.com/office/drawing/2014/main" val="2362663099"/>
                    </a:ext>
                  </a:extLst>
                </a:gridCol>
                <a:gridCol w="1696243">
                  <a:extLst>
                    <a:ext uri="{9D8B030D-6E8A-4147-A177-3AD203B41FA5}">
                      <a16:colId xmlns:a16="http://schemas.microsoft.com/office/drawing/2014/main" val="443419494"/>
                    </a:ext>
                  </a:extLst>
                </a:gridCol>
                <a:gridCol w="2125794">
                  <a:extLst>
                    <a:ext uri="{9D8B030D-6E8A-4147-A177-3AD203B41FA5}">
                      <a16:colId xmlns:a16="http://schemas.microsoft.com/office/drawing/2014/main" val="2811831246"/>
                    </a:ext>
                  </a:extLst>
                </a:gridCol>
                <a:gridCol w="1097068">
                  <a:extLst>
                    <a:ext uri="{9D8B030D-6E8A-4147-A177-3AD203B41FA5}">
                      <a16:colId xmlns:a16="http://schemas.microsoft.com/office/drawing/2014/main" val="3580083560"/>
                    </a:ext>
                  </a:extLst>
                </a:gridCol>
                <a:gridCol w="1526620">
                  <a:extLst>
                    <a:ext uri="{9D8B030D-6E8A-4147-A177-3AD203B41FA5}">
                      <a16:colId xmlns:a16="http://schemas.microsoft.com/office/drawing/2014/main" val="1603957349"/>
                    </a:ext>
                  </a:extLst>
                </a:gridCol>
                <a:gridCol w="2035492">
                  <a:extLst>
                    <a:ext uri="{9D8B030D-6E8A-4147-A177-3AD203B41FA5}">
                      <a16:colId xmlns:a16="http://schemas.microsoft.com/office/drawing/2014/main" val="120752424"/>
                    </a:ext>
                  </a:extLst>
                </a:gridCol>
                <a:gridCol w="1526620">
                  <a:extLst>
                    <a:ext uri="{9D8B030D-6E8A-4147-A177-3AD203B41FA5}">
                      <a16:colId xmlns:a16="http://schemas.microsoft.com/office/drawing/2014/main" val="3119327487"/>
                    </a:ext>
                  </a:extLst>
                </a:gridCol>
                <a:gridCol w="1696243">
                  <a:extLst>
                    <a:ext uri="{9D8B030D-6E8A-4147-A177-3AD203B41FA5}">
                      <a16:colId xmlns:a16="http://schemas.microsoft.com/office/drawing/2014/main" val="136987552"/>
                    </a:ext>
                  </a:extLst>
                </a:gridCol>
              </a:tblGrid>
              <a:tr h="83189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2400">
                          <a:solidFill>
                            <a:srgbClr val="FFFFFF"/>
                          </a:solidFill>
                        </a:rPr>
                        <a:t>Juillet</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lvl="0" indent="0" algn="ctr" defTabSz="685649" rtl="0" eaLnBrk="1" fontAlgn="auto" latinLnBrk="0" hangingPunct="1">
                        <a:lnSpc>
                          <a:spcPct val="100000"/>
                        </a:lnSpc>
                        <a:spcBef>
                          <a:spcPts val="0"/>
                        </a:spcBef>
                        <a:spcAft>
                          <a:spcPts val="0"/>
                        </a:spcAft>
                        <a:buClrTx/>
                        <a:buSzTx/>
                        <a:buFontTx/>
                        <a:buNone/>
                        <a:tabLst/>
                        <a:defRPr/>
                      </a:pPr>
                      <a:r>
                        <a:rPr lang="fr-FR" sz="2400">
                          <a:solidFill>
                            <a:srgbClr val="FFFFFF"/>
                          </a:solidFill>
                        </a:rPr>
                        <a:t>Août</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2400" b="1" i="0" u="none" strike="noStrike" kern="1200" cap="none" spc="0" baseline="0">
                          <a:solidFill>
                            <a:srgbClr val="FFFFFF"/>
                          </a:solidFill>
                          <a:uFillTx/>
                          <a:latin typeface="Calibri"/>
                          <a:ea typeface="+mn-ea"/>
                          <a:cs typeface="+mn-cs"/>
                          <a:sym typeface="Arial"/>
                        </a:rPr>
                        <a:t>Sept</a:t>
                      </a:r>
                      <a:r>
                        <a:rPr lang="fr-FR" sz="1400"/>
                        <a:t>.</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2400" b="1" i="0" u="none" strike="noStrike" kern="1200" cap="none" spc="0" baseline="0">
                          <a:solidFill>
                            <a:srgbClr val="FFFFFF"/>
                          </a:solidFill>
                          <a:uFillTx/>
                          <a:latin typeface="Calibri"/>
                          <a:ea typeface="+mn-ea"/>
                          <a:cs typeface="+mn-cs"/>
                          <a:sym typeface="Arial"/>
                        </a:rPr>
                        <a:t>Oct</a:t>
                      </a:r>
                      <a:r>
                        <a:rPr lang="fr-FR" sz="1400"/>
                        <a:t>.</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2400" b="1" i="0" u="none" strike="noStrike" kern="1200" cap="none" spc="0" baseline="0">
                          <a:solidFill>
                            <a:srgbClr val="FFFFFF"/>
                          </a:solidFill>
                          <a:uFillTx/>
                          <a:latin typeface="Calibri"/>
                          <a:ea typeface="+mn-ea"/>
                          <a:cs typeface="+mn-cs"/>
                          <a:sym typeface="Arial"/>
                        </a:rPr>
                        <a:t>Nov.</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indent="0" algn="ctr" defTabSz="914400" rtl="0" eaLnBrk="1" latinLnBrk="0" hangingPunct="1">
                        <a:lnSpc>
                          <a:spcPts val="2600"/>
                        </a:lnSpc>
                        <a:spcBef>
                          <a:spcPts val="0"/>
                        </a:spcBef>
                        <a:spcAft>
                          <a:spcPts val="0"/>
                        </a:spcAft>
                        <a:buClrTx/>
                        <a:buSzTx/>
                        <a:buFontTx/>
                        <a:buNone/>
                        <a:tabLst/>
                      </a:pPr>
                      <a:r>
                        <a:rPr lang="fr-FR" sz="2400" b="1" i="0" u="none" strike="noStrike" kern="1200" cap="none" spc="0" baseline="0">
                          <a:solidFill>
                            <a:srgbClr val="FFFFFF"/>
                          </a:solidFill>
                          <a:uFillTx/>
                          <a:latin typeface="Calibri"/>
                          <a:ea typeface="+mn-ea"/>
                          <a:cs typeface="+mn-cs"/>
                          <a:sym typeface="Arial"/>
                        </a:rPr>
                        <a:t>Déc.</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indent="0" algn="ctr" defTabSz="914400" rtl="0" eaLnBrk="1" latinLnBrk="0" hangingPunct="1">
                        <a:lnSpc>
                          <a:spcPts val="2600"/>
                        </a:lnSpc>
                        <a:spcBef>
                          <a:spcPts val="0"/>
                        </a:spcBef>
                        <a:spcAft>
                          <a:spcPts val="0"/>
                        </a:spcAft>
                        <a:buClrTx/>
                        <a:buSzTx/>
                        <a:buFontTx/>
                        <a:buNone/>
                        <a:tabLst/>
                      </a:pPr>
                      <a:r>
                        <a:rPr lang="fr-FR" sz="2400" b="1" i="0" u="none" strike="noStrike" kern="1200" cap="none" spc="0" baseline="0">
                          <a:solidFill>
                            <a:srgbClr val="FFFFFF"/>
                          </a:solidFill>
                          <a:uFillTx/>
                          <a:latin typeface="Calibri"/>
                          <a:ea typeface="+mn-ea"/>
                          <a:cs typeface="+mn-cs"/>
                          <a:sym typeface="Arial"/>
                        </a:rPr>
                        <a:t>Janv.</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2400" b="1" i="0" u="none" strike="noStrike" kern="1200" cap="none" spc="0" baseline="0">
                          <a:solidFill>
                            <a:srgbClr val="FFFFFF"/>
                          </a:solidFill>
                          <a:uFillTx/>
                          <a:latin typeface="Calibri"/>
                          <a:ea typeface="+mn-ea"/>
                          <a:cs typeface="+mn-cs"/>
                          <a:sym typeface="Arial"/>
                        </a:rPr>
                        <a:t>Fév.</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2400" b="1" i="0" u="none" strike="noStrike" kern="1200" cap="none" spc="0" baseline="0">
                          <a:solidFill>
                            <a:srgbClr val="FFFFFF"/>
                          </a:solidFill>
                          <a:uFillTx/>
                          <a:latin typeface="Calibri"/>
                          <a:ea typeface="+mn-ea"/>
                          <a:cs typeface="+mn-cs"/>
                          <a:sym typeface="Arial"/>
                        </a:rPr>
                        <a:t>Mars</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fr-FR" sz="2400" b="1" i="0" u="none" strike="noStrike" kern="1200" cap="none" spc="0" baseline="0">
                          <a:solidFill>
                            <a:srgbClr val="FFFFFF"/>
                          </a:solidFill>
                          <a:uFillTx/>
                          <a:latin typeface="Calibri"/>
                          <a:ea typeface="+mn-ea"/>
                          <a:cs typeface="+mn-cs"/>
                          <a:sym typeface="Arial"/>
                        </a:rPr>
                        <a:t>Avril</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indent="0" algn="ctr" defTabSz="914400" rtl="0" eaLnBrk="1" latinLnBrk="0" hangingPunct="1">
                        <a:lnSpc>
                          <a:spcPts val="2600"/>
                        </a:lnSpc>
                        <a:spcBef>
                          <a:spcPts val="0"/>
                        </a:spcBef>
                        <a:spcAft>
                          <a:spcPts val="0"/>
                        </a:spcAft>
                        <a:buClrTx/>
                        <a:buSzTx/>
                        <a:buFontTx/>
                        <a:buNone/>
                        <a:tabLst/>
                      </a:pPr>
                      <a:r>
                        <a:rPr lang="fr-FR" sz="2400" b="1" i="0" u="none" strike="noStrike" kern="1200" cap="none" spc="0" baseline="0">
                          <a:solidFill>
                            <a:srgbClr val="FFFFFF"/>
                          </a:solidFill>
                          <a:uFillTx/>
                          <a:latin typeface="Calibri"/>
                          <a:ea typeface="+mn-ea"/>
                          <a:cs typeface="+mn-cs"/>
                          <a:sym typeface="Arial"/>
                        </a:rPr>
                        <a:t>Mai</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indent="0" algn="ctr" defTabSz="914400" rtl="0" eaLnBrk="1" latinLnBrk="0" hangingPunct="1">
                        <a:lnSpc>
                          <a:spcPts val="2600"/>
                        </a:lnSpc>
                        <a:spcBef>
                          <a:spcPts val="0"/>
                        </a:spcBef>
                        <a:spcAft>
                          <a:spcPts val="0"/>
                        </a:spcAft>
                        <a:buClrTx/>
                        <a:buSzTx/>
                        <a:buFontTx/>
                        <a:buNone/>
                        <a:tabLst/>
                      </a:pPr>
                      <a:r>
                        <a:rPr lang="fr-FR" sz="2400" b="1" i="0" u="none" strike="noStrike" kern="1200" cap="none" spc="0" baseline="0">
                          <a:solidFill>
                            <a:srgbClr val="FFFFFF"/>
                          </a:solidFill>
                          <a:uFillTx/>
                          <a:latin typeface="Calibri"/>
                          <a:ea typeface="+mn-ea"/>
                          <a:cs typeface="+mn-cs"/>
                          <a:sym typeface="Arial"/>
                        </a:rPr>
                        <a:t>Juin</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7E5D"/>
                    </a:solidFill>
                  </a:tcPr>
                </a:tc>
                <a:extLst>
                  <a:ext uri="{0D108BD9-81ED-4DB2-BD59-A6C34878D82A}">
                    <a16:rowId xmlns:a16="http://schemas.microsoft.com/office/drawing/2014/main" val="3345660289"/>
                  </a:ext>
                </a:extLst>
              </a:tr>
              <a:tr h="8642384">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2F2CE"/>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2F2CE"/>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2F2CE"/>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2F2CE"/>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2F2CE"/>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fr-F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E2F2CE"/>
                    </a:solidFill>
                  </a:tcPr>
                </a:tc>
                <a:extLst>
                  <a:ext uri="{0D108BD9-81ED-4DB2-BD59-A6C34878D82A}">
                    <a16:rowId xmlns:a16="http://schemas.microsoft.com/office/drawing/2014/main" val="3193944684"/>
                  </a:ext>
                </a:extLst>
              </a:tr>
            </a:tbl>
          </a:graphicData>
        </a:graphic>
      </p:graphicFrame>
      <p:sp>
        <p:nvSpPr>
          <p:cNvPr id="7" name="Pentagone 7">
            <a:extLst>
              <a:ext uri="{FF2B5EF4-FFF2-40B4-BE49-F238E27FC236}">
                <a16:creationId xmlns:a16="http://schemas.microsoft.com/office/drawing/2014/main" id="{5553C4D3-884A-ED3F-3875-6A7091115258}"/>
              </a:ext>
            </a:extLst>
          </p:cNvPr>
          <p:cNvSpPr>
            <a:spLocks noChangeArrowheads="1"/>
          </p:cNvSpPr>
          <p:nvPr/>
        </p:nvSpPr>
        <p:spPr bwMode="auto">
          <a:xfrm>
            <a:off x="11989393" y="3894704"/>
            <a:ext cx="7469648" cy="581090"/>
          </a:xfrm>
          <a:prstGeom prst="homePlate">
            <a:avLst>
              <a:gd name="adj" fmla="val 19489"/>
            </a:avLst>
          </a:prstGeom>
          <a:solidFill>
            <a:srgbClr val="007E5D"/>
          </a:solidFill>
          <a:ln w="9525" algn="ctr">
            <a:solidFill>
              <a:srgbClr val="FFFFFF">
                <a:lumMod val="75000"/>
              </a:srgbClr>
            </a:solidFill>
            <a:round/>
            <a:headEnd/>
            <a:tailEnd/>
          </a:ln>
        </p:spPr>
        <p:txBody>
          <a:bodyPr lIns="36000" rIns="36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2000" b="1" kern="0" noProof="0">
                <a:solidFill>
                  <a:prstClr val="white"/>
                </a:solidFill>
                <a:latin typeface="Calibri"/>
                <a:ea typeface="ヒラギノ角ゴ Pro W3"/>
                <a:cs typeface="ヒラギノ角ゴ Pro W3"/>
              </a:rPr>
              <a:t>GO LIVE</a:t>
            </a:r>
            <a:endParaRPr kumimoji="0" lang="fr-FR" sz="2000" b="1" i="0" u="none" strike="noStrike" kern="0" cap="none" spc="0" normalizeH="0" baseline="0" noProof="0">
              <a:ln>
                <a:noFill/>
              </a:ln>
              <a:solidFill>
                <a:prstClr val="white"/>
              </a:solidFill>
              <a:effectLst/>
              <a:uLnTx/>
              <a:uFillTx/>
              <a:latin typeface="Calibri"/>
              <a:ea typeface="ヒラギノ角ゴ Pro W3"/>
              <a:cs typeface="ヒラギノ角ゴ Pro W3"/>
            </a:endParaRPr>
          </a:p>
        </p:txBody>
      </p:sp>
      <p:sp>
        <p:nvSpPr>
          <p:cNvPr id="8" name="Pentagone 7">
            <a:extLst>
              <a:ext uri="{FF2B5EF4-FFF2-40B4-BE49-F238E27FC236}">
                <a16:creationId xmlns:a16="http://schemas.microsoft.com/office/drawing/2014/main" id="{AA76C7E8-AC03-2056-8411-E93111D7D24A}"/>
              </a:ext>
            </a:extLst>
          </p:cNvPr>
          <p:cNvSpPr>
            <a:spLocks noChangeArrowheads="1"/>
          </p:cNvSpPr>
          <p:nvPr/>
        </p:nvSpPr>
        <p:spPr bwMode="auto">
          <a:xfrm>
            <a:off x="3623049" y="7578080"/>
            <a:ext cx="7108837" cy="1570711"/>
          </a:xfrm>
          <a:prstGeom prst="homePlate">
            <a:avLst>
              <a:gd name="adj" fmla="val 19489"/>
            </a:avLst>
          </a:prstGeom>
          <a:solidFill>
            <a:srgbClr val="FFFFFF"/>
          </a:solidFill>
          <a:ln w="25400" algn="ctr">
            <a:solidFill>
              <a:srgbClr val="0070C0"/>
            </a:solidFill>
            <a:prstDash val="dash"/>
            <a:round/>
            <a:headEnd/>
            <a:tailEnd/>
          </a:ln>
        </p:spPr>
        <p:txBody>
          <a:bodyPr lIns="36000" rIns="3600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Chantier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Lot 5 : Calcul du réalisé (Astreinte, HS/HC)</a:t>
            </a:r>
          </a:p>
          <a:p>
            <a:pPr algn="l" defTabSz="914400" hangingPunct="1">
              <a:defRPr/>
            </a:pPr>
            <a:r>
              <a:rPr lang="fr-FR" sz="2000" b="1">
                <a:solidFill>
                  <a:srgbClr val="000000"/>
                </a:solidFill>
                <a:latin typeface="Calibri"/>
              </a:rPr>
              <a:t>Lot 5 bis : Gestion des plannings d’astreintes planifiées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Lot 6 : Workflow de validation GAP</a:t>
            </a:r>
          </a:p>
        </p:txBody>
      </p:sp>
      <p:sp>
        <p:nvSpPr>
          <p:cNvPr id="9" name="Légende sans bordure 2 2">
            <a:extLst>
              <a:ext uri="{FF2B5EF4-FFF2-40B4-BE49-F238E27FC236}">
                <a16:creationId xmlns:a16="http://schemas.microsoft.com/office/drawing/2014/main" id="{57C55BCE-BDCC-BA88-0E48-7E2E344604F5}"/>
              </a:ext>
            </a:extLst>
          </p:cNvPr>
          <p:cNvSpPr/>
          <p:nvPr/>
        </p:nvSpPr>
        <p:spPr bwMode="auto">
          <a:xfrm>
            <a:off x="1697504" y="4935057"/>
            <a:ext cx="4285219" cy="540849"/>
          </a:xfrm>
          <a:prstGeom prst="callout2">
            <a:avLst>
              <a:gd name="adj1" fmla="val 253984"/>
              <a:gd name="adj2" fmla="val -1352"/>
              <a:gd name="adj3" fmla="val 205987"/>
              <a:gd name="adj4" fmla="val -5964"/>
              <a:gd name="adj5" fmla="val 27653"/>
              <a:gd name="adj6" fmla="val -1768"/>
            </a:avLst>
          </a:prstGeom>
          <a:noFill/>
          <a:ln w="9525" cap="flat" cmpd="sng" algn="ctr">
            <a:solidFill>
              <a:srgbClr val="FFFF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Pilotage 60 %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Cadrage 70 %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Conception 70 %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Construction 40 %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Tests 40 %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Déploiement 0%</a:t>
            </a:r>
          </a:p>
          <a:p>
            <a:pPr marL="285750" indent="-285750" algn="l" defTabSz="914400" eaLnBrk="0" fontAlgn="base" hangingPunct="0">
              <a:spcBef>
                <a:spcPct val="0"/>
              </a:spcBef>
              <a:spcAft>
                <a:spcPct val="0"/>
              </a:spcAft>
              <a:buFont typeface="Arial" panose="020B0604020202020204" pitchFamily="34" charset="0"/>
              <a:buChar char="•"/>
            </a:pPr>
            <a:endParaRPr lang="fr-FR" sz="1600" b="1">
              <a:solidFill>
                <a:srgbClr val="FFFFFF"/>
              </a:solidFill>
              <a:latin typeface="Calibri" panose="020F0502020204030204" pitchFamily="34" charset="0"/>
              <a:ea typeface="Geneva" pitchFamily="121" charset="-128"/>
            </a:endParaRPr>
          </a:p>
          <a:p>
            <a:pPr marL="285750" indent="-285750" algn="l" defTabSz="914400" eaLnBrk="0" fontAlgn="base" hangingPunct="0">
              <a:spcBef>
                <a:spcPct val="0"/>
              </a:spcBef>
              <a:spcAft>
                <a:spcPct val="0"/>
              </a:spcAft>
              <a:buFont typeface="Arial" panose="020B0604020202020204" pitchFamily="34" charset="0"/>
              <a:buChar char="•"/>
            </a:pPr>
            <a:endParaRPr lang="fr-FR" sz="1600" b="1">
              <a:solidFill>
                <a:srgbClr val="FFFFFF"/>
              </a:solidFill>
              <a:latin typeface="Calibri" panose="020F0502020204030204" pitchFamily="34" charset="0"/>
              <a:ea typeface="Geneva" pitchFamily="121" charset="-128"/>
            </a:endParaRPr>
          </a:p>
        </p:txBody>
      </p:sp>
      <p:sp>
        <p:nvSpPr>
          <p:cNvPr id="10" name="ZoneTexte 9">
            <a:extLst>
              <a:ext uri="{FF2B5EF4-FFF2-40B4-BE49-F238E27FC236}">
                <a16:creationId xmlns:a16="http://schemas.microsoft.com/office/drawing/2014/main" id="{9DD110B0-AEDE-39F1-125B-1A2A85A175E8}"/>
              </a:ext>
            </a:extLst>
          </p:cNvPr>
          <p:cNvSpPr txBox="1"/>
          <p:nvPr/>
        </p:nvSpPr>
        <p:spPr>
          <a:xfrm>
            <a:off x="13036254" y="7243247"/>
            <a:ext cx="2506844" cy="461665"/>
          </a:xfrm>
          <a:prstGeom prst="rect">
            <a:avLst/>
          </a:prstGeom>
          <a:noFill/>
          <a:ln w="38100">
            <a:solidFill>
              <a:schemeClr val="accent1"/>
            </a:solidFill>
          </a:ln>
        </p:spPr>
        <p:txBody>
          <a:bodyPr wrap="square" rtlCol="0">
            <a:spAutoFit/>
          </a:bodyPr>
          <a:lstStyle/>
          <a:p>
            <a:r>
              <a:rPr lang="fr-FR" kern="0">
                <a:solidFill>
                  <a:srgbClr val="007E5D"/>
                </a:solidFill>
                <a:latin typeface="Calibri"/>
                <a:ea typeface="ヒラギノ角ゴ Pro W3"/>
                <a:cs typeface="ヒラギノ角ゴ Pro W3"/>
              </a:rPr>
              <a:t>01 février 2024 </a:t>
            </a:r>
            <a:endParaRPr lang="fr-FR">
              <a:solidFill>
                <a:srgbClr val="007E5D"/>
              </a:solidFill>
            </a:endParaRPr>
          </a:p>
        </p:txBody>
      </p:sp>
      <p:cxnSp>
        <p:nvCxnSpPr>
          <p:cNvPr id="11" name="Connecteur droit avec flèche 10">
            <a:extLst>
              <a:ext uri="{FF2B5EF4-FFF2-40B4-BE49-F238E27FC236}">
                <a16:creationId xmlns:a16="http://schemas.microsoft.com/office/drawing/2014/main" id="{31830A5F-103E-E108-E666-E1BCAC3AD03B}"/>
              </a:ext>
            </a:extLst>
          </p:cNvPr>
          <p:cNvCxnSpPr>
            <a:cxnSpLocks/>
          </p:cNvCxnSpPr>
          <p:nvPr/>
        </p:nvCxnSpPr>
        <p:spPr bwMode="auto">
          <a:xfrm flipV="1">
            <a:off x="17520592" y="4935057"/>
            <a:ext cx="0" cy="6970538"/>
          </a:xfrm>
          <a:prstGeom prst="straightConnector1">
            <a:avLst/>
          </a:prstGeom>
          <a:solidFill>
            <a:schemeClr val="accent1"/>
          </a:solidFill>
          <a:ln w="57150" cap="flat" cmpd="sng" algn="ctr">
            <a:solidFill>
              <a:srgbClr val="C00000"/>
            </a:solidFill>
            <a:prstDash val="lg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Légende sans bordure 2 17">
            <a:extLst>
              <a:ext uri="{FF2B5EF4-FFF2-40B4-BE49-F238E27FC236}">
                <a16:creationId xmlns:a16="http://schemas.microsoft.com/office/drawing/2014/main" id="{4A1B80B7-EF07-C02B-E39D-27B429E7DFA9}"/>
              </a:ext>
            </a:extLst>
          </p:cNvPr>
          <p:cNvSpPr/>
          <p:nvPr/>
        </p:nvSpPr>
        <p:spPr bwMode="auto">
          <a:xfrm>
            <a:off x="1435568" y="7869995"/>
            <a:ext cx="5368907" cy="1342071"/>
          </a:xfrm>
          <a:prstGeom prst="callout2">
            <a:avLst>
              <a:gd name="adj1" fmla="val 99884"/>
              <a:gd name="adj2" fmla="val -25"/>
              <a:gd name="adj3" fmla="val 85735"/>
              <a:gd name="adj4" fmla="val -3754"/>
              <a:gd name="adj5" fmla="val -3410"/>
              <a:gd name="adj6" fmla="val 1330"/>
            </a:avLst>
          </a:prstGeom>
          <a:noFill/>
          <a:ln w="9525" cap="flat" cmpd="sng" algn="ctr">
            <a:solidFill>
              <a:srgbClr val="FFFF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Pilotage 60 %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Cadrage  100 %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Conception 90 %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Construction 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Tests 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Déploiement 0%</a:t>
            </a:r>
          </a:p>
          <a:p>
            <a:pPr marL="285750" indent="-285750" algn="l" defTabSz="914400" eaLnBrk="0" fontAlgn="base" hangingPunct="0">
              <a:spcBef>
                <a:spcPct val="0"/>
              </a:spcBef>
              <a:spcAft>
                <a:spcPct val="0"/>
              </a:spcAft>
              <a:buFont typeface="Arial" panose="020B0604020202020204" pitchFamily="34" charset="0"/>
              <a:buChar char="•"/>
            </a:pPr>
            <a:endParaRPr lang="fr-FR" sz="1600" b="1">
              <a:solidFill>
                <a:srgbClr val="FFFFFF"/>
              </a:solidFill>
              <a:latin typeface="Calibri" panose="020F0502020204030204" pitchFamily="34" charset="0"/>
              <a:ea typeface="Geneva" pitchFamily="121" charset="-128"/>
            </a:endParaRPr>
          </a:p>
          <a:p>
            <a:pPr marL="285750" indent="-285750" algn="l" defTabSz="914400" eaLnBrk="0" fontAlgn="base" hangingPunct="0">
              <a:spcBef>
                <a:spcPct val="0"/>
              </a:spcBef>
              <a:spcAft>
                <a:spcPct val="0"/>
              </a:spcAft>
              <a:buFont typeface="Arial" panose="020B0604020202020204" pitchFamily="34" charset="0"/>
              <a:buChar char="•"/>
            </a:pPr>
            <a:endParaRPr lang="fr-FR" sz="1600" b="1">
              <a:solidFill>
                <a:srgbClr val="FFFFFF"/>
              </a:solidFill>
              <a:latin typeface="Calibri" panose="020F0502020204030204" pitchFamily="34" charset="0"/>
              <a:ea typeface="Geneva" pitchFamily="121" charset="-128"/>
            </a:endParaRPr>
          </a:p>
        </p:txBody>
      </p:sp>
      <p:sp>
        <p:nvSpPr>
          <p:cNvPr id="13" name="Légende sans bordure 2 18">
            <a:extLst>
              <a:ext uri="{FF2B5EF4-FFF2-40B4-BE49-F238E27FC236}">
                <a16:creationId xmlns:a16="http://schemas.microsoft.com/office/drawing/2014/main" id="{A922F5C1-8E11-9919-0C27-ED49F6C5001C}"/>
              </a:ext>
            </a:extLst>
          </p:cNvPr>
          <p:cNvSpPr/>
          <p:nvPr/>
        </p:nvSpPr>
        <p:spPr bwMode="auto">
          <a:xfrm>
            <a:off x="1572804" y="10699692"/>
            <a:ext cx="5368907" cy="1342071"/>
          </a:xfrm>
          <a:prstGeom prst="callout2">
            <a:avLst>
              <a:gd name="adj1" fmla="val 104583"/>
              <a:gd name="adj2" fmla="val -1494"/>
              <a:gd name="adj3" fmla="val 93958"/>
              <a:gd name="adj4" fmla="val -4634"/>
              <a:gd name="adj5" fmla="val 11861"/>
              <a:gd name="adj6" fmla="val -1312"/>
            </a:avLst>
          </a:prstGeom>
          <a:noFill/>
          <a:ln w="9525" cap="flat" cmpd="sng" algn="ctr">
            <a:solidFill>
              <a:srgbClr val="FFFF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Pilotage 20 %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Cadrage 50 %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Conception 50 %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Construction 5%</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Tests 0 %</a:t>
            </a:r>
          </a:p>
          <a:p>
            <a:pPr marL="285750" indent="-285750" algn="l" defTabSz="914400" eaLnBrk="0" fontAlgn="base" hangingPunct="0">
              <a:spcBef>
                <a:spcPct val="0"/>
              </a:spcBef>
              <a:spcAft>
                <a:spcPct val="0"/>
              </a:spcAft>
              <a:buFont typeface="Arial" panose="020B0604020202020204" pitchFamily="34" charset="0"/>
              <a:buChar char="•"/>
            </a:pPr>
            <a:r>
              <a:rPr lang="fr-FR" sz="1600" b="1">
                <a:solidFill>
                  <a:srgbClr val="FFFFFF"/>
                </a:solidFill>
                <a:latin typeface="Calibri" panose="020F0502020204030204" pitchFamily="34" charset="0"/>
                <a:ea typeface="Geneva" pitchFamily="121" charset="-128"/>
              </a:rPr>
              <a:t>Déploiement 0%</a:t>
            </a:r>
          </a:p>
          <a:p>
            <a:pPr marL="285750" indent="-285750" algn="l" defTabSz="914400" eaLnBrk="0" fontAlgn="base" hangingPunct="0">
              <a:spcBef>
                <a:spcPct val="0"/>
              </a:spcBef>
              <a:spcAft>
                <a:spcPct val="0"/>
              </a:spcAft>
              <a:buFont typeface="Arial" panose="020B0604020202020204" pitchFamily="34" charset="0"/>
              <a:buChar char="•"/>
            </a:pPr>
            <a:endParaRPr lang="fr-FR" sz="1600" b="1">
              <a:solidFill>
                <a:srgbClr val="FFFFFF"/>
              </a:solidFill>
              <a:latin typeface="Calibri" panose="020F0502020204030204" pitchFamily="34" charset="0"/>
              <a:ea typeface="Geneva" pitchFamily="121" charset="-128"/>
            </a:endParaRPr>
          </a:p>
          <a:p>
            <a:pPr marL="285750" indent="-285750" algn="l" defTabSz="914400" eaLnBrk="0" fontAlgn="base" hangingPunct="0">
              <a:spcBef>
                <a:spcPct val="0"/>
              </a:spcBef>
              <a:spcAft>
                <a:spcPct val="0"/>
              </a:spcAft>
              <a:buFont typeface="Arial" panose="020B0604020202020204" pitchFamily="34" charset="0"/>
              <a:buChar char="•"/>
            </a:pPr>
            <a:endParaRPr lang="fr-FR" sz="1600" b="1">
              <a:solidFill>
                <a:srgbClr val="FFFFFF"/>
              </a:solidFill>
              <a:latin typeface="Calibri" panose="020F0502020204030204" pitchFamily="34" charset="0"/>
              <a:ea typeface="Geneva" pitchFamily="121" charset="-128"/>
            </a:endParaRPr>
          </a:p>
        </p:txBody>
      </p:sp>
      <p:sp>
        <p:nvSpPr>
          <p:cNvPr id="14" name="Pentagone 7">
            <a:extLst>
              <a:ext uri="{FF2B5EF4-FFF2-40B4-BE49-F238E27FC236}">
                <a16:creationId xmlns:a16="http://schemas.microsoft.com/office/drawing/2014/main" id="{954EBE07-CA28-7B33-8CD4-D26EB3BB806D}"/>
              </a:ext>
            </a:extLst>
          </p:cNvPr>
          <p:cNvSpPr>
            <a:spLocks noChangeArrowheads="1"/>
          </p:cNvSpPr>
          <p:nvPr/>
        </p:nvSpPr>
        <p:spPr bwMode="auto">
          <a:xfrm>
            <a:off x="3623049" y="4748226"/>
            <a:ext cx="7108844" cy="2109774"/>
          </a:xfrm>
          <a:prstGeom prst="homePlate">
            <a:avLst>
              <a:gd name="adj" fmla="val 19489"/>
            </a:avLst>
          </a:prstGeom>
          <a:solidFill>
            <a:srgbClr val="FFFFFF"/>
          </a:solidFill>
          <a:ln w="25400" algn="ctr">
            <a:solidFill>
              <a:srgbClr val="0070C0"/>
            </a:solidFill>
            <a:prstDash val="dash"/>
            <a:round/>
            <a:headEnd/>
            <a:tailEnd/>
          </a:ln>
        </p:spPr>
        <p:txBody>
          <a:bodyPr lIns="36000" rIns="3600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Chantier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Lot 1 : Saisie des demandes préalables d’astreintes et HS/HC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Lot 2 : Workflow de validation des demandes préalables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Lot 3 :  Saisie des interventions réalisées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Lot 4 : Workflow de validation des demandes de réalisations</a:t>
            </a:r>
          </a:p>
        </p:txBody>
      </p:sp>
      <p:sp>
        <p:nvSpPr>
          <p:cNvPr id="15" name="Pentagone 7">
            <a:extLst>
              <a:ext uri="{FF2B5EF4-FFF2-40B4-BE49-F238E27FC236}">
                <a16:creationId xmlns:a16="http://schemas.microsoft.com/office/drawing/2014/main" id="{BBDB2A1B-0C1F-BB55-BC57-2F13E66896A0}"/>
              </a:ext>
            </a:extLst>
          </p:cNvPr>
          <p:cNvSpPr>
            <a:spLocks noChangeArrowheads="1"/>
          </p:cNvSpPr>
          <p:nvPr/>
        </p:nvSpPr>
        <p:spPr bwMode="auto">
          <a:xfrm>
            <a:off x="3623049" y="10530408"/>
            <a:ext cx="7108844" cy="1466090"/>
          </a:xfrm>
          <a:prstGeom prst="homePlate">
            <a:avLst>
              <a:gd name="adj" fmla="val 19489"/>
            </a:avLst>
          </a:prstGeom>
          <a:solidFill>
            <a:srgbClr val="FFFFFF"/>
          </a:solidFill>
          <a:ln w="25400" algn="ctr">
            <a:solidFill>
              <a:srgbClr val="0070C0"/>
            </a:solidFill>
            <a:prstDash val="dash"/>
            <a:round/>
            <a:headEnd/>
            <a:tailEnd/>
          </a:ln>
        </p:spPr>
        <p:txBody>
          <a:bodyPr lIns="36000" rIns="3600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Chantier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Lot 7 : Etats de sortie – demande de paiement CNPR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rPr>
              <a:t>Lot 8 : Stat IRP, Stat direction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2000" b="1">
                <a:solidFill>
                  <a:srgbClr val="000000"/>
                </a:solidFill>
                <a:latin typeface="Calibri"/>
                <a:ea typeface="ヒラギノ角ゴ Pro W3"/>
                <a:cs typeface="ヒラギノ角ゴ Pro W3"/>
              </a:rPr>
              <a:t>Lot 9 : titre restaurant</a:t>
            </a:r>
            <a:endParaRPr kumimoji="0" lang="fr-FR" sz="2000" b="1" i="0" u="none" strike="noStrike" kern="0" cap="none" spc="0" normalizeH="0" baseline="0" noProof="0">
              <a:ln>
                <a:noFill/>
              </a:ln>
              <a:solidFill>
                <a:srgbClr val="000000"/>
              </a:solidFill>
              <a:effectLst/>
              <a:uLnTx/>
              <a:uFillTx/>
              <a:latin typeface="Calibri"/>
              <a:ea typeface="ヒラギノ角ゴ Pro W3"/>
              <a:cs typeface="ヒラギノ角ゴ Pro W3"/>
            </a:endParaRPr>
          </a:p>
        </p:txBody>
      </p:sp>
      <p:sp>
        <p:nvSpPr>
          <p:cNvPr id="18" name="Pentagone 7">
            <a:extLst>
              <a:ext uri="{FF2B5EF4-FFF2-40B4-BE49-F238E27FC236}">
                <a16:creationId xmlns:a16="http://schemas.microsoft.com/office/drawing/2014/main" id="{C6FE0A74-7CF5-ECC2-2840-EE655BF2F825}"/>
              </a:ext>
            </a:extLst>
          </p:cNvPr>
          <p:cNvSpPr>
            <a:spLocks noChangeArrowheads="1"/>
          </p:cNvSpPr>
          <p:nvPr/>
        </p:nvSpPr>
        <p:spPr bwMode="auto">
          <a:xfrm>
            <a:off x="1014568" y="3914187"/>
            <a:ext cx="9936310" cy="542124"/>
          </a:xfrm>
          <a:prstGeom prst="homePlate">
            <a:avLst>
              <a:gd name="adj" fmla="val 19489"/>
            </a:avLst>
          </a:prstGeom>
          <a:solidFill>
            <a:srgbClr val="FFFFFF">
              <a:lumMod val="50000"/>
            </a:srgbClr>
          </a:solidFill>
          <a:ln w="9525" algn="ctr">
            <a:solidFill>
              <a:srgbClr val="FFFFFF">
                <a:lumMod val="75000"/>
              </a:srgbClr>
            </a:solidFill>
            <a:round/>
            <a:headEnd/>
            <a:tailEnd/>
          </a:ln>
        </p:spPr>
        <p:txBody>
          <a:bodyPr lIns="36000" rIns="36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0" cap="none" spc="0" normalizeH="0" baseline="0" noProof="0">
                <a:ln>
                  <a:noFill/>
                </a:ln>
                <a:solidFill>
                  <a:prstClr val="white"/>
                </a:solidFill>
                <a:effectLst/>
                <a:uLnTx/>
                <a:uFillTx/>
                <a:latin typeface="Calibri"/>
                <a:ea typeface="ヒラギノ角ゴ Pro W3"/>
                <a:cs typeface="ヒラギノ角ゴ Pro W3"/>
              </a:rPr>
              <a:t>CONCEPTION</a:t>
            </a:r>
          </a:p>
        </p:txBody>
      </p:sp>
      <p:cxnSp>
        <p:nvCxnSpPr>
          <p:cNvPr id="33" name="Connecteur droit avec flèche 32">
            <a:extLst>
              <a:ext uri="{FF2B5EF4-FFF2-40B4-BE49-F238E27FC236}">
                <a16:creationId xmlns:a16="http://schemas.microsoft.com/office/drawing/2014/main" id="{FD3B8B08-9E9E-6014-E25B-C753B92C728B}"/>
              </a:ext>
            </a:extLst>
          </p:cNvPr>
          <p:cNvCxnSpPr>
            <a:cxnSpLocks/>
          </p:cNvCxnSpPr>
          <p:nvPr/>
        </p:nvCxnSpPr>
        <p:spPr bwMode="auto">
          <a:xfrm flipV="1">
            <a:off x="11543928" y="4935057"/>
            <a:ext cx="0" cy="6970538"/>
          </a:xfrm>
          <a:prstGeom prst="straightConnector1">
            <a:avLst/>
          </a:prstGeom>
          <a:solidFill>
            <a:schemeClr val="accent1"/>
          </a:solidFill>
          <a:ln w="57150" cap="flat" cmpd="sng" algn="ctr">
            <a:solidFill>
              <a:srgbClr val="C00000"/>
            </a:solidFill>
            <a:prstDash val="lgDash"/>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623481950"/>
      </p:ext>
    </p:extLst>
  </p:cSld>
  <p:clrMapOvr>
    <a:masterClrMapping/>
  </p:clrMapOvr>
  <p:transition spd="med"/>
</p:sld>
</file>

<file path=ppt/theme/theme1.xml><?xml version="1.0" encoding="utf-8"?>
<a:theme xmlns:a="http://schemas.openxmlformats.org/drawingml/2006/main" name="URSSAF-CN">
  <a:themeElements>
    <a:clrScheme name="21_BasicWhite">
      <a:dk1>
        <a:srgbClr val="5E5E5E"/>
      </a:dk1>
      <a:lt1>
        <a:srgbClr val="306EC7"/>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A7A7A7"/>
      </a:dk2>
      <a:lt2>
        <a:srgbClr val="535353"/>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a:ea typeface="Helvetica"/>
        <a:cs typeface="Helvetica"/>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7"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b568ba3b-0a9e-4304-90bc-2f77e2aeea54" xsi:nil="true"/>
    <lcf76f155ced4ddcb4097134ff3c332f xmlns="e9498f14-4a3b-46f8-8f88-c890b8eaeb01">
      <Terms xmlns="http://schemas.microsoft.com/office/infopath/2007/PartnerControls"/>
    </lcf76f155ced4ddcb4097134ff3c332f>
    <PublishingExpirationDate xmlns="http://schemas.microsoft.com/sharepoint/v3" xsi:nil="true"/>
    <PublishingStartDate xmlns="http://schemas.microsoft.com/sharepoint/v3" xsi:nil="true"/>
    <SharedWithUsers xmlns="b568ba3b-0a9e-4304-90bc-2f77e2aeea54">
      <UserInfo>
        <DisplayName/>
        <AccountId xsi:nil="true"/>
        <AccountType/>
      </UserInfo>
    </SharedWithUsers>
    <_dlc_DocId xmlns="b568ba3b-0a9e-4304-90bc-2f77e2aeea54">R6FSRZZME63M-654197140-117721</_dlc_DocId>
    <_dlc_DocIdUrl xmlns="b568ba3b-0a9e-4304-90bc-2f77e2aeea54">
      <Url>https://recouv.sharepoint.com/sites/ACOSSDSISD-DOSDigitalOffresagentsRAD/_layouts/15/DocIdRedir.aspx?ID=R6FSRZZME63M-654197140-117721</Url>
      <Description>R6FSRZZME63M-654197140-117721</Description>
    </_dlc_DocIdUr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9618E51892316408EBEDE7ADCCC48CC" ma:contentTypeVersion="19" ma:contentTypeDescription="Crée un document." ma:contentTypeScope="" ma:versionID="a22ae328b544f8caa4e3dcf48adca260">
  <xsd:schema xmlns:xsd="http://www.w3.org/2001/XMLSchema" xmlns:xs="http://www.w3.org/2001/XMLSchema" xmlns:p="http://schemas.microsoft.com/office/2006/metadata/properties" xmlns:ns1="http://schemas.microsoft.com/sharepoint/v3" xmlns:ns2="e9498f14-4a3b-46f8-8f88-c890b8eaeb01" xmlns:ns3="b568ba3b-0a9e-4304-90bc-2f77e2aeea54" targetNamespace="http://schemas.microsoft.com/office/2006/metadata/properties" ma:root="true" ma:fieldsID="83fec29d968468b1821fafb3e3559fbf" ns1:_="" ns2:_="" ns3:_="">
    <xsd:import namespace="http://schemas.microsoft.com/sharepoint/v3"/>
    <xsd:import namespace="e9498f14-4a3b-46f8-8f88-c890b8eaeb01"/>
    <xsd:import namespace="b568ba3b-0a9e-4304-90bc-2f77e2aeea5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1:PublishingStartDate" minOccurs="0"/>
                <xsd:element ref="ns1:PublishingExpirationDate" minOccurs="0"/>
                <xsd:element ref="ns2:MediaServiceOCR" minOccurs="0"/>
                <xsd:element ref="ns2:MediaServiceLocation" minOccurs="0"/>
                <xsd:element ref="ns3:SharedWithUsers" minOccurs="0"/>
                <xsd:element ref="ns3:SharedWithDetails"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element ref="ns3:_dlc_DocId" minOccurs="0"/>
                <xsd:element ref="ns3:_dlc_DocIdUrl" minOccurs="0"/>
                <xsd:element ref="ns3:_dlc_DocIdPersistI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4"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15"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e9498f14-4a3b-46f8-8f88-c890b8eaeb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lcf76f155ced4ddcb4097134ff3c332f" ma:index="24" nillable="true" ma:taxonomy="true" ma:internalName="lcf76f155ced4ddcb4097134ff3c332f" ma:taxonomyFieldName="MediaServiceImageTags" ma:displayName="Balises d’images" ma:readOnly="false" ma:fieldId="{5cf76f15-5ced-4ddc-b409-7134ff3c332f}" ma:taxonomyMulti="true" ma:sspId="60315fbd-64dd-42b6-8821-119951e42b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3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568ba3b-0a9e-4304-90bc-2f77e2aeea54" elementFormDefault="qualified">
    <xsd:import namespace="http://schemas.microsoft.com/office/2006/documentManagement/types"/>
    <xsd:import namespace="http://schemas.microsoft.com/office/infopath/2007/PartnerControls"/>
    <xsd:element name="SharedWithUsers" ma:index="1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Partagé avec détails" ma:internalName="SharedWithDetails" ma:readOnly="true">
      <xsd:simpleType>
        <xsd:restriction base="dms:Note">
          <xsd:maxLength value="255"/>
        </xsd:restriction>
      </xsd:simpleType>
    </xsd:element>
    <xsd:element name="TaxCatchAll" ma:index="25" nillable="true" ma:displayName="Taxonomy Catch All Column" ma:hidden="true" ma:list="{f8829529-9629-4a0b-bd74-c4d0bbb25fbb}" ma:internalName="TaxCatchAll" ma:showField="CatchAllData" ma:web="b568ba3b-0a9e-4304-90bc-2f77e2aeea54">
      <xsd:complexType>
        <xsd:complexContent>
          <xsd:extension base="dms:MultiChoiceLookup">
            <xsd:sequence>
              <xsd:element name="Value" type="dms:Lookup" maxOccurs="unbounded" minOccurs="0" nillable="true"/>
            </xsd:sequence>
          </xsd:extension>
        </xsd:complexContent>
      </xsd:complexType>
    </xsd:element>
    <xsd:element name="_dlc_DocId" ma:index="27" nillable="true" ma:displayName="Valeur d’ID de document" ma:description="Valeur de l’ID de document affecté à cet élément." ma:indexed="true" ma:internalName="_dlc_DocId" ma:readOnly="true">
      <xsd:simpleType>
        <xsd:restriction base="dms:Text"/>
      </xsd:simpleType>
    </xsd:element>
    <xsd:element name="_dlc_DocIdUrl" ma:index="28"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29"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2ACF3020-CE0F-4D05-ACDB-1140679DB6F3}">
  <ds:schemaRefs>
    <ds:schemaRef ds:uri="http://purl.org/dc/elements/1.1/"/>
    <ds:schemaRef ds:uri="http://schemas.microsoft.com/office/2006/metadata/properties"/>
    <ds:schemaRef ds:uri="http://purl.org/dc/terms/"/>
    <ds:schemaRef ds:uri="ec8bd930-cd0c-4aca-9160-878530177885"/>
    <ds:schemaRef ds:uri="http://purl.org/dc/dcmitype/"/>
    <ds:schemaRef ds:uri="http://schemas.microsoft.com/office/infopath/2007/PartnerControls"/>
    <ds:schemaRef ds:uri="http://schemas.microsoft.com/office/2006/documentManagement/types"/>
    <ds:schemaRef ds:uri="http://schemas.openxmlformats.org/package/2006/metadata/core-properties"/>
    <ds:schemaRef ds:uri="286c1645-1acd-49db-ac59-1edb787487ea"/>
    <ds:schemaRef ds:uri="http://www.w3.org/XML/1998/namespace"/>
  </ds:schemaRefs>
</ds:datastoreItem>
</file>

<file path=customXml/itemProps2.xml><?xml version="1.0" encoding="utf-8"?>
<ds:datastoreItem xmlns:ds="http://schemas.openxmlformats.org/officeDocument/2006/customXml" ds:itemID="{52B62B89-340A-4518-9BAC-8FC9A30DC31E}">
  <ds:schemaRefs>
    <ds:schemaRef ds:uri="http://schemas.microsoft.com/sharepoint/v3/contenttype/forms"/>
  </ds:schemaRefs>
</ds:datastoreItem>
</file>

<file path=customXml/itemProps3.xml><?xml version="1.0" encoding="utf-8"?>
<ds:datastoreItem xmlns:ds="http://schemas.openxmlformats.org/officeDocument/2006/customXml" ds:itemID="{20A6F86F-9E61-4CC2-BC6E-7F170AF48AF5}"/>
</file>

<file path=customXml/itemProps4.xml><?xml version="1.0" encoding="utf-8"?>
<ds:datastoreItem xmlns:ds="http://schemas.openxmlformats.org/officeDocument/2006/customXml" ds:itemID="{A23923D1-360B-4968-B87A-42B4FBDA3120}"/>
</file>

<file path=docProps/app.xml><?xml version="1.0" encoding="utf-8"?>
<Properties xmlns="http://schemas.openxmlformats.org/officeDocument/2006/extended-properties" xmlns:vt="http://schemas.openxmlformats.org/officeDocument/2006/docPropsVTypes">
  <TotalTime>1210</TotalTime>
  <Words>3171</Words>
  <Application>Microsoft Office PowerPoint</Application>
  <PresentationFormat>Personnalisé</PresentationFormat>
  <Paragraphs>689</Paragraphs>
  <Slides>28</Slides>
  <Notes>10</Notes>
  <HiddenSlides>0</HiddenSlides>
  <MMClips>0</MMClips>
  <ScaleCrop>false</ScaleCrop>
  <HeadingPairs>
    <vt:vector size="4" baseType="variant">
      <vt:variant>
        <vt:lpstr>Thème</vt:lpstr>
      </vt:variant>
      <vt:variant>
        <vt:i4>1</vt:i4>
      </vt:variant>
      <vt:variant>
        <vt:lpstr>Titres des diapositives</vt:lpstr>
      </vt:variant>
      <vt:variant>
        <vt:i4>28</vt:i4>
      </vt:variant>
    </vt:vector>
  </HeadingPairs>
  <TitlesOfParts>
    <vt:vector size="29" baseType="lpstr">
      <vt:lpstr>URSSAF-CN</vt:lpstr>
      <vt:lpstr>Projet de développement d’un outil de gestion des Astreintes et Heures supplémentaires / Complémentaires</vt:lpstr>
      <vt:lpstr>Sommaire</vt:lpstr>
      <vt:lpstr>1 – Contexte et objectifs</vt:lpstr>
      <vt:lpstr>Présentation PowerPoint</vt:lpstr>
      <vt:lpstr>2 - Les acteurs et rôles de chacun</vt:lpstr>
      <vt:lpstr>Présentation PowerPoint</vt:lpstr>
      <vt:lpstr>3 – Pilotage du projet</vt:lpstr>
      <vt:lpstr>Présentation PowerPoint</vt:lpstr>
      <vt:lpstr>4 – Réunions mensuelles de suivi du projet</vt:lpstr>
      <vt:lpstr>Présentation PowerPoint</vt:lpstr>
      <vt:lpstr>5 – Situation actuelle et solution cible du projet </vt:lpstr>
      <vt:lpstr>Présentation PowerPoint</vt:lpstr>
      <vt:lpstr>6 – Description du projet : leviers, SWOT, gains et coûts</vt:lpstr>
      <vt:lpstr>Présentation PowerPoint</vt:lpstr>
      <vt:lpstr>7 – Feuille de route du projet</vt:lpstr>
      <vt:lpstr>Présentation PowerPoint</vt:lpstr>
      <vt:lpstr>8 – Expression de besoin</vt:lpstr>
      <vt:lpstr>Présentation PowerPoint</vt:lpstr>
      <vt:lpstr>Processus de recette (VF)</vt:lpstr>
      <vt:lpstr>Processus de recette (VF)</vt:lpstr>
      <vt:lpstr>Processus de recette (VF)</vt:lpstr>
      <vt:lpstr>Processus de recette (VF)</vt:lpstr>
      <vt:lpstr>Processus de recette (VF)</vt:lpstr>
      <vt:lpstr>Processus de recette (VF)</vt:lpstr>
      <vt:lpstr>Processus de recette (VF)</vt:lpstr>
      <vt:lpstr>Processus de recette (VF)</vt:lpstr>
      <vt:lpstr>10 – Roadmap du projet (à la main de la MOE)</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PINGIOTORE Dalila (Acoss)</dc:creator>
  <cp:keywords/>
  <dc:description/>
  <cp:lastModifiedBy>PINGIOTORE Dalila (Acoss)</cp:lastModifiedBy>
  <cp:revision>15</cp:revision>
  <dcterms:modified xsi:type="dcterms:W3CDTF">2023-08-29T07:21:15Z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0x010100F9618E51892316408EBEDE7ADCCC48CC</vt:lpwstr>
  </property>
  <property fmtid="{D5CDD505-2E9C-101B-9397-08002B2CF9AE}" pid="3" name="Order">
    <vt:r8>43300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MediaServiceImageTags">
    <vt:lpwstr/>
  </property>
  <property fmtid="{D5CDD505-2E9C-101B-9397-08002B2CF9AE}" pid="13" name="_dlc_DocIdItemGuid">
    <vt:lpwstr>9d771e6c-9f08-4cf8-bb19-baece419147b</vt:lpwstr>
  </property>
</Properties>
</file>