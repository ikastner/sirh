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7" r:id="rId7"/>
    <p:sldId id="259"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EC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53E876-8579-4B31-B7E9-797ED5280272}" v="7" dt="2023-07-24T13:16:37.94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4660"/>
  </p:normalViewPr>
  <p:slideViewPr>
    <p:cSldViewPr snapToGrid="0">
      <p:cViewPr varScale="1">
        <p:scale>
          <a:sx n="102" d="100"/>
          <a:sy n="102" d="100"/>
        </p:scale>
        <p:origin x="108"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customXml" Target="../customXml/item4.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RB Patrick (Acoss)" userId="0569abcf-ac2a-4451-97bc-ae9b60c85aa6" providerId="ADAL" clId="{9F53E876-8579-4B31-B7E9-797ED5280272}"/>
    <pc:docChg chg="undo custSel modSld">
      <pc:chgData name="ZARB Patrick (Acoss)" userId="0569abcf-ac2a-4451-97bc-ae9b60c85aa6" providerId="ADAL" clId="{9F53E876-8579-4B31-B7E9-797ED5280272}" dt="2023-07-24T13:16:58.663" v="322" actId="14100"/>
      <pc:docMkLst>
        <pc:docMk/>
      </pc:docMkLst>
      <pc:sldChg chg="addSp delSp modSp mod">
        <pc:chgData name="ZARB Patrick (Acoss)" userId="0569abcf-ac2a-4451-97bc-ae9b60c85aa6" providerId="ADAL" clId="{9F53E876-8579-4B31-B7E9-797ED5280272}" dt="2023-07-24T13:16:58.663" v="322" actId="14100"/>
        <pc:sldMkLst>
          <pc:docMk/>
          <pc:sldMk cId="3394566614" sldId="256"/>
        </pc:sldMkLst>
        <pc:spChg chg="mod">
          <ac:chgData name="ZARB Patrick (Acoss)" userId="0569abcf-ac2a-4451-97bc-ae9b60c85aa6" providerId="ADAL" clId="{9F53E876-8579-4B31-B7E9-797ED5280272}" dt="2023-07-21T13:47:35.967" v="262" actId="1076"/>
          <ac:spMkLst>
            <pc:docMk/>
            <pc:sldMk cId="3394566614" sldId="256"/>
            <ac:spMk id="2" creationId="{7563B4F6-FC70-EAA6-2C45-799415D9A884}"/>
          </ac:spMkLst>
        </pc:spChg>
        <pc:spChg chg="mod">
          <ac:chgData name="ZARB Patrick (Acoss)" userId="0569abcf-ac2a-4451-97bc-ae9b60c85aa6" providerId="ADAL" clId="{9F53E876-8579-4B31-B7E9-797ED5280272}" dt="2023-07-21T13:47:48.855" v="266" actId="1076"/>
          <ac:spMkLst>
            <pc:docMk/>
            <pc:sldMk cId="3394566614" sldId="256"/>
            <ac:spMk id="3" creationId="{B7EE5E9F-B80E-58A2-58A2-C1B7FCB206E4}"/>
          </ac:spMkLst>
        </pc:spChg>
        <pc:spChg chg="mod">
          <ac:chgData name="ZARB Patrick (Acoss)" userId="0569abcf-ac2a-4451-97bc-ae9b60c85aa6" providerId="ADAL" clId="{9F53E876-8579-4B31-B7E9-797ED5280272}" dt="2023-07-21T13:47:23.951" v="259" actId="1076"/>
          <ac:spMkLst>
            <pc:docMk/>
            <pc:sldMk cId="3394566614" sldId="256"/>
            <ac:spMk id="4" creationId="{5C1442DB-EFD9-EEBE-4E45-671527CAE3B3}"/>
          </ac:spMkLst>
        </pc:spChg>
        <pc:spChg chg="mod">
          <ac:chgData name="ZARB Patrick (Acoss)" userId="0569abcf-ac2a-4451-97bc-ae9b60c85aa6" providerId="ADAL" clId="{9F53E876-8579-4B31-B7E9-797ED5280272}" dt="2023-07-24T13:15:46.787" v="301" actId="1035"/>
          <ac:spMkLst>
            <pc:docMk/>
            <pc:sldMk cId="3394566614" sldId="256"/>
            <ac:spMk id="6" creationId="{E4520B01-EBC7-8E4A-4C79-1EF218A23074}"/>
          </ac:spMkLst>
        </pc:spChg>
        <pc:spChg chg="mod">
          <ac:chgData name="ZARB Patrick (Acoss)" userId="0569abcf-ac2a-4451-97bc-ae9b60c85aa6" providerId="ADAL" clId="{9F53E876-8579-4B31-B7E9-797ED5280272}" dt="2023-07-21T13:47:32.636" v="261" actId="1076"/>
          <ac:spMkLst>
            <pc:docMk/>
            <pc:sldMk cId="3394566614" sldId="256"/>
            <ac:spMk id="7" creationId="{D3AE451D-ACFB-61B0-D4CC-216A5FFE2CC0}"/>
          </ac:spMkLst>
        </pc:spChg>
        <pc:spChg chg="mod">
          <ac:chgData name="ZARB Patrick (Acoss)" userId="0569abcf-ac2a-4451-97bc-ae9b60c85aa6" providerId="ADAL" clId="{9F53E876-8579-4B31-B7E9-797ED5280272}" dt="2023-07-21T13:47:45.693" v="265" actId="1076"/>
          <ac:spMkLst>
            <pc:docMk/>
            <pc:sldMk cId="3394566614" sldId="256"/>
            <ac:spMk id="8" creationId="{84E2E900-40D9-A07C-A9E1-A934CDD450EA}"/>
          </ac:spMkLst>
        </pc:spChg>
        <pc:spChg chg="add mod">
          <ac:chgData name="ZARB Patrick (Acoss)" userId="0569abcf-ac2a-4451-97bc-ae9b60c85aa6" providerId="ADAL" clId="{9F53E876-8579-4B31-B7E9-797ED5280272}" dt="2023-07-21T13:34:55.992" v="38" actId="2711"/>
          <ac:spMkLst>
            <pc:docMk/>
            <pc:sldMk cId="3394566614" sldId="256"/>
            <ac:spMk id="9" creationId="{7B7824E1-1FE0-F4EE-6B41-2CEDF0985F90}"/>
          </ac:spMkLst>
        </pc:spChg>
        <pc:spChg chg="add mod">
          <ac:chgData name="ZARB Patrick (Acoss)" userId="0569abcf-ac2a-4451-97bc-ae9b60c85aa6" providerId="ADAL" clId="{9F53E876-8579-4B31-B7E9-797ED5280272}" dt="2023-07-21T13:36:14.587" v="70" actId="5793"/>
          <ac:spMkLst>
            <pc:docMk/>
            <pc:sldMk cId="3394566614" sldId="256"/>
            <ac:spMk id="11" creationId="{252ACE73-F4F7-8C86-0548-E1A76429F0F1}"/>
          </ac:spMkLst>
        </pc:spChg>
        <pc:spChg chg="add mod">
          <ac:chgData name="ZARB Patrick (Acoss)" userId="0569abcf-ac2a-4451-97bc-ae9b60c85aa6" providerId="ADAL" clId="{9F53E876-8579-4B31-B7E9-797ED5280272}" dt="2023-07-24T13:15:31.941" v="286" actId="1035"/>
          <ac:spMkLst>
            <pc:docMk/>
            <pc:sldMk cId="3394566614" sldId="256"/>
            <ac:spMk id="13" creationId="{5BC2882F-F354-1047-FFFE-6DDBD29607FC}"/>
          </ac:spMkLst>
        </pc:spChg>
        <pc:spChg chg="add mod">
          <ac:chgData name="ZARB Patrick (Acoss)" userId="0569abcf-ac2a-4451-97bc-ae9b60c85aa6" providerId="ADAL" clId="{9F53E876-8579-4B31-B7E9-797ED5280272}" dt="2023-07-24T13:15:31.941" v="286" actId="1035"/>
          <ac:spMkLst>
            <pc:docMk/>
            <pc:sldMk cId="3394566614" sldId="256"/>
            <ac:spMk id="14" creationId="{A3955015-F918-58D0-14C9-CD9A33048AF7}"/>
          </ac:spMkLst>
        </pc:spChg>
        <pc:spChg chg="add mod">
          <ac:chgData name="ZARB Patrick (Acoss)" userId="0569abcf-ac2a-4451-97bc-ae9b60c85aa6" providerId="ADAL" clId="{9F53E876-8579-4B31-B7E9-797ED5280272}" dt="2023-07-24T13:16:42.776" v="321" actId="1076"/>
          <ac:spMkLst>
            <pc:docMk/>
            <pc:sldMk cId="3394566614" sldId="256"/>
            <ac:spMk id="15" creationId="{A88FEABA-F4BE-B613-BBBE-405C1CBC09E5}"/>
          </ac:spMkLst>
        </pc:spChg>
        <pc:spChg chg="mod">
          <ac:chgData name="ZARB Patrick (Acoss)" userId="0569abcf-ac2a-4451-97bc-ae9b60c85aa6" providerId="ADAL" clId="{9F53E876-8579-4B31-B7E9-797ED5280272}" dt="2023-07-24T13:15:31.941" v="286" actId="1035"/>
          <ac:spMkLst>
            <pc:docMk/>
            <pc:sldMk cId="3394566614" sldId="256"/>
            <ac:spMk id="24" creationId="{7A154167-7587-A09D-CE33-B65E59FB102D}"/>
          </ac:spMkLst>
        </pc:spChg>
        <pc:spChg chg="del mod">
          <ac:chgData name="ZARB Patrick (Acoss)" userId="0569abcf-ac2a-4451-97bc-ae9b60c85aa6" providerId="ADAL" clId="{9F53E876-8579-4B31-B7E9-797ED5280272}" dt="2023-07-21T13:47:04.900" v="256" actId="478"/>
          <ac:spMkLst>
            <pc:docMk/>
            <pc:sldMk cId="3394566614" sldId="256"/>
            <ac:spMk id="25" creationId="{68DEC66F-6EAF-3481-B24D-C0D6B9A0C26E}"/>
          </ac:spMkLst>
        </pc:spChg>
        <pc:spChg chg="del">
          <ac:chgData name="ZARB Patrick (Acoss)" userId="0569abcf-ac2a-4451-97bc-ae9b60c85aa6" providerId="ADAL" clId="{9F53E876-8579-4B31-B7E9-797ED5280272}" dt="2023-07-21T13:47:06.632" v="257" actId="478"/>
          <ac:spMkLst>
            <pc:docMk/>
            <pc:sldMk cId="3394566614" sldId="256"/>
            <ac:spMk id="26" creationId="{56F2217D-0BC5-CE6C-8C1A-05C4B17ED4CE}"/>
          </ac:spMkLst>
        </pc:spChg>
        <pc:spChg chg="mod">
          <ac:chgData name="ZARB Patrick (Acoss)" userId="0569abcf-ac2a-4451-97bc-ae9b60c85aa6" providerId="ADAL" clId="{9F53E876-8579-4B31-B7E9-797ED5280272}" dt="2023-07-24T13:15:58.982" v="317" actId="1035"/>
          <ac:spMkLst>
            <pc:docMk/>
            <pc:sldMk cId="3394566614" sldId="256"/>
            <ac:spMk id="27" creationId="{9B40EE92-112D-E8B2-B263-BB0EB55A9BB0}"/>
          </ac:spMkLst>
        </pc:spChg>
        <pc:spChg chg="del">
          <ac:chgData name="ZARB Patrick (Acoss)" userId="0569abcf-ac2a-4451-97bc-ae9b60c85aa6" providerId="ADAL" clId="{9F53E876-8579-4B31-B7E9-797ED5280272}" dt="2023-07-21T13:47:08.995" v="258" actId="478"/>
          <ac:spMkLst>
            <pc:docMk/>
            <pc:sldMk cId="3394566614" sldId="256"/>
            <ac:spMk id="28" creationId="{8EE1334C-4C57-178E-23EF-A336ED09132F}"/>
          </ac:spMkLst>
        </pc:spChg>
        <pc:spChg chg="mod">
          <ac:chgData name="ZARB Patrick (Acoss)" userId="0569abcf-ac2a-4451-97bc-ae9b60c85aa6" providerId="ADAL" clId="{9F53E876-8579-4B31-B7E9-797ED5280272}" dt="2023-07-21T13:47:39.015" v="263" actId="1076"/>
          <ac:spMkLst>
            <pc:docMk/>
            <pc:sldMk cId="3394566614" sldId="256"/>
            <ac:spMk id="29" creationId="{22D503BB-C1F4-10DF-AB19-9C523673DE7A}"/>
          </ac:spMkLst>
        </pc:spChg>
        <pc:spChg chg="mod">
          <ac:chgData name="ZARB Patrick (Acoss)" userId="0569abcf-ac2a-4451-97bc-ae9b60c85aa6" providerId="ADAL" clId="{9F53E876-8579-4B31-B7E9-797ED5280272}" dt="2023-07-24T13:16:18.569" v="319" actId="1076"/>
          <ac:spMkLst>
            <pc:docMk/>
            <pc:sldMk cId="3394566614" sldId="256"/>
            <ac:spMk id="30" creationId="{1FCB5F85-B3BB-1077-EC2D-ACD73E7C3838}"/>
          </ac:spMkLst>
        </pc:spChg>
        <pc:spChg chg="mod">
          <ac:chgData name="ZARB Patrick (Acoss)" userId="0569abcf-ac2a-4451-97bc-ae9b60c85aa6" providerId="ADAL" clId="{9F53E876-8579-4B31-B7E9-797ED5280272}" dt="2023-07-21T13:47:28.429" v="260" actId="1076"/>
          <ac:spMkLst>
            <pc:docMk/>
            <pc:sldMk cId="3394566614" sldId="256"/>
            <ac:spMk id="31" creationId="{5F01F9B1-C7E9-1803-6AAC-6AB84BC5676C}"/>
          </ac:spMkLst>
        </pc:spChg>
        <pc:spChg chg="mod">
          <ac:chgData name="ZARB Patrick (Acoss)" userId="0569abcf-ac2a-4451-97bc-ae9b60c85aa6" providerId="ADAL" clId="{9F53E876-8579-4B31-B7E9-797ED5280272}" dt="2023-07-21T13:47:42.099" v="264" actId="1076"/>
          <ac:spMkLst>
            <pc:docMk/>
            <pc:sldMk cId="3394566614" sldId="256"/>
            <ac:spMk id="32" creationId="{BEAFD91C-0DF0-F693-A9A8-D5E260A91B62}"/>
          </ac:spMkLst>
        </pc:spChg>
        <pc:spChg chg="mod">
          <ac:chgData name="ZARB Patrick (Acoss)" userId="0569abcf-ac2a-4451-97bc-ae9b60c85aa6" providerId="ADAL" clId="{9F53E876-8579-4B31-B7E9-797ED5280272}" dt="2023-07-21T13:35:48.198" v="57"/>
          <ac:spMkLst>
            <pc:docMk/>
            <pc:sldMk cId="3394566614" sldId="256"/>
            <ac:spMk id="37" creationId="{2CD902F6-558A-60AA-84A5-67C0B0B409A6}"/>
          </ac:spMkLst>
        </pc:spChg>
        <pc:spChg chg="mod">
          <ac:chgData name="ZARB Patrick (Acoss)" userId="0569abcf-ac2a-4451-97bc-ae9b60c85aa6" providerId="ADAL" clId="{9F53E876-8579-4B31-B7E9-797ED5280272}" dt="2023-07-21T13:41:09.785" v="152" actId="1076"/>
          <ac:spMkLst>
            <pc:docMk/>
            <pc:sldMk cId="3394566614" sldId="256"/>
            <ac:spMk id="41" creationId="{45DAF6DD-C4EA-00DC-3131-BC43B6EF350A}"/>
          </ac:spMkLst>
        </pc:spChg>
        <pc:picChg chg="mod modCrop">
          <ac:chgData name="ZARB Patrick (Acoss)" userId="0569abcf-ac2a-4451-97bc-ae9b60c85aa6" providerId="ADAL" clId="{9F53E876-8579-4B31-B7E9-797ED5280272}" dt="2023-07-21T13:34:04.131" v="32" actId="14100"/>
          <ac:picMkLst>
            <pc:docMk/>
            <pc:sldMk cId="3394566614" sldId="256"/>
            <ac:picMk id="5" creationId="{3A3B4900-111E-A077-1F16-30BC9CBB941A}"/>
          </ac:picMkLst>
        </pc:picChg>
        <pc:picChg chg="add mod modCrop">
          <ac:chgData name="ZARB Patrick (Acoss)" userId="0569abcf-ac2a-4451-97bc-ae9b60c85aa6" providerId="ADAL" clId="{9F53E876-8579-4B31-B7E9-797ED5280272}" dt="2023-07-21T13:35:11.260" v="55" actId="1035"/>
          <ac:picMkLst>
            <pc:docMk/>
            <pc:sldMk cId="3394566614" sldId="256"/>
            <ac:picMk id="10" creationId="{50159EA8-79D0-3397-D075-879CED6DA4B8}"/>
          </ac:picMkLst>
        </pc:picChg>
        <pc:picChg chg="add mod">
          <ac:chgData name="ZARB Patrick (Acoss)" userId="0569abcf-ac2a-4451-97bc-ae9b60c85aa6" providerId="ADAL" clId="{9F53E876-8579-4B31-B7E9-797ED5280272}" dt="2023-07-21T13:36:34.892" v="72" actId="1076"/>
          <ac:picMkLst>
            <pc:docMk/>
            <pc:sldMk cId="3394566614" sldId="256"/>
            <ac:picMk id="12" creationId="{605C7283-AB86-E206-ECF4-405D250DBA70}"/>
          </ac:picMkLst>
        </pc:picChg>
        <pc:picChg chg="del">
          <ac:chgData name="ZARB Patrick (Acoss)" userId="0569abcf-ac2a-4451-97bc-ae9b60c85aa6" providerId="ADAL" clId="{9F53E876-8579-4B31-B7E9-797ED5280272}" dt="2023-07-21T13:29:16.792" v="2" actId="478"/>
          <ac:picMkLst>
            <pc:docMk/>
            <pc:sldMk cId="3394566614" sldId="256"/>
            <ac:picMk id="15" creationId="{A1DA74F5-FCF2-37A5-477E-532CF8DA0F66}"/>
          </ac:picMkLst>
        </pc:picChg>
        <pc:picChg chg="add mod ord">
          <ac:chgData name="ZARB Patrick (Acoss)" userId="0569abcf-ac2a-4451-97bc-ae9b60c85aa6" providerId="ADAL" clId="{9F53E876-8579-4B31-B7E9-797ED5280272}" dt="2023-07-24T13:15:58.982" v="317" actId="1035"/>
          <ac:picMkLst>
            <pc:docMk/>
            <pc:sldMk cId="3394566614" sldId="256"/>
            <ac:picMk id="16" creationId="{BBC5C7F7-56F9-DC96-C84F-AAA28D1FE159}"/>
          </ac:picMkLst>
        </pc:picChg>
        <pc:picChg chg="add mod">
          <ac:chgData name="ZARB Patrick (Acoss)" userId="0569abcf-ac2a-4451-97bc-ae9b60c85aa6" providerId="ADAL" clId="{9F53E876-8579-4B31-B7E9-797ED5280272}" dt="2023-07-24T13:16:58.663" v="322" actId="14100"/>
          <ac:picMkLst>
            <pc:docMk/>
            <pc:sldMk cId="3394566614" sldId="256"/>
            <ac:picMk id="18" creationId="{0D4736B3-ABB6-FC0C-7D2E-F33DC6A22FA6}"/>
          </ac:picMkLst>
        </pc:picChg>
        <pc:picChg chg="del">
          <ac:chgData name="ZARB Patrick (Acoss)" userId="0569abcf-ac2a-4451-97bc-ae9b60c85aa6" providerId="ADAL" clId="{9F53E876-8579-4B31-B7E9-797ED5280272}" dt="2023-07-21T13:29:10.550" v="0" actId="478"/>
          <ac:picMkLst>
            <pc:docMk/>
            <pc:sldMk cId="3394566614" sldId="256"/>
            <ac:picMk id="19" creationId="{DE1C2411-CCC2-B792-3537-175155B8CB2C}"/>
          </ac:picMkLst>
        </pc:picChg>
        <pc:picChg chg="mod">
          <ac:chgData name="ZARB Patrick (Acoss)" userId="0569abcf-ac2a-4451-97bc-ae9b60c85aa6" providerId="ADAL" clId="{9F53E876-8579-4B31-B7E9-797ED5280272}" dt="2023-07-24T13:15:31.941" v="286" actId="1035"/>
          <ac:picMkLst>
            <pc:docMk/>
            <pc:sldMk cId="3394566614" sldId="256"/>
            <ac:picMk id="21" creationId="{F1ECF974-98C7-3FE2-8131-10926E14E915}"/>
          </ac:picMkLst>
        </pc:picChg>
        <pc:picChg chg="mod">
          <ac:chgData name="ZARB Patrick (Acoss)" userId="0569abcf-ac2a-4451-97bc-ae9b60c85aa6" providerId="ADAL" clId="{9F53E876-8579-4B31-B7E9-797ED5280272}" dt="2023-07-21T13:44:42.557" v="208" actId="1076"/>
          <ac:picMkLst>
            <pc:docMk/>
            <pc:sldMk cId="3394566614" sldId="256"/>
            <ac:picMk id="38" creationId="{76AA055E-FF84-0D99-2574-BFF885AE3C66}"/>
          </ac:picMkLst>
        </pc:picChg>
        <pc:picChg chg="mod">
          <ac:chgData name="ZARB Patrick (Acoss)" userId="0569abcf-ac2a-4451-97bc-ae9b60c85aa6" providerId="ADAL" clId="{9F53E876-8579-4B31-B7E9-797ED5280272}" dt="2023-07-21T13:42:13.688" v="180" actId="1076"/>
          <ac:picMkLst>
            <pc:docMk/>
            <pc:sldMk cId="3394566614" sldId="256"/>
            <ac:picMk id="43" creationId="{3571153F-6996-9497-E03B-AC317B59A14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D0C82F-D9A1-2225-4521-CA891BFAE61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B41FC0D-AE83-3068-B61B-5B15582A73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AC65AE4-5133-D774-C81C-17E98AF1CCD9}"/>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5" name="Espace réservé du pied de page 4">
            <a:extLst>
              <a:ext uri="{FF2B5EF4-FFF2-40B4-BE49-F238E27FC236}">
                <a16:creationId xmlns:a16="http://schemas.microsoft.com/office/drawing/2014/main" id="{96B54F9D-C8D6-C257-10DE-5E6EDBB3D40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F5A4FFF-2ACD-3442-422A-27930F48EF8E}"/>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332694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E8A38B-22C5-4647-E3BA-F8852C2C0F5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CA565BC-86FF-754C-2321-9BA78DDAC83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D202D07-A892-C4BE-96FD-CD2AC25D4C9B}"/>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5" name="Espace réservé du pied de page 4">
            <a:extLst>
              <a:ext uri="{FF2B5EF4-FFF2-40B4-BE49-F238E27FC236}">
                <a16:creationId xmlns:a16="http://schemas.microsoft.com/office/drawing/2014/main" id="{EF794696-99CB-9C74-57DE-CAE63A0FD28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2C5F69A-C49A-8F2A-E8D4-B664DF5E2BDD}"/>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1107582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DBC504-C574-6D47-9064-0DDF40B5215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836D686-8EC3-5F89-68CF-C4C9C2B22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9FEF049-4E17-7C5F-2E74-17457DD24ADE}"/>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5" name="Espace réservé du pied de page 4">
            <a:extLst>
              <a:ext uri="{FF2B5EF4-FFF2-40B4-BE49-F238E27FC236}">
                <a16:creationId xmlns:a16="http://schemas.microsoft.com/office/drawing/2014/main" id="{2120373F-0886-A616-014A-ADDFF05C734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E4E6F81-D9F0-9FA3-C431-2CDBCA51A9DB}"/>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3062728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7667B-FD1C-5312-6CA0-BDC2647F368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B8830E2-0388-570A-E0DF-F95FCDD6EA9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A262363-7479-20EA-B39D-A67ECF70B44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FF057EB-EDC2-17E8-8562-D57FDDD76582}"/>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6" name="Espace réservé du pied de page 5">
            <a:extLst>
              <a:ext uri="{FF2B5EF4-FFF2-40B4-BE49-F238E27FC236}">
                <a16:creationId xmlns:a16="http://schemas.microsoft.com/office/drawing/2014/main" id="{FF4763D3-74D5-0339-24B2-89A38930B2D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FADEC9E-87AC-4FAE-51F8-7BC188949161}"/>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197003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483E20-15ED-B9D5-2264-D663F50AF2D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021704F-4296-EEBA-0CCC-EEDD9A5E94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2B38FE2-1D37-D6AA-F33C-88AB0B6F777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79E4B5C-3BAD-33C3-844B-04A3718399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850D39E-1E09-B469-965C-7E1CB5778D2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FF9B1B4-E7DC-38D4-AC39-7EFE1D52162D}"/>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8" name="Espace réservé du pied de page 7">
            <a:extLst>
              <a:ext uri="{FF2B5EF4-FFF2-40B4-BE49-F238E27FC236}">
                <a16:creationId xmlns:a16="http://schemas.microsoft.com/office/drawing/2014/main" id="{396B8D05-957F-1ECD-C681-F14599C6748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184D245-B650-847B-E94C-568FDBEA3008}"/>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392079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98BBAA-2649-F924-96BC-AC8C3054EEE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4E5F3F3-FC63-DAC8-EBEA-9FD6D385A672}"/>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4" name="Espace réservé du pied de page 3">
            <a:extLst>
              <a:ext uri="{FF2B5EF4-FFF2-40B4-BE49-F238E27FC236}">
                <a16:creationId xmlns:a16="http://schemas.microsoft.com/office/drawing/2014/main" id="{1293921B-DDAA-0EC9-4FF4-4F59CB7C290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0F455A9-349C-49AD-62B1-D30204EC7FEF}"/>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1966303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DED923A-EF9C-2356-0140-36AC52B1445B}"/>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3" name="Espace réservé du pied de page 2">
            <a:extLst>
              <a:ext uri="{FF2B5EF4-FFF2-40B4-BE49-F238E27FC236}">
                <a16:creationId xmlns:a16="http://schemas.microsoft.com/office/drawing/2014/main" id="{D44D2173-73C8-A014-4BA9-55DAD601213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B7E77F1-344D-183F-395A-F4944C056B00}"/>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1617683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69D573-AB37-E787-6AEF-5A294103F53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AD97EF2-282A-6537-E719-66A47FEB67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B6740AA-7D84-E66A-FFC7-965B3BE9A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C646105-9B33-93BD-4562-F0C8BFAC18B5}"/>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6" name="Espace réservé du pied de page 5">
            <a:extLst>
              <a:ext uri="{FF2B5EF4-FFF2-40B4-BE49-F238E27FC236}">
                <a16:creationId xmlns:a16="http://schemas.microsoft.com/office/drawing/2014/main" id="{80BBC639-E9B3-8A58-E5F1-A6B5A103BA2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296DD88-1275-28F9-B893-2D38DE4F2367}"/>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3888661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8300AE-1309-67F9-A41D-331574E083B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3534553-3977-26B9-5803-3105A4EDD9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5D6C392-EB0D-0A4D-6A76-938D6152BD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19CA33C-A950-A9E1-CAC3-940A5AB4269B}"/>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6" name="Espace réservé du pied de page 5">
            <a:extLst>
              <a:ext uri="{FF2B5EF4-FFF2-40B4-BE49-F238E27FC236}">
                <a16:creationId xmlns:a16="http://schemas.microsoft.com/office/drawing/2014/main" id="{1B0A73AE-5EBF-BF98-B4AA-458844B41E7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11DA71A-B357-66AC-0786-88A56E31BC89}"/>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65100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612A24-F247-7A0F-DE32-E474F6B15E7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90B84E5-0FB2-106A-D3E5-9AA769E0CED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5818C05-AE94-765D-EFD5-BA85B00A7BB1}"/>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5" name="Espace réservé du pied de page 4">
            <a:extLst>
              <a:ext uri="{FF2B5EF4-FFF2-40B4-BE49-F238E27FC236}">
                <a16:creationId xmlns:a16="http://schemas.microsoft.com/office/drawing/2014/main" id="{17E54F09-D064-61EE-1562-A6A8422A5D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AD79BCB-4FCE-F1BE-B601-953C68A68A0A}"/>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393804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EB81D00-F183-8639-BB0E-6EC441E4A742}"/>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8DE03C8-5742-B9D1-9791-21AC510A815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F8DDB3-864E-010F-655E-0040D3A7DCE2}"/>
              </a:ext>
            </a:extLst>
          </p:cNvPr>
          <p:cNvSpPr>
            <a:spLocks noGrp="1"/>
          </p:cNvSpPr>
          <p:nvPr>
            <p:ph type="dt" sz="half" idx="10"/>
          </p:nvPr>
        </p:nvSpPr>
        <p:spPr/>
        <p:txBody>
          <a:bodyPr/>
          <a:lstStyle/>
          <a:p>
            <a:fld id="{0EE27C73-129D-465A-8180-EF3A8831BFB0}" type="datetimeFigureOut">
              <a:rPr lang="fr-FR" smtClean="0"/>
              <a:t>24/07/2023</a:t>
            </a:fld>
            <a:endParaRPr lang="fr-FR"/>
          </a:p>
        </p:txBody>
      </p:sp>
      <p:sp>
        <p:nvSpPr>
          <p:cNvPr id="5" name="Espace réservé du pied de page 4">
            <a:extLst>
              <a:ext uri="{FF2B5EF4-FFF2-40B4-BE49-F238E27FC236}">
                <a16:creationId xmlns:a16="http://schemas.microsoft.com/office/drawing/2014/main" id="{5A8C1772-0CF2-678F-D0C7-4F22ECFF48E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2D8AB8A-B704-D3FC-587F-051ECC061AA1}"/>
              </a:ext>
            </a:extLst>
          </p:cNvPr>
          <p:cNvSpPr>
            <a:spLocks noGrp="1"/>
          </p:cNvSpPr>
          <p:nvPr>
            <p:ph type="sldNum" sz="quarter" idx="12"/>
          </p:nvPr>
        </p:nvSpPr>
        <p:spPr/>
        <p:txBody>
          <a:bodyPr/>
          <a:lstStyle/>
          <a:p>
            <a:fld id="{AA6692C3-3EB3-40C7-A27B-7C11BB8CF064}" type="slidenum">
              <a:rPr lang="fr-FR" smtClean="0"/>
              <a:t>‹N°›</a:t>
            </a:fld>
            <a:endParaRPr lang="fr-FR"/>
          </a:p>
        </p:txBody>
      </p:sp>
    </p:spTree>
    <p:extLst>
      <p:ext uri="{BB962C8B-B14F-4D97-AF65-F5344CB8AC3E}">
        <p14:creationId xmlns:p14="http://schemas.microsoft.com/office/powerpoint/2010/main" val="2056981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DF323C7-921B-9D55-6014-EE5BD831BC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D0F7AE8-01BE-B77C-DFD4-BDF7E7649F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7CD981-5C96-6548-CE89-C2914F84AC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27C73-129D-465A-8180-EF3A8831BFB0}" type="datetimeFigureOut">
              <a:rPr lang="fr-FR" smtClean="0"/>
              <a:t>24/07/2023</a:t>
            </a:fld>
            <a:endParaRPr lang="fr-FR"/>
          </a:p>
        </p:txBody>
      </p:sp>
      <p:sp>
        <p:nvSpPr>
          <p:cNvPr id="5" name="Espace réservé du pied de page 4">
            <a:extLst>
              <a:ext uri="{FF2B5EF4-FFF2-40B4-BE49-F238E27FC236}">
                <a16:creationId xmlns:a16="http://schemas.microsoft.com/office/drawing/2014/main" id="{663AF0B5-3FC9-B6DD-C631-794FF6E146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4124184-B803-1EC8-6825-27198AC011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6692C3-3EB3-40C7-A27B-7C11BB8CF064}" type="slidenum">
              <a:rPr lang="fr-FR" smtClean="0"/>
              <a:t>‹N°›</a:t>
            </a:fld>
            <a:endParaRPr lang="fr-FR"/>
          </a:p>
        </p:txBody>
      </p:sp>
    </p:spTree>
    <p:extLst>
      <p:ext uri="{BB962C8B-B14F-4D97-AF65-F5344CB8AC3E}">
        <p14:creationId xmlns:p14="http://schemas.microsoft.com/office/powerpoint/2010/main" val="3931237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BBC5C7F7-56F9-DC96-C84F-AAA28D1FE159}"/>
              </a:ext>
            </a:extLst>
          </p:cNvPr>
          <p:cNvPicPr>
            <a:picLocks noChangeAspect="1"/>
          </p:cNvPicPr>
          <p:nvPr/>
        </p:nvPicPr>
        <p:blipFill>
          <a:blip r:embed="rId2"/>
          <a:stretch>
            <a:fillRect/>
          </a:stretch>
        </p:blipFill>
        <p:spPr>
          <a:xfrm>
            <a:off x="0" y="3356961"/>
            <a:ext cx="12192000" cy="356883"/>
          </a:xfrm>
          <a:prstGeom prst="rect">
            <a:avLst/>
          </a:prstGeom>
        </p:spPr>
      </p:pic>
      <p:pic>
        <p:nvPicPr>
          <p:cNvPr id="38" name="Image 37">
            <a:extLst>
              <a:ext uri="{FF2B5EF4-FFF2-40B4-BE49-F238E27FC236}">
                <a16:creationId xmlns:a16="http://schemas.microsoft.com/office/drawing/2014/main" id="{76AA055E-FF84-0D99-2574-BFF885AE3C66}"/>
              </a:ext>
            </a:extLst>
          </p:cNvPr>
          <p:cNvPicPr>
            <a:picLocks noChangeAspect="1"/>
          </p:cNvPicPr>
          <p:nvPr/>
        </p:nvPicPr>
        <p:blipFill>
          <a:blip r:embed="rId2"/>
          <a:stretch>
            <a:fillRect/>
          </a:stretch>
        </p:blipFill>
        <p:spPr>
          <a:xfrm>
            <a:off x="-56561" y="5552007"/>
            <a:ext cx="12191999" cy="1356570"/>
          </a:xfrm>
          <a:prstGeom prst="rect">
            <a:avLst/>
          </a:prstGeom>
        </p:spPr>
      </p:pic>
      <p:pic>
        <p:nvPicPr>
          <p:cNvPr id="5" name="Image 4">
            <a:extLst>
              <a:ext uri="{FF2B5EF4-FFF2-40B4-BE49-F238E27FC236}">
                <a16:creationId xmlns:a16="http://schemas.microsoft.com/office/drawing/2014/main" id="{3A3B4900-111E-A077-1F16-30BC9CBB941A}"/>
              </a:ext>
            </a:extLst>
          </p:cNvPr>
          <p:cNvPicPr>
            <a:picLocks noChangeAspect="1"/>
          </p:cNvPicPr>
          <p:nvPr/>
        </p:nvPicPr>
        <p:blipFill rotWithShape="1">
          <a:blip r:embed="rId3"/>
          <a:srcRect b="69435"/>
          <a:stretch/>
        </p:blipFill>
        <p:spPr>
          <a:xfrm>
            <a:off x="0" y="1"/>
            <a:ext cx="12192000" cy="808623"/>
          </a:xfrm>
          <a:prstGeom prst="rect">
            <a:avLst/>
          </a:prstGeom>
        </p:spPr>
      </p:pic>
      <p:sp>
        <p:nvSpPr>
          <p:cNvPr id="6" name="ZoneTexte 5">
            <a:extLst>
              <a:ext uri="{FF2B5EF4-FFF2-40B4-BE49-F238E27FC236}">
                <a16:creationId xmlns:a16="http://schemas.microsoft.com/office/drawing/2014/main" id="{E4520B01-EBC7-8E4A-4C79-1EF218A23074}"/>
              </a:ext>
            </a:extLst>
          </p:cNvPr>
          <p:cNvSpPr txBox="1"/>
          <p:nvPr/>
        </p:nvSpPr>
        <p:spPr>
          <a:xfrm>
            <a:off x="147473" y="3063466"/>
            <a:ext cx="2991653" cy="276999"/>
          </a:xfrm>
          <a:prstGeom prst="rect">
            <a:avLst/>
          </a:prstGeom>
          <a:noFill/>
        </p:spPr>
        <p:txBody>
          <a:bodyPr wrap="square" rtlCol="0">
            <a:spAutoFit/>
          </a:bodyPr>
          <a:lstStyle/>
          <a:p>
            <a:r>
              <a:rPr lang="fr-FR" sz="1200" dirty="0"/>
              <a:t>Objet de la demande : </a:t>
            </a:r>
          </a:p>
        </p:txBody>
      </p:sp>
      <p:pic>
        <p:nvPicPr>
          <p:cNvPr id="21" name="Image 20">
            <a:extLst>
              <a:ext uri="{FF2B5EF4-FFF2-40B4-BE49-F238E27FC236}">
                <a16:creationId xmlns:a16="http://schemas.microsoft.com/office/drawing/2014/main" id="{F1ECF974-98C7-3FE2-8131-10926E14E915}"/>
              </a:ext>
            </a:extLst>
          </p:cNvPr>
          <p:cNvPicPr>
            <a:picLocks noChangeAspect="1"/>
          </p:cNvPicPr>
          <p:nvPr/>
        </p:nvPicPr>
        <p:blipFill>
          <a:blip r:embed="rId2"/>
          <a:stretch>
            <a:fillRect/>
          </a:stretch>
        </p:blipFill>
        <p:spPr>
          <a:xfrm>
            <a:off x="0" y="2630212"/>
            <a:ext cx="12192000" cy="416549"/>
          </a:xfrm>
          <a:prstGeom prst="rect">
            <a:avLst/>
          </a:prstGeom>
        </p:spPr>
      </p:pic>
      <p:sp>
        <p:nvSpPr>
          <p:cNvPr id="24" name="ZoneTexte 23">
            <a:extLst>
              <a:ext uri="{FF2B5EF4-FFF2-40B4-BE49-F238E27FC236}">
                <a16:creationId xmlns:a16="http://schemas.microsoft.com/office/drawing/2014/main" id="{7A154167-7587-A09D-CE33-B65E59FB102D}"/>
              </a:ext>
            </a:extLst>
          </p:cNvPr>
          <p:cNvSpPr txBox="1"/>
          <p:nvPr/>
        </p:nvSpPr>
        <p:spPr>
          <a:xfrm>
            <a:off x="147473" y="2662218"/>
            <a:ext cx="2774836" cy="276999"/>
          </a:xfrm>
          <a:prstGeom prst="rect">
            <a:avLst/>
          </a:prstGeom>
          <a:noFill/>
        </p:spPr>
        <p:txBody>
          <a:bodyPr wrap="square" rtlCol="0">
            <a:spAutoFit/>
          </a:bodyPr>
          <a:lstStyle/>
          <a:p>
            <a:r>
              <a:rPr lang="fr-FR" sz="1200" dirty="0">
                <a:effectLst/>
                <a:latin typeface="Calibri" panose="020F0502020204030204" pitchFamily="34" charset="0"/>
                <a:ea typeface="Calibri" panose="020F0502020204030204" pitchFamily="34" charset="0"/>
              </a:rPr>
              <a:t>Intervention planifiée </a:t>
            </a:r>
            <a:r>
              <a:rPr lang="fr-FR" sz="1200" dirty="0"/>
              <a:t>: ( </a:t>
            </a:r>
            <a:r>
              <a:rPr lang="fr-FR" sz="1200" dirty="0">
                <a:solidFill>
                  <a:schemeClr val="tx2">
                    <a:lumMod val="60000"/>
                    <a:lumOff val="40000"/>
                  </a:schemeClr>
                </a:solidFill>
              </a:rPr>
              <a:t>Oui</a:t>
            </a:r>
            <a:r>
              <a:rPr lang="fr-FR" sz="1200" dirty="0"/>
              <a:t>/Non ) </a:t>
            </a:r>
          </a:p>
        </p:txBody>
      </p:sp>
      <p:sp>
        <p:nvSpPr>
          <p:cNvPr id="27" name="ZoneTexte 26">
            <a:extLst>
              <a:ext uri="{FF2B5EF4-FFF2-40B4-BE49-F238E27FC236}">
                <a16:creationId xmlns:a16="http://schemas.microsoft.com/office/drawing/2014/main" id="{9B40EE92-112D-E8B2-B263-BB0EB55A9BB0}"/>
              </a:ext>
            </a:extLst>
          </p:cNvPr>
          <p:cNvSpPr txBox="1"/>
          <p:nvPr/>
        </p:nvSpPr>
        <p:spPr>
          <a:xfrm>
            <a:off x="147473" y="3369906"/>
            <a:ext cx="3004009" cy="276999"/>
          </a:xfrm>
          <a:prstGeom prst="rect">
            <a:avLst/>
          </a:prstGeom>
          <a:noFill/>
        </p:spPr>
        <p:txBody>
          <a:bodyPr wrap="square" rtlCol="0">
            <a:spAutoFit/>
          </a:bodyPr>
          <a:lstStyle/>
          <a:p>
            <a:r>
              <a:rPr lang="fr-FR" sz="1200" dirty="0"/>
              <a:t>Motif de la demande: </a:t>
            </a:r>
          </a:p>
        </p:txBody>
      </p:sp>
      <p:sp>
        <p:nvSpPr>
          <p:cNvPr id="29" name="ZoneTexte 28">
            <a:extLst>
              <a:ext uri="{FF2B5EF4-FFF2-40B4-BE49-F238E27FC236}">
                <a16:creationId xmlns:a16="http://schemas.microsoft.com/office/drawing/2014/main" id="{22D503BB-C1F4-10DF-AB19-9C523673DE7A}"/>
              </a:ext>
            </a:extLst>
          </p:cNvPr>
          <p:cNvSpPr txBox="1"/>
          <p:nvPr/>
        </p:nvSpPr>
        <p:spPr>
          <a:xfrm>
            <a:off x="8851178" y="5840226"/>
            <a:ext cx="3102990" cy="276999"/>
          </a:xfrm>
          <a:prstGeom prst="rect">
            <a:avLst/>
          </a:prstGeom>
          <a:noFill/>
        </p:spPr>
        <p:txBody>
          <a:bodyPr wrap="square" rtlCol="0">
            <a:spAutoFit/>
          </a:bodyPr>
          <a:lstStyle/>
          <a:p>
            <a:r>
              <a:rPr lang="fr-FR" sz="1200" dirty="0"/>
              <a:t>Montant TTC ** : </a:t>
            </a:r>
          </a:p>
        </p:txBody>
      </p:sp>
      <p:sp>
        <p:nvSpPr>
          <p:cNvPr id="30" name="ZoneTexte 29">
            <a:extLst>
              <a:ext uri="{FF2B5EF4-FFF2-40B4-BE49-F238E27FC236}">
                <a16:creationId xmlns:a16="http://schemas.microsoft.com/office/drawing/2014/main" id="{1FCB5F85-B3BB-1077-EC2D-ACD73E7C3838}"/>
              </a:ext>
            </a:extLst>
          </p:cNvPr>
          <p:cNvSpPr txBox="1"/>
          <p:nvPr/>
        </p:nvSpPr>
        <p:spPr>
          <a:xfrm>
            <a:off x="86856" y="4471013"/>
            <a:ext cx="3004009" cy="276999"/>
          </a:xfrm>
          <a:prstGeom prst="rect">
            <a:avLst/>
          </a:prstGeom>
          <a:noFill/>
        </p:spPr>
        <p:txBody>
          <a:bodyPr wrap="square" rtlCol="0">
            <a:spAutoFit/>
          </a:bodyPr>
          <a:lstStyle/>
          <a:p>
            <a:r>
              <a:rPr lang="fr-FR" sz="1200" dirty="0"/>
              <a:t>Nom prénom agent: </a:t>
            </a:r>
          </a:p>
        </p:txBody>
      </p:sp>
      <p:sp>
        <p:nvSpPr>
          <p:cNvPr id="31" name="ZoneTexte 30">
            <a:extLst>
              <a:ext uri="{FF2B5EF4-FFF2-40B4-BE49-F238E27FC236}">
                <a16:creationId xmlns:a16="http://schemas.microsoft.com/office/drawing/2014/main" id="{5F01F9B1-C7E9-1803-6AAC-6AB84BC5676C}"/>
              </a:ext>
            </a:extLst>
          </p:cNvPr>
          <p:cNvSpPr txBox="1"/>
          <p:nvPr/>
        </p:nvSpPr>
        <p:spPr>
          <a:xfrm>
            <a:off x="948176" y="5887013"/>
            <a:ext cx="5147822" cy="276999"/>
          </a:xfrm>
          <a:prstGeom prst="rect">
            <a:avLst/>
          </a:prstGeom>
          <a:noFill/>
        </p:spPr>
        <p:txBody>
          <a:bodyPr wrap="square" rtlCol="0">
            <a:spAutoFit/>
          </a:bodyPr>
          <a:lstStyle/>
          <a:p>
            <a:r>
              <a:rPr lang="fr-FR" sz="1200" dirty="0"/>
              <a:t>Type d’équipement* : * ( liste déroulante )</a:t>
            </a:r>
          </a:p>
        </p:txBody>
      </p:sp>
      <p:sp>
        <p:nvSpPr>
          <p:cNvPr id="32" name="ZoneTexte 31">
            <a:extLst>
              <a:ext uri="{FF2B5EF4-FFF2-40B4-BE49-F238E27FC236}">
                <a16:creationId xmlns:a16="http://schemas.microsoft.com/office/drawing/2014/main" id="{BEAFD91C-0DF0-F693-A9A8-D5E260A91B62}"/>
              </a:ext>
            </a:extLst>
          </p:cNvPr>
          <p:cNvSpPr txBox="1"/>
          <p:nvPr/>
        </p:nvSpPr>
        <p:spPr>
          <a:xfrm>
            <a:off x="7840959" y="5886818"/>
            <a:ext cx="3102990" cy="276999"/>
          </a:xfrm>
          <a:prstGeom prst="rect">
            <a:avLst/>
          </a:prstGeom>
          <a:noFill/>
        </p:spPr>
        <p:txBody>
          <a:bodyPr wrap="square" rtlCol="0">
            <a:spAutoFit/>
          </a:bodyPr>
          <a:lstStyle/>
          <a:p>
            <a:r>
              <a:rPr lang="fr-FR" sz="1200" dirty="0"/>
              <a:t>Montant TTC ** : </a:t>
            </a:r>
          </a:p>
        </p:txBody>
      </p:sp>
      <p:sp>
        <p:nvSpPr>
          <p:cNvPr id="37" name="ZoneTexte 36">
            <a:extLst>
              <a:ext uri="{FF2B5EF4-FFF2-40B4-BE49-F238E27FC236}">
                <a16:creationId xmlns:a16="http://schemas.microsoft.com/office/drawing/2014/main" id="{2CD902F6-558A-60AA-84A5-67C0B0B409A6}"/>
              </a:ext>
            </a:extLst>
          </p:cNvPr>
          <p:cNvSpPr txBox="1"/>
          <p:nvPr/>
        </p:nvSpPr>
        <p:spPr>
          <a:xfrm>
            <a:off x="410062" y="5647615"/>
            <a:ext cx="1548116" cy="338554"/>
          </a:xfrm>
          <a:prstGeom prst="rect">
            <a:avLst/>
          </a:prstGeom>
          <a:noFill/>
        </p:spPr>
        <p:txBody>
          <a:bodyPr wrap="none" rtlCol="0">
            <a:spAutoFit/>
          </a:bodyPr>
          <a:lstStyle/>
          <a:p>
            <a:r>
              <a:rPr lang="fr-FR" sz="1600" dirty="0"/>
              <a:t>Commentaires : </a:t>
            </a:r>
          </a:p>
        </p:txBody>
      </p:sp>
      <p:pic>
        <p:nvPicPr>
          <p:cNvPr id="39" name="Image 38">
            <a:extLst>
              <a:ext uri="{FF2B5EF4-FFF2-40B4-BE49-F238E27FC236}">
                <a16:creationId xmlns:a16="http://schemas.microsoft.com/office/drawing/2014/main" id="{1A862B95-96DD-181E-96BF-D477AEE390E8}"/>
              </a:ext>
            </a:extLst>
          </p:cNvPr>
          <p:cNvPicPr>
            <a:picLocks noChangeAspect="1"/>
          </p:cNvPicPr>
          <p:nvPr/>
        </p:nvPicPr>
        <p:blipFill>
          <a:blip r:embed="rId2"/>
          <a:stretch>
            <a:fillRect/>
          </a:stretch>
        </p:blipFill>
        <p:spPr>
          <a:xfrm>
            <a:off x="-2" y="6112191"/>
            <a:ext cx="12192001" cy="800935"/>
          </a:xfrm>
          <a:prstGeom prst="rect">
            <a:avLst/>
          </a:prstGeom>
        </p:spPr>
      </p:pic>
      <p:sp>
        <p:nvSpPr>
          <p:cNvPr id="40" name="ZoneTexte 39">
            <a:extLst>
              <a:ext uri="{FF2B5EF4-FFF2-40B4-BE49-F238E27FC236}">
                <a16:creationId xmlns:a16="http://schemas.microsoft.com/office/drawing/2014/main" id="{F1FA47C2-6E69-CCEC-5907-2D82A1A1C1C7}"/>
              </a:ext>
            </a:extLst>
          </p:cNvPr>
          <p:cNvSpPr txBox="1"/>
          <p:nvPr/>
        </p:nvSpPr>
        <p:spPr>
          <a:xfrm>
            <a:off x="410062" y="6297671"/>
            <a:ext cx="1462965" cy="338554"/>
          </a:xfrm>
          <a:prstGeom prst="rect">
            <a:avLst/>
          </a:prstGeom>
          <a:noFill/>
        </p:spPr>
        <p:txBody>
          <a:bodyPr wrap="square" rtlCol="0">
            <a:spAutoFit/>
          </a:bodyPr>
          <a:lstStyle/>
          <a:p>
            <a:r>
              <a:rPr lang="fr-FR" sz="1600" dirty="0"/>
              <a:t>Pièces jointes : </a:t>
            </a:r>
          </a:p>
        </p:txBody>
      </p:sp>
      <p:sp>
        <p:nvSpPr>
          <p:cNvPr id="41" name="ZoneTexte 40">
            <a:extLst>
              <a:ext uri="{FF2B5EF4-FFF2-40B4-BE49-F238E27FC236}">
                <a16:creationId xmlns:a16="http://schemas.microsoft.com/office/drawing/2014/main" id="{45DAF6DD-C4EA-00DC-3131-BC43B6EF350A}"/>
              </a:ext>
            </a:extLst>
          </p:cNvPr>
          <p:cNvSpPr txBox="1"/>
          <p:nvPr/>
        </p:nvSpPr>
        <p:spPr>
          <a:xfrm>
            <a:off x="3012214" y="6143782"/>
            <a:ext cx="11450637" cy="646331"/>
          </a:xfrm>
          <a:prstGeom prst="rect">
            <a:avLst/>
          </a:prstGeom>
          <a:noFill/>
        </p:spPr>
        <p:txBody>
          <a:bodyPr wrap="square" rtlCol="0">
            <a:spAutoFit/>
          </a:bodyPr>
          <a:lstStyle/>
          <a:p>
            <a:pPr indent="449580"/>
            <a:r>
              <a:rPr lang="fr-FR" sz="1200" dirty="0">
                <a:effectLst/>
                <a:latin typeface="Calibri" panose="020F0502020204030204" pitchFamily="34" charset="0"/>
                <a:ea typeface="Calibri" panose="020F0502020204030204" pitchFamily="34" charset="0"/>
              </a:rPr>
              <a:t>Je déclare avoir pris connaissance que le remboursement des achats d’équipements de télétravail ne pourra avoir lieu qu’une seule fois tous les 10 ans, </a:t>
            </a:r>
            <a:br>
              <a:rPr lang="fr-FR" sz="1200" dirty="0">
                <a:effectLst/>
                <a:latin typeface="Calibri" panose="020F0502020204030204" pitchFamily="34" charset="0"/>
                <a:ea typeface="Calibri" panose="020F0502020204030204" pitchFamily="34" charset="0"/>
              </a:rPr>
            </a:br>
            <a:r>
              <a:rPr lang="fr-FR" sz="1200" dirty="0">
                <a:effectLst/>
                <a:latin typeface="Calibri" panose="020F0502020204030204" pitchFamily="34" charset="0"/>
                <a:ea typeface="Calibri" panose="020F0502020204030204" pitchFamily="34" charset="0"/>
              </a:rPr>
              <a:t>dans la limite de 50% au montant d’achat TTC plafonné à 150 €.</a:t>
            </a:r>
          </a:p>
          <a:p>
            <a:pPr indent="449580"/>
            <a:r>
              <a:rPr lang="fr-FR" sz="1200" dirty="0">
                <a:latin typeface="Calibri" panose="020F0502020204030204" pitchFamily="34" charset="0"/>
                <a:ea typeface="Times New Roman" panose="02020603050405020304" pitchFamily="18" charset="0"/>
              </a:rPr>
              <a:t>P</a:t>
            </a:r>
            <a:r>
              <a:rPr lang="fr-FR" sz="1200" dirty="0">
                <a:effectLst/>
                <a:latin typeface="Calibri" panose="020F0502020204030204" pitchFamily="34" charset="0"/>
                <a:ea typeface="Times New Roman" panose="02020603050405020304" pitchFamily="18" charset="0"/>
              </a:rPr>
              <a:t>our toutes questions sur la nature des équipements éligibles à ce dispositif, vous pouvez interroger la DRH sur </a:t>
            </a:r>
            <a:r>
              <a:rPr lang="fr-FR" sz="1200" u="sng" dirty="0">
                <a:solidFill>
                  <a:schemeClr val="accent5">
                    <a:lumMod val="75000"/>
                  </a:schemeClr>
                </a:solidFill>
                <a:effectLst/>
                <a:latin typeface="Calibri" panose="020F0502020204030204" pitchFamily="34" charset="0"/>
                <a:ea typeface="Times New Roman" panose="02020603050405020304" pitchFamily="18" charset="0"/>
              </a:rPr>
              <a:t>caissenationaletad@acoss.fr</a:t>
            </a:r>
            <a:endParaRPr lang="fr-FR" sz="1200" u="sng" dirty="0">
              <a:solidFill>
                <a:schemeClr val="accent5">
                  <a:lumMod val="75000"/>
                </a:schemeClr>
              </a:solidFill>
              <a:effectLst/>
              <a:latin typeface="Calibri" panose="020F0502020204030204" pitchFamily="34" charset="0"/>
              <a:ea typeface="Calibri" panose="020F0502020204030204" pitchFamily="34" charset="0"/>
            </a:endParaRPr>
          </a:p>
        </p:txBody>
      </p:sp>
      <p:pic>
        <p:nvPicPr>
          <p:cNvPr id="43" name="Image 42">
            <a:extLst>
              <a:ext uri="{FF2B5EF4-FFF2-40B4-BE49-F238E27FC236}">
                <a16:creationId xmlns:a16="http://schemas.microsoft.com/office/drawing/2014/main" id="{3571153F-6996-9497-E03B-AC317B59A145}"/>
              </a:ext>
            </a:extLst>
          </p:cNvPr>
          <p:cNvPicPr>
            <a:picLocks noChangeAspect="1"/>
          </p:cNvPicPr>
          <p:nvPr/>
        </p:nvPicPr>
        <p:blipFill>
          <a:blip r:embed="rId4"/>
          <a:stretch>
            <a:fillRect/>
          </a:stretch>
        </p:blipFill>
        <p:spPr>
          <a:xfrm>
            <a:off x="2128490" y="5776051"/>
            <a:ext cx="192480" cy="176440"/>
          </a:xfrm>
          <a:prstGeom prst="rect">
            <a:avLst/>
          </a:prstGeom>
          <a:ln>
            <a:solidFill>
              <a:srgbClr val="FF0000"/>
            </a:solidFill>
          </a:ln>
        </p:spPr>
      </p:pic>
      <p:sp>
        <p:nvSpPr>
          <p:cNvPr id="2" name="ZoneTexte 1">
            <a:extLst>
              <a:ext uri="{FF2B5EF4-FFF2-40B4-BE49-F238E27FC236}">
                <a16:creationId xmlns:a16="http://schemas.microsoft.com/office/drawing/2014/main" id="{7563B4F6-FC70-EAA6-2C45-799415D9A884}"/>
              </a:ext>
            </a:extLst>
          </p:cNvPr>
          <p:cNvSpPr txBox="1"/>
          <p:nvPr/>
        </p:nvSpPr>
        <p:spPr>
          <a:xfrm>
            <a:off x="5603208" y="5834786"/>
            <a:ext cx="2880917" cy="261610"/>
          </a:xfrm>
          <a:prstGeom prst="rect">
            <a:avLst/>
          </a:prstGeom>
          <a:noFill/>
        </p:spPr>
        <p:txBody>
          <a:bodyPr wrap="none" rtlCol="0">
            <a:spAutoFit/>
          </a:bodyPr>
          <a:lstStyle/>
          <a:p>
            <a:r>
              <a:rPr lang="fr-FR" sz="1100" b="1" dirty="0">
                <a:solidFill>
                  <a:srgbClr val="FF0000"/>
                </a:solidFill>
              </a:rPr>
              <a:t>* Hors écrans, imprimantes et consommables </a:t>
            </a:r>
          </a:p>
        </p:txBody>
      </p:sp>
      <p:sp>
        <p:nvSpPr>
          <p:cNvPr id="3" name="ZoneTexte 2">
            <a:extLst>
              <a:ext uri="{FF2B5EF4-FFF2-40B4-BE49-F238E27FC236}">
                <a16:creationId xmlns:a16="http://schemas.microsoft.com/office/drawing/2014/main" id="{B7EE5E9F-B80E-58A2-58A2-C1B7FCB206E4}"/>
              </a:ext>
            </a:extLst>
          </p:cNvPr>
          <p:cNvSpPr txBox="1"/>
          <p:nvPr/>
        </p:nvSpPr>
        <p:spPr>
          <a:xfrm>
            <a:off x="706779" y="6656887"/>
            <a:ext cx="1656223" cy="261610"/>
          </a:xfrm>
          <a:prstGeom prst="rect">
            <a:avLst/>
          </a:prstGeom>
          <a:noFill/>
        </p:spPr>
        <p:txBody>
          <a:bodyPr wrap="none" rtlCol="0">
            <a:spAutoFit/>
          </a:bodyPr>
          <a:lstStyle/>
          <a:p>
            <a:r>
              <a:rPr lang="fr-FR" sz="1100" b="1" dirty="0">
                <a:solidFill>
                  <a:srgbClr val="FF0000"/>
                </a:solidFill>
              </a:rPr>
              <a:t>** Hors frais de livraison </a:t>
            </a:r>
          </a:p>
        </p:txBody>
      </p:sp>
      <p:sp>
        <p:nvSpPr>
          <p:cNvPr id="4" name="ZoneTexte 3">
            <a:extLst>
              <a:ext uri="{FF2B5EF4-FFF2-40B4-BE49-F238E27FC236}">
                <a16:creationId xmlns:a16="http://schemas.microsoft.com/office/drawing/2014/main" id="{5C1442DB-EFD9-EEBE-4E45-671527CAE3B3}"/>
              </a:ext>
            </a:extLst>
          </p:cNvPr>
          <p:cNvSpPr txBox="1"/>
          <p:nvPr/>
        </p:nvSpPr>
        <p:spPr>
          <a:xfrm>
            <a:off x="2693137" y="6000733"/>
            <a:ext cx="3004009" cy="276999"/>
          </a:xfrm>
          <a:prstGeom prst="rect">
            <a:avLst/>
          </a:prstGeom>
          <a:noFill/>
        </p:spPr>
        <p:txBody>
          <a:bodyPr wrap="square" rtlCol="0">
            <a:spAutoFit/>
          </a:bodyPr>
          <a:lstStyle/>
          <a:p>
            <a:r>
              <a:rPr lang="fr-FR" sz="1200" dirty="0"/>
              <a:t>Date de facture 4 : </a:t>
            </a:r>
          </a:p>
        </p:txBody>
      </p:sp>
      <p:sp>
        <p:nvSpPr>
          <p:cNvPr id="7" name="ZoneTexte 6">
            <a:extLst>
              <a:ext uri="{FF2B5EF4-FFF2-40B4-BE49-F238E27FC236}">
                <a16:creationId xmlns:a16="http://schemas.microsoft.com/office/drawing/2014/main" id="{D3AE451D-ACFB-61B0-D4CC-216A5FFE2CC0}"/>
              </a:ext>
            </a:extLst>
          </p:cNvPr>
          <p:cNvSpPr txBox="1"/>
          <p:nvPr/>
        </p:nvSpPr>
        <p:spPr>
          <a:xfrm>
            <a:off x="3522087" y="5740823"/>
            <a:ext cx="5147822" cy="276999"/>
          </a:xfrm>
          <a:prstGeom prst="rect">
            <a:avLst/>
          </a:prstGeom>
          <a:noFill/>
        </p:spPr>
        <p:txBody>
          <a:bodyPr wrap="square" rtlCol="0">
            <a:spAutoFit/>
          </a:bodyPr>
          <a:lstStyle/>
          <a:p>
            <a:r>
              <a:rPr lang="fr-FR" sz="1200" dirty="0"/>
              <a:t>Type d’équipement* : * ( liste déroulante )</a:t>
            </a:r>
          </a:p>
        </p:txBody>
      </p:sp>
      <p:sp>
        <p:nvSpPr>
          <p:cNvPr id="8" name="ZoneTexte 7">
            <a:extLst>
              <a:ext uri="{FF2B5EF4-FFF2-40B4-BE49-F238E27FC236}">
                <a16:creationId xmlns:a16="http://schemas.microsoft.com/office/drawing/2014/main" id="{84E2E900-40D9-A07C-A9E1-A934CDD450EA}"/>
              </a:ext>
            </a:extLst>
          </p:cNvPr>
          <p:cNvSpPr txBox="1"/>
          <p:nvPr/>
        </p:nvSpPr>
        <p:spPr>
          <a:xfrm>
            <a:off x="7664480" y="5736274"/>
            <a:ext cx="3102990" cy="276999"/>
          </a:xfrm>
          <a:prstGeom prst="rect">
            <a:avLst/>
          </a:prstGeom>
          <a:noFill/>
        </p:spPr>
        <p:txBody>
          <a:bodyPr wrap="square" rtlCol="0">
            <a:spAutoFit/>
          </a:bodyPr>
          <a:lstStyle/>
          <a:p>
            <a:r>
              <a:rPr lang="fr-FR" sz="1200" dirty="0"/>
              <a:t>Montant TTC ** : </a:t>
            </a:r>
          </a:p>
        </p:txBody>
      </p:sp>
      <p:sp>
        <p:nvSpPr>
          <p:cNvPr id="9" name="Rectangle 8">
            <a:extLst>
              <a:ext uri="{FF2B5EF4-FFF2-40B4-BE49-F238E27FC236}">
                <a16:creationId xmlns:a16="http://schemas.microsoft.com/office/drawing/2014/main" id="{7B7824E1-1FE0-F4EE-6B41-2CEDF0985F90}"/>
              </a:ext>
            </a:extLst>
          </p:cNvPr>
          <p:cNvSpPr/>
          <p:nvPr/>
        </p:nvSpPr>
        <p:spPr>
          <a:xfrm>
            <a:off x="2516957" y="9427"/>
            <a:ext cx="6843859" cy="799197"/>
          </a:xfrm>
          <a:prstGeom prst="rect">
            <a:avLst/>
          </a:prstGeom>
          <a:solidFill>
            <a:srgbClr val="DCEC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i="1" dirty="0">
                <a:solidFill>
                  <a:srgbClr val="0070C0"/>
                </a:solidFill>
                <a:effectLst/>
                <a:latin typeface="Comic Sans MS" panose="030F0702030302020204" pitchFamily="66" charset="0"/>
                <a:ea typeface="Times New Roman" panose="02020603050405020304" pitchFamily="18" charset="0"/>
              </a:rPr>
              <a:t>DEMANDE PREALABLE HEURES SUPPLEMENTAIRES (salarié à temps complet) ou COMPLEMENTAIRES (pour les salariés à temps partiel</a:t>
            </a:r>
            <a:r>
              <a:rPr lang="fr-FR" sz="1400" i="1" dirty="0">
                <a:solidFill>
                  <a:srgbClr val="0070C0"/>
                </a:solidFill>
                <a:effectLst/>
                <a:latin typeface="Comic Sans MS" panose="030F0702030302020204" pitchFamily="66" charset="0"/>
                <a:ea typeface="Times New Roman" panose="02020603050405020304" pitchFamily="18" charset="0"/>
              </a:rPr>
              <a:t>) </a:t>
            </a:r>
            <a:endParaRPr lang="fr-FR" sz="1400" i="1" dirty="0">
              <a:solidFill>
                <a:srgbClr val="0070C0"/>
              </a:solidFill>
              <a:latin typeface="Comic Sans MS" panose="030F0702030302020204" pitchFamily="66" charset="0"/>
            </a:endParaRPr>
          </a:p>
        </p:txBody>
      </p:sp>
      <p:pic>
        <p:nvPicPr>
          <p:cNvPr id="10" name="Image 9">
            <a:extLst>
              <a:ext uri="{FF2B5EF4-FFF2-40B4-BE49-F238E27FC236}">
                <a16:creationId xmlns:a16="http://schemas.microsoft.com/office/drawing/2014/main" id="{50159EA8-79D0-3397-D075-879CED6DA4B8}"/>
              </a:ext>
            </a:extLst>
          </p:cNvPr>
          <p:cNvPicPr>
            <a:picLocks noChangeAspect="1"/>
          </p:cNvPicPr>
          <p:nvPr/>
        </p:nvPicPr>
        <p:blipFill rotWithShape="1">
          <a:blip r:embed="rId5"/>
          <a:srcRect b="38256"/>
          <a:stretch/>
        </p:blipFill>
        <p:spPr>
          <a:xfrm>
            <a:off x="-2" y="785635"/>
            <a:ext cx="12192002" cy="1356570"/>
          </a:xfrm>
          <a:prstGeom prst="rect">
            <a:avLst/>
          </a:prstGeom>
        </p:spPr>
      </p:pic>
      <p:sp>
        <p:nvSpPr>
          <p:cNvPr id="11" name="ZoneTexte 10">
            <a:extLst>
              <a:ext uri="{FF2B5EF4-FFF2-40B4-BE49-F238E27FC236}">
                <a16:creationId xmlns:a16="http://schemas.microsoft.com/office/drawing/2014/main" id="{252ACE73-F4F7-8C86-0548-E1A76429F0F1}"/>
              </a:ext>
            </a:extLst>
          </p:cNvPr>
          <p:cNvSpPr txBox="1"/>
          <p:nvPr/>
        </p:nvSpPr>
        <p:spPr>
          <a:xfrm>
            <a:off x="0" y="2239370"/>
            <a:ext cx="1091261" cy="338554"/>
          </a:xfrm>
          <a:prstGeom prst="rect">
            <a:avLst/>
          </a:prstGeom>
          <a:noFill/>
        </p:spPr>
        <p:txBody>
          <a:bodyPr wrap="none" rtlCol="0">
            <a:spAutoFit/>
          </a:bodyPr>
          <a:lstStyle/>
          <a:p>
            <a:r>
              <a:rPr lang="fr-FR" sz="1600" dirty="0"/>
              <a:t>Checklist : </a:t>
            </a:r>
          </a:p>
        </p:txBody>
      </p:sp>
      <p:pic>
        <p:nvPicPr>
          <p:cNvPr id="12" name="Image 11">
            <a:extLst>
              <a:ext uri="{FF2B5EF4-FFF2-40B4-BE49-F238E27FC236}">
                <a16:creationId xmlns:a16="http://schemas.microsoft.com/office/drawing/2014/main" id="{605C7283-AB86-E206-ECF4-405D250DBA70}"/>
              </a:ext>
            </a:extLst>
          </p:cNvPr>
          <p:cNvPicPr>
            <a:picLocks noChangeAspect="1"/>
          </p:cNvPicPr>
          <p:nvPr/>
        </p:nvPicPr>
        <p:blipFill>
          <a:blip r:embed="rId4"/>
          <a:stretch>
            <a:fillRect/>
          </a:stretch>
        </p:blipFill>
        <p:spPr>
          <a:xfrm>
            <a:off x="1045304" y="2326538"/>
            <a:ext cx="192480" cy="176440"/>
          </a:xfrm>
          <a:prstGeom prst="rect">
            <a:avLst/>
          </a:prstGeom>
          <a:ln>
            <a:solidFill>
              <a:srgbClr val="FF0000"/>
            </a:solidFill>
          </a:ln>
        </p:spPr>
      </p:pic>
      <p:sp>
        <p:nvSpPr>
          <p:cNvPr id="13" name="ZoneTexte 12">
            <a:extLst>
              <a:ext uri="{FF2B5EF4-FFF2-40B4-BE49-F238E27FC236}">
                <a16:creationId xmlns:a16="http://schemas.microsoft.com/office/drawing/2014/main" id="{5BC2882F-F354-1047-FFFE-6DDBD29607FC}"/>
              </a:ext>
            </a:extLst>
          </p:cNvPr>
          <p:cNvSpPr txBox="1"/>
          <p:nvPr/>
        </p:nvSpPr>
        <p:spPr>
          <a:xfrm>
            <a:off x="5448480" y="2678377"/>
            <a:ext cx="2774836" cy="276999"/>
          </a:xfrm>
          <a:prstGeom prst="rect">
            <a:avLst/>
          </a:prstGeom>
          <a:noFill/>
        </p:spPr>
        <p:txBody>
          <a:bodyPr wrap="square" rtlCol="0">
            <a:spAutoFit/>
          </a:bodyPr>
          <a:lstStyle/>
          <a:p>
            <a:r>
              <a:rPr lang="fr-FR" sz="1200" u="sng" dirty="0">
                <a:effectLst/>
                <a:latin typeface="Calibri" panose="020F0502020204030204" pitchFamily="34" charset="0"/>
                <a:ea typeface="Calibri" panose="020F0502020204030204" pitchFamily="34" charset="0"/>
              </a:rPr>
              <a:t>Lien vers Redmine</a:t>
            </a:r>
            <a:endParaRPr lang="fr-FR" sz="1200" u="sng" dirty="0"/>
          </a:p>
        </p:txBody>
      </p:sp>
      <p:sp>
        <p:nvSpPr>
          <p:cNvPr id="14" name="ZoneTexte 13">
            <a:extLst>
              <a:ext uri="{FF2B5EF4-FFF2-40B4-BE49-F238E27FC236}">
                <a16:creationId xmlns:a16="http://schemas.microsoft.com/office/drawing/2014/main" id="{A3955015-F918-58D0-14C9-CD9A33048AF7}"/>
              </a:ext>
            </a:extLst>
          </p:cNvPr>
          <p:cNvSpPr txBox="1"/>
          <p:nvPr/>
        </p:nvSpPr>
        <p:spPr>
          <a:xfrm>
            <a:off x="2922310" y="2663664"/>
            <a:ext cx="2774836" cy="276999"/>
          </a:xfrm>
          <a:prstGeom prst="rect">
            <a:avLst/>
          </a:prstGeom>
          <a:noFill/>
        </p:spPr>
        <p:txBody>
          <a:bodyPr wrap="square" rtlCol="0">
            <a:spAutoFit/>
          </a:bodyPr>
          <a:lstStyle/>
          <a:p>
            <a:r>
              <a:rPr lang="fr-FR" sz="1200" dirty="0">
                <a:solidFill>
                  <a:schemeClr val="tx2">
                    <a:lumMod val="60000"/>
                    <a:lumOff val="40000"/>
                  </a:schemeClr>
                </a:solidFill>
                <a:effectLst/>
                <a:latin typeface="Calibri" panose="020F0502020204030204" pitchFamily="34" charset="0"/>
                <a:ea typeface="Calibri" panose="020F0502020204030204" pitchFamily="34" charset="0"/>
              </a:rPr>
              <a:t>N° Redmine</a:t>
            </a:r>
            <a:r>
              <a:rPr lang="fr-FR" sz="1200" dirty="0">
                <a:solidFill>
                  <a:schemeClr val="tx2">
                    <a:lumMod val="60000"/>
                    <a:lumOff val="40000"/>
                  </a:schemeClr>
                </a:solidFill>
              </a:rPr>
              <a:t>: </a:t>
            </a:r>
          </a:p>
        </p:txBody>
      </p:sp>
      <p:pic>
        <p:nvPicPr>
          <p:cNvPr id="18" name="Image 17">
            <a:extLst>
              <a:ext uri="{FF2B5EF4-FFF2-40B4-BE49-F238E27FC236}">
                <a16:creationId xmlns:a16="http://schemas.microsoft.com/office/drawing/2014/main" id="{0D4736B3-ABB6-FC0C-7D2E-F33DC6A22FA6}"/>
              </a:ext>
            </a:extLst>
          </p:cNvPr>
          <p:cNvPicPr>
            <a:picLocks noChangeAspect="1"/>
          </p:cNvPicPr>
          <p:nvPr/>
        </p:nvPicPr>
        <p:blipFill>
          <a:blip r:embed="rId6"/>
          <a:stretch>
            <a:fillRect/>
          </a:stretch>
        </p:blipFill>
        <p:spPr>
          <a:xfrm>
            <a:off x="63733" y="4780388"/>
            <a:ext cx="1809294" cy="278744"/>
          </a:xfrm>
          <a:prstGeom prst="rect">
            <a:avLst/>
          </a:prstGeom>
        </p:spPr>
      </p:pic>
      <p:sp>
        <p:nvSpPr>
          <p:cNvPr id="15" name="ZoneTexte 14">
            <a:extLst>
              <a:ext uri="{FF2B5EF4-FFF2-40B4-BE49-F238E27FC236}">
                <a16:creationId xmlns:a16="http://schemas.microsoft.com/office/drawing/2014/main" id="{A88FEABA-F4BE-B613-BBBE-405C1CBC09E5}"/>
              </a:ext>
            </a:extLst>
          </p:cNvPr>
          <p:cNvSpPr txBox="1"/>
          <p:nvPr/>
        </p:nvSpPr>
        <p:spPr>
          <a:xfrm>
            <a:off x="103416" y="3705458"/>
            <a:ext cx="2991653" cy="276999"/>
          </a:xfrm>
          <a:prstGeom prst="rect">
            <a:avLst/>
          </a:prstGeom>
          <a:noFill/>
        </p:spPr>
        <p:txBody>
          <a:bodyPr wrap="square" rtlCol="0">
            <a:spAutoFit/>
          </a:bodyPr>
          <a:lstStyle/>
          <a:p>
            <a:r>
              <a:rPr lang="fr-FR" sz="1200" dirty="0"/>
              <a:t>Objet de la demande : </a:t>
            </a:r>
          </a:p>
        </p:txBody>
      </p:sp>
    </p:spTree>
    <p:extLst>
      <p:ext uri="{BB962C8B-B14F-4D97-AF65-F5344CB8AC3E}">
        <p14:creationId xmlns:p14="http://schemas.microsoft.com/office/powerpoint/2010/main" val="3394566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427DE392-D790-51F0-1FBC-720C7222F98E}"/>
              </a:ext>
            </a:extLst>
          </p:cNvPr>
          <p:cNvPicPr>
            <a:picLocks noChangeAspect="1"/>
          </p:cNvPicPr>
          <p:nvPr/>
        </p:nvPicPr>
        <p:blipFill>
          <a:blip r:embed="rId2"/>
          <a:stretch>
            <a:fillRect/>
          </a:stretch>
        </p:blipFill>
        <p:spPr>
          <a:xfrm>
            <a:off x="5960879" y="1546470"/>
            <a:ext cx="5335571" cy="211273"/>
          </a:xfrm>
          <a:prstGeom prst="rect">
            <a:avLst/>
          </a:prstGeom>
        </p:spPr>
      </p:pic>
      <p:pic>
        <p:nvPicPr>
          <p:cNvPr id="7" name="Image 6">
            <a:extLst>
              <a:ext uri="{FF2B5EF4-FFF2-40B4-BE49-F238E27FC236}">
                <a16:creationId xmlns:a16="http://schemas.microsoft.com/office/drawing/2014/main" id="{D878B403-3C7F-5F94-016A-AC5508B40FD1}"/>
              </a:ext>
            </a:extLst>
          </p:cNvPr>
          <p:cNvPicPr>
            <a:picLocks noChangeAspect="1"/>
          </p:cNvPicPr>
          <p:nvPr/>
        </p:nvPicPr>
        <p:blipFill>
          <a:blip r:embed="rId3"/>
          <a:stretch>
            <a:fillRect/>
          </a:stretch>
        </p:blipFill>
        <p:spPr>
          <a:xfrm>
            <a:off x="25136" y="1419298"/>
            <a:ext cx="12192000" cy="2001672"/>
          </a:xfrm>
          <a:prstGeom prst="rect">
            <a:avLst/>
          </a:prstGeom>
        </p:spPr>
      </p:pic>
      <p:sp>
        <p:nvSpPr>
          <p:cNvPr id="8" name="ZoneTexte 7">
            <a:extLst>
              <a:ext uri="{FF2B5EF4-FFF2-40B4-BE49-F238E27FC236}">
                <a16:creationId xmlns:a16="http://schemas.microsoft.com/office/drawing/2014/main" id="{99C9B29A-7D15-6A55-2102-DD44CC4B5391}"/>
              </a:ext>
            </a:extLst>
          </p:cNvPr>
          <p:cNvSpPr txBox="1"/>
          <p:nvPr/>
        </p:nvSpPr>
        <p:spPr>
          <a:xfrm>
            <a:off x="7387457" y="935902"/>
            <a:ext cx="1662278" cy="307777"/>
          </a:xfrm>
          <a:prstGeom prst="rect">
            <a:avLst/>
          </a:prstGeom>
          <a:noFill/>
        </p:spPr>
        <p:txBody>
          <a:bodyPr wrap="square" rtlCol="0">
            <a:spAutoFit/>
          </a:bodyPr>
          <a:lstStyle/>
          <a:p>
            <a:r>
              <a:rPr lang="fr-FR" sz="1400" dirty="0"/>
              <a:t>Total: (max 150 e)</a:t>
            </a:r>
          </a:p>
        </p:txBody>
      </p:sp>
      <p:sp>
        <p:nvSpPr>
          <p:cNvPr id="9" name="ZoneTexte 8">
            <a:extLst>
              <a:ext uri="{FF2B5EF4-FFF2-40B4-BE49-F238E27FC236}">
                <a16:creationId xmlns:a16="http://schemas.microsoft.com/office/drawing/2014/main" id="{4E5C8049-4317-AC6B-9C95-BC9D6844A6EB}"/>
              </a:ext>
            </a:extLst>
          </p:cNvPr>
          <p:cNvSpPr txBox="1"/>
          <p:nvPr/>
        </p:nvSpPr>
        <p:spPr>
          <a:xfrm>
            <a:off x="150827" y="965125"/>
            <a:ext cx="3393652" cy="307777"/>
          </a:xfrm>
          <a:prstGeom prst="rect">
            <a:avLst/>
          </a:prstGeom>
          <a:noFill/>
        </p:spPr>
        <p:txBody>
          <a:bodyPr wrap="square" rtlCol="0">
            <a:spAutoFit/>
          </a:bodyPr>
          <a:lstStyle/>
          <a:p>
            <a:r>
              <a:rPr lang="fr-FR" sz="1400" dirty="0"/>
              <a:t>Montant du remboursement mobilier : XXX </a:t>
            </a:r>
          </a:p>
        </p:txBody>
      </p:sp>
      <p:pic>
        <p:nvPicPr>
          <p:cNvPr id="10" name="Image 9">
            <a:extLst>
              <a:ext uri="{FF2B5EF4-FFF2-40B4-BE49-F238E27FC236}">
                <a16:creationId xmlns:a16="http://schemas.microsoft.com/office/drawing/2014/main" id="{2567F35D-2389-8233-AF52-6E9803EB0DEC}"/>
              </a:ext>
            </a:extLst>
          </p:cNvPr>
          <p:cNvPicPr>
            <a:picLocks noChangeAspect="1"/>
          </p:cNvPicPr>
          <p:nvPr/>
        </p:nvPicPr>
        <p:blipFill>
          <a:blip r:embed="rId4"/>
          <a:stretch>
            <a:fillRect/>
          </a:stretch>
        </p:blipFill>
        <p:spPr>
          <a:xfrm>
            <a:off x="25136" y="5140644"/>
            <a:ext cx="12192000" cy="1713201"/>
          </a:xfrm>
          <a:prstGeom prst="rect">
            <a:avLst/>
          </a:prstGeom>
        </p:spPr>
      </p:pic>
      <p:sp>
        <p:nvSpPr>
          <p:cNvPr id="12" name="ZoneTexte 11">
            <a:extLst>
              <a:ext uri="{FF2B5EF4-FFF2-40B4-BE49-F238E27FC236}">
                <a16:creationId xmlns:a16="http://schemas.microsoft.com/office/drawing/2014/main" id="{2E9132FF-D9F8-79C1-6753-FE122BF8F9CA}"/>
              </a:ext>
            </a:extLst>
          </p:cNvPr>
          <p:cNvSpPr txBox="1"/>
          <p:nvPr/>
        </p:nvSpPr>
        <p:spPr>
          <a:xfrm>
            <a:off x="3398360" y="40842"/>
            <a:ext cx="4769963" cy="369332"/>
          </a:xfrm>
          <a:prstGeom prst="rect">
            <a:avLst/>
          </a:prstGeom>
          <a:noFill/>
          <a:ln>
            <a:solidFill>
              <a:schemeClr val="accent1">
                <a:shade val="50000"/>
              </a:schemeClr>
            </a:solidFill>
          </a:ln>
        </p:spPr>
        <p:txBody>
          <a:bodyPr wrap="square" rtlCol="0">
            <a:spAutoFit/>
          </a:bodyPr>
          <a:lstStyle/>
          <a:p>
            <a:pPr algn="ctr"/>
            <a:r>
              <a:rPr lang="fr-FR" dirty="0"/>
              <a:t>Formulaire RH</a:t>
            </a:r>
          </a:p>
        </p:txBody>
      </p:sp>
      <p:sp>
        <p:nvSpPr>
          <p:cNvPr id="13" name="ZoneTexte 12">
            <a:extLst>
              <a:ext uri="{FF2B5EF4-FFF2-40B4-BE49-F238E27FC236}">
                <a16:creationId xmlns:a16="http://schemas.microsoft.com/office/drawing/2014/main" id="{64E4F3C2-00D2-4841-38D5-0753C4E1BCBE}"/>
              </a:ext>
            </a:extLst>
          </p:cNvPr>
          <p:cNvSpPr txBox="1"/>
          <p:nvPr/>
        </p:nvSpPr>
        <p:spPr>
          <a:xfrm>
            <a:off x="3327657" y="4117533"/>
            <a:ext cx="4769963" cy="369332"/>
          </a:xfrm>
          <a:prstGeom prst="rect">
            <a:avLst/>
          </a:prstGeom>
          <a:noFill/>
          <a:ln>
            <a:solidFill>
              <a:schemeClr val="accent1">
                <a:shade val="50000"/>
              </a:schemeClr>
            </a:solidFill>
          </a:ln>
        </p:spPr>
        <p:txBody>
          <a:bodyPr wrap="square" rtlCol="0">
            <a:spAutoFit/>
          </a:bodyPr>
          <a:lstStyle/>
          <a:p>
            <a:pPr algn="ctr"/>
            <a:r>
              <a:rPr lang="fr-FR" dirty="0"/>
              <a:t>Formulaire GAP</a:t>
            </a:r>
          </a:p>
        </p:txBody>
      </p:sp>
      <p:pic>
        <p:nvPicPr>
          <p:cNvPr id="15" name="Image 14">
            <a:extLst>
              <a:ext uri="{FF2B5EF4-FFF2-40B4-BE49-F238E27FC236}">
                <a16:creationId xmlns:a16="http://schemas.microsoft.com/office/drawing/2014/main" id="{27BA016F-A78A-E9F5-5409-BA736FC3081A}"/>
              </a:ext>
            </a:extLst>
          </p:cNvPr>
          <p:cNvPicPr>
            <a:picLocks noChangeAspect="1"/>
          </p:cNvPicPr>
          <p:nvPr/>
        </p:nvPicPr>
        <p:blipFill>
          <a:blip r:embed="rId5"/>
          <a:stretch>
            <a:fillRect/>
          </a:stretch>
        </p:blipFill>
        <p:spPr>
          <a:xfrm>
            <a:off x="1" y="5901179"/>
            <a:ext cx="3267956" cy="959448"/>
          </a:xfrm>
          <a:prstGeom prst="rect">
            <a:avLst/>
          </a:prstGeom>
        </p:spPr>
      </p:pic>
      <p:pic>
        <p:nvPicPr>
          <p:cNvPr id="17" name="Image 16">
            <a:extLst>
              <a:ext uri="{FF2B5EF4-FFF2-40B4-BE49-F238E27FC236}">
                <a16:creationId xmlns:a16="http://schemas.microsoft.com/office/drawing/2014/main" id="{10081701-0AA2-F519-32FD-AE8BB1BE07AF}"/>
              </a:ext>
            </a:extLst>
          </p:cNvPr>
          <p:cNvPicPr>
            <a:picLocks noChangeAspect="1"/>
          </p:cNvPicPr>
          <p:nvPr/>
        </p:nvPicPr>
        <p:blipFill>
          <a:blip r:embed="rId6"/>
          <a:stretch>
            <a:fillRect/>
          </a:stretch>
        </p:blipFill>
        <p:spPr>
          <a:xfrm>
            <a:off x="5267068" y="2997872"/>
            <a:ext cx="6924932" cy="887391"/>
          </a:xfrm>
          <a:prstGeom prst="rect">
            <a:avLst/>
          </a:prstGeom>
        </p:spPr>
      </p:pic>
      <p:sp>
        <p:nvSpPr>
          <p:cNvPr id="20" name="ZoneTexte 19">
            <a:extLst>
              <a:ext uri="{FF2B5EF4-FFF2-40B4-BE49-F238E27FC236}">
                <a16:creationId xmlns:a16="http://schemas.microsoft.com/office/drawing/2014/main" id="{4C616976-1731-D72D-E41E-041ED97D191C}"/>
              </a:ext>
            </a:extLst>
          </p:cNvPr>
          <p:cNvSpPr txBox="1"/>
          <p:nvPr/>
        </p:nvSpPr>
        <p:spPr>
          <a:xfrm>
            <a:off x="6096000" y="2620457"/>
            <a:ext cx="4769963" cy="338554"/>
          </a:xfrm>
          <a:prstGeom prst="rect">
            <a:avLst/>
          </a:prstGeom>
          <a:noFill/>
        </p:spPr>
        <p:txBody>
          <a:bodyPr wrap="square" rtlCol="0">
            <a:spAutoFit/>
          </a:bodyPr>
          <a:lstStyle/>
          <a:p>
            <a:r>
              <a:rPr lang="fr-FR" sz="1600" dirty="0">
                <a:solidFill>
                  <a:srgbClr val="0070C0"/>
                </a:solidFill>
              </a:rPr>
              <a:t>Observation à l’attention du demandeur</a:t>
            </a:r>
          </a:p>
        </p:txBody>
      </p:sp>
      <p:pic>
        <p:nvPicPr>
          <p:cNvPr id="22" name="Image 21">
            <a:extLst>
              <a:ext uri="{FF2B5EF4-FFF2-40B4-BE49-F238E27FC236}">
                <a16:creationId xmlns:a16="http://schemas.microsoft.com/office/drawing/2014/main" id="{081844E2-1A78-B246-09DE-8EF774891C35}"/>
              </a:ext>
            </a:extLst>
          </p:cNvPr>
          <p:cNvPicPr>
            <a:picLocks noChangeAspect="1"/>
          </p:cNvPicPr>
          <p:nvPr/>
        </p:nvPicPr>
        <p:blipFill>
          <a:blip r:embed="rId2"/>
          <a:stretch>
            <a:fillRect/>
          </a:stretch>
        </p:blipFill>
        <p:spPr>
          <a:xfrm>
            <a:off x="0" y="3034256"/>
            <a:ext cx="5335571" cy="838317"/>
          </a:xfrm>
          <a:prstGeom prst="rect">
            <a:avLst/>
          </a:prstGeom>
        </p:spPr>
      </p:pic>
      <p:pic>
        <p:nvPicPr>
          <p:cNvPr id="23" name="Image 22">
            <a:extLst>
              <a:ext uri="{FF2B5EF4-FFF2-40B4-BE49-F238E27FC236}">
                <a16:creationId xmlns:a16="http://schemas.microsoft.com/office/drawing/2014/main" id="{263721AF-5E65-1E99-FDCF-86D3C62AB09A}"/>
              </a:ext>
            </a:extLst>
          </p:cNvPr>
          <p:cNvPicPr>
            <a:picLocks noChangeAspect="1"/>
          </p:cNvPicPr>
          <p:nvPr/>
        </p:nvPicPr>
        <p:blipFill>
          <a:blip r:embed="rId6"/>
          <a:stretch>
            <a:fillRect/>
          </a:stretch>
        </p:blipFill>
        <p:spPr>
          <a:xfrm>
            <a:off x="5241932" y="1782135"/>
            <a:ext cx="6924932" cy="887391"/>
          </a:xfrm>
          <a:prstGeom prst="rect">
            <a:avLst/>
          </a:prstGeom>
        </p:spPr>
      </p:pic>
      <p:sp>
        <p:nvSpPr>
          <p:cNvPr id="25" name="ZoneTexte 24">
            <a:extLst>
              <a:ext uri="{FF2B5EF4-FFF2-40B4-BE49-F238E27FC236}">
                <a16:creationId xmlns:a16="http://schemas.microsoft.com/office/drawing/2014/main" id="{CE3C7480-8E4C-0840-FC18-F80E6EE68E08}"/>
              </a:ext>
            </a:extLst>
          </p:cNvPr>
          <p:cNvSpPr txBox="1"/>
          <p:nvPr/>
        </p:nvSpPr>
        <p:spPr>
          <a:xfrm>
            <a:off x="125688" y="4671531"/>
            <a:ext cx="4769963" cy="369332"/>
          </a:xfrm>
          <a:prstGeom prst="rect">
            <a:avLst/>
          </a:prstGeom>
          <a:noFill/>
        </p:spPr>
        <p:txBody>
          <a:bodyPr wrap="square" rtlCol="0">
            <a:spAutoFit/>
          </a:bodyPr>
          <a:lstStyle/>
          <a:p>
            <a:r>
              <a:rPr lang="fr-FR" dirty="0"/>
              <a:t>Payé sur paye du mois de : ( liste déroulante )</a:t>
            </a:r>
          </a:p>
        </p:txBody>
      </p:sp>
      <p:sp>
        <p:nvSpPr>
          <p:cNvPr id="2" name="ZoneTexte 1">
            <a:extLst>
              <a:ext uri="{FF2B5EF4-FFF2-40B4-BE49-F238E27FC236}">
                <a16:creationId xmlns:a16="http://schemas.microsoft.com/office/drawing/2014/main" id="{C2C796CB-EFB5-7229-5323-5E7E70AB1F7E}"/>
              </a:ext>
            </a:extLst>
          </p:cNvPr>
          <p:cNvSpPr txBox="1"/>
          <p:nvPr/>
        </p:nvSpPr>
        <p:spPr>
          <a:xfrm>
            <a:off x="3577470" y="955979"/>
            <a:ext cx="3687436" cy="307777"/>
          </a:xfrm>
          <a:prstGeom prst="rect">
            <a:avLst/>
          </a:prstGeom>
          <a:noFill/>
        </p:spPr>
        <p:txBody>
          <a:bodyPr wrap="square" rtlCol="0">
            <a:spAutoFit/>
          </a:bodyPr>
          <a:lstStyle/>
          <a:p>
            <a:r>
              <a:rPr lang="fr-FR" sz="1400" dirty="0"/>
              <a:t>Montant du remboursement informatique : XXX</a:t>
            </a:r>
          </a:p>
        </p:txBody>
      </p:sp>
      <p:sp>
        <p:nvSpPr>
          <p:cNvPr id="3" name="ZoneTexte 2">
            <a:extLst>
              <a:ext uri="{FF2B5EF4-FFF2-40B4-BE49-F238E27FC236}">
                <a16:creationId xmlns:a16="http://schemas.microsoft.com/office/drawing/2014/main" id="{F45CFD90-4672-CEAA-275B-22E7992B604C}"/>
              </a:ext>
            </a:extLst>
          </p:cNvPr>
          <p:cNvSpPr txBox="1"/>
          <p:nvPr/>
        </p:nvSpPr>
        <p:spPr>
          <a:xfrm>
            <a:off x="468630" y="5544741"/>
            <a:ext cx="2964020" cy="307777"/>
          </a:xfrm>
          <a:prstGeom prst="rect">
            <a:avLst/>
          </a:prstGeom>
          <a:solidFill>
            <a:schemeClr val="accent1">
              <a:lumMod val="20000"/>
              <a:lumOff val="80000"/>
            </a:schemeClr>
          </a:solidFill>
        </p:spPr>
        <p:txBody>
          <a:bodyPr wrap="square" rtlCol="0">
            <a:spAutoFit/>
          </a:bodyPr>
          <a:lstStyle/>
          <a:p>
            <a:r>
              <a:rPr lang="fr-FR" sz="1400" dirty="0"/>
              <a:t>Demande clôturer par la GAP</a:t>
            </a:r>
          </a:p>
        </p:txBody>
      </p:sp>
      <p:pic>
        <p:nvPicPr>
          <p:cNvPr id="11" name="Image 10">
            <a:extLst>
              <a:ext uri="{FF2B5EF4-FFF2-40B4-BE49-F238E27FC236}">
                <a16:creationId xmlns:a16="http://schemas.microsoft.com/office/drawing/2014/main" id="{105F2342-8F64-3985-8FFC-F3228FDD4AA2}"/>
              </a:ext>
            </a:extLst>
          </p:cNvPr>
          <p:cNvPicPr>
            <a:picLocks noChangeAspect="1"/>
          </p:cNvPicPr>
          <p:nvPr/>
        </p:nvPicPr>
        <p:blipFill>
          <a:blip r:embed="rId2"/>
          <a:stretch>
            <a:fillRect/>
          </a:stretch>
        </p:blipFill>
        <p:spPr>
          <a:xfrm>
            <a:off x="5726781" y="1471318"/>
            <a:ext cx="5335571" cy="313951"/>
          </a:xfrm>
          <a:prstGeom prst="rect">
            <a:avLst/>
          </a:prstGeom>
        </p:spPr>
      </p:pic>
      <p:sp>
        <p:nvSpPr>
          <p:cNvPr id="19" name="ZoneTexte 18">
            <a:extLst>
              <a:ext uri="{FF2B5EF4-FFF2-40B4-BE49-F238E27FC236}">
                <a16:creationId xmlns:a16="http://schemas.microsoft.com/office/drawing/2014/main" id="{04CAB795-0B0E-9B0C-7555-EEA9AFBB5FF6}"/>
              </a:ext>
            </a:extLst>
          </p:cNvPr>
          <p:cNvSpPr txBox="1"/>
          <p:nvPr/>
        </p:nvSpPr>
        <p:spPr>
          <a:xfrm>
            <a:off x="6066146" y="1490183"/>
            <a:ext cx="4769963" cy="338554"/>
          </a:xfrm>
          <a:prstGeom prst="rect">
            <a:avLst/>
          </a:prstGeom>
          <a:noFill/>
        </p:spPr>
        <p:txBody>
          <a:bodyPr wrap="square" rtlCol="0">
            <a:spAutoFit/>
          </a:bodyPr>
          <a:lstStyle/>
          <a:p>
            <a:r>
              <a:rPr lang="fr-FR" sz="1600" dirty="0">
                <a:solidFill>
                  <a:schemeClr val="accent5">
                    <a:lumMod val="75000"/>
                  </a:schemeClr>
                </a:solidFill>
                <a:effectLst/>
                <a:latin typeface="Calibri" panose="020F0502020204030204" pitchFamily="34" charset="0"/>
                <a:ea typeface="Times New Roman" panose="02020603050405020304" pitchFamily="18" charset="0"/>
              </a:rPr>
              <a:t>Observations des services de la DRH</a:t>
            </a:r>
            <a:endParaRPr lang="fr-FR" sz="1600" dirty="0">
              <a:solidFill>
                <a:schemeClr val="accent5">
                  <a:lumMod val="75000"/>
                </a:schemeClr>
              </a:solidFill>
            </a:endParaRPr>
          </a:p>
        </p:txBody>
      </p:sp>
      <p:sp>
        <p:nvSpPr>
          <p:cNvPr id="21" name="ZoneTexte 20">
            <a:extLst>
              <a:ext uri="{FF2B5EF4-FFF2-40B4-BE49-F238E27FC236}">
                <a16:creationId xmlns:a16="http://schemas.microsoft.com/office/drawing/2014/main" id="{9B7F8D3B-3BC4-6184-C603-36F6C046E0C1}"/>
              </a:ext>
            </a:extLst>
          </p:cNvPr>
          <p:cNvSpPr txBox="1"/>
          <p:nvPr/>
        </p:nvSpPr>
        <p:spPr>
          <a:xfrm>
            <a:off x="9395814" y="895783"/>
            <a:ext cx="2081744" cy="430887"/>
          </a:xfrm>
          <a:prstGeom prst="rect">
            <a:avLst/>
          </a:prstGeom>
          <a:noFill/>
          <a:ln>
            <a:solidFill>
              <a:schemeClr val="accent1">
                <a:shade val="50000"/>
              </a:schemeClr>
            </a:solidFill>
          </a:ln>
        </p:spPr>
        <p:txBody>
          <a:bodyPr wrap="square" rtlCol="0">
            <a:spAutoFit/>
          </a:bodyPr>
          <a:lstStyle/>
          <a:p>
            <a:pPr algn="ctr"/>
            <a:r>
              <a:rPr lang="fr-FR" sz="1100" dirty="0"/>
              <a:t>Mémento des imputations comptable</a:t>
            </a:r>
          </a:p>
        </p:txBody>
      </p:sp>
    </p:spTree>
    <p:extLst>
      <p:ext uri="{BB962C8B-B14F-4D97-AF65-F5344CB8AC3E}">
        <p14:creationId xmlns:p14="http://schemas.microsoft.com/office/powerpoint/2010/main" val="3719307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3F109A0C-2169-BCCD-460B-1AA29BF738A6}"/>
              </a:ext>
            </a:extLst>
          </p:cNvPr>
          <p:cNvPicPr>
            <a:picLocks noChangeAspect="1"/>
          </p:cNvPicPr>
          <p:nvPr/>
        </p:nvPicPr>
        <p:blipFill>
          <a:blip r:embed="rId2"/>
          <a:stretch>
            <a:fillRect/>
          </a:stretch>
        </p:blipFill>
        <p:spPr>
          <a:xfrm>
            <a:off x="0" y="575030"/>
            <a:ext cx="12192000" cy="2607350"/>
          </a:xfrm>
          <a:prstGeom prst="rect">
            <a:avLst/>
          </a:prstGeom>
        </p:spPr>
      </p:pic>
      <p:pic>
        <p:nvPicPr>
          <p:cNvPr id="3" name="Image 2">
            <a:extLst>
              <a:ext uri="{FF2B5EF4-FFF2-40B4-BE49-F238E27FC236}">
                <a16:creationId xmlns:a16="http://schemas.microsoft.com/office/drawing/2014/main" id="{6B6B25A9-14FA-DD2F-26D2-191118F902C5}"/>
              </a:ext>
            </a:extLst>
          </p:cNvPr>
          <p:cNvPicPr>
            <a:picLocks noChangeAspect="1"/>
          </p:cNvPicPr>
          <p:nvPr/>
        </p:nvPicPr>
        <p:blipFill>
          <a:blip r:embed="rId3"/>
          <a:stretch>
            <a:fillRect/>
          </a:stretch>
        </p:blipFill>
        <p:spPr>
          <a:xfrm>
            <a:off x="0" y="4106056"/>
            <a:ext cx="12192000" cy="2133803"/>
          </a:xfrm>
          <a:prstGeom prst="rect">
            <a:avLst/>
          </a:prstGeom>
        </p:spPr>
      </p:pic>
      <p:sp>
        <p:nvSpPr>
          <p:cNvPr id="2" name="ZoneTexte 1">
            <a:extLst>
              <a:ext uri="{FF2B5EF4-FFF2-40B4-BE49-F238E27FC236}">
                <a16:creationId xmlns:a16="http://schemas.microsoft.com/office/drawing/2014/main" id="{BF81C116-FCA2-2901-35E5-28B971D12E9D}"/>
              </a:ext>
            </a:extLst>
          </p:cNvPr>
          <p:cNvSpPr txBox="1"/>
          <p:nvPr/>
        </p:nvSpPr>
        <p:spPr>
          <a:xfrm>
            <a:off x="3412498" y="465862"/>
            <a:ext cx="4769963" cy="369332"/>
          </a:xfrm>
          <a:prstGeom prst="rect">
            <a:avLst/>
          </a:prstGeom>
          <a:noFill/>
        </p:spPr>
        <p:txBody>
          <a:bodyPr wrap="square" rtlCol="0">
            <a:spAutoFit/>
          </a:bodyPr>
          <a:lstStyle/>
          <a:p>
            <a:pPr algn="ctr"/>
            <a:r>
              <a:rPr lang="fr-FR" dirty="0"/>
              <a:t>Traçabilité</a:t>
            </a:r>
          </a:p>
        </p:txBody>
      </p:sp>
      <p:sp>
        <p:nvSpPr>
          <p:cNvPr id="4" name="ZoneTexte 3">
            <a:extLst>
              <a:ext uri="{FF2B5EF4-FFF2-40B4-BE49-F238E27FC236}">
                <a16:creationId xmlns:a16="http://schemas.microsoft.com/office/drawing/2014/main" id="{7A94F89F-3975-73CF-A3A7-A6A76CAE03BC}"/>
              </a:ext>
            </a:extLst>
          </p:cNvPr>
          <p:cNvSpPr txBox="1"/>
          <p:nvPr/>
        </p:nvSpPr>
        <p:spPr>
          <a:xfrm>
            <a:off x="7522585" y="4294593"/>
            <a:ext cx="2724351" cy="400110"/>
          </a:xfrm>
          <a:prstGeom prst="rect">
            <a:avLst/>
          </a:prstGeom>
          <a:noFill/>
        </p:spPr>
        <p:txBody>
          <a:bodyPr wrap="square" rtlCol="0">
            <a:spAutoFit/>
          </a:bodyPr>
          <a:lstStyle/>
          <a:p>
            <a:pPr algn="ctr"/>
            <a:r>
              <a:rPr lang="fr-FR" sz="2000" b="1" dirty="0">
                <a:solidFill>
                  <a:schemeClr val="accent5">
                    <a:lumMod val="75000"/>
                  </a:schemeClr>
                </a:solidFill>
              </a:rPr>
              <a:t> / DCF en lecture</a:t>
            </a:r>
          </a:p>
        </p:txBody>
      </p:sp>
      <p:sp>
        <p:nvSpPr>
          <p:cNvPr id="5" name="Rectangle 4">
            <a:extLst>
              <a:ext uri="{FF2B5EF4-FFF2-40B4-BE49-F238E27FC236}">
                <a16:creationId xmlns:a16="http://schemas.microsoft.com/office/drawing/2014/main" id="{83CD3A17-1980-2FF4-F61D-0CBC86EB2408}"/>
              </a:ext>
            </a:extLst>
          </p:cNvPr>
          <p:cNvSpPr/>
          <p:nvPr/>
        </p:nvSpPr>
        <p:spPr>
          <a:xfrm>
            <a:off x="10642862" y="5175315"/>
            <a:ext cx="1549138" cy="6127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88285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A9C1B0C-4D75-DB17-74A0-BC12DC4C9158}"/>
              </a:ext>
            </a:extLst>
          </p:cNvPr>
          <p:cNvPicPr>
            <a:picLocks noChangeAspect="1"/>
          </p:cNvPicPr>
          <p:nvPr/>
        </p:nvPicPr>
        <p:blipFill>
          <a:blip r:embed="rId2"/>
          <a:stretch>
            <a:fillRect/>
          </a:stretch>
        </p:blipFill>
        <p:spPr>
          <a:xfrm>
            <a:off x="842111" y="718941"/>
            <a:ext cx="4272560" cy="2038635"/>
          </a:xfrm>
          <a:prstGeom prst="rect">
            <a:avLst/>
          </a:prstGeom>
        </p:spPr>
      </p:pic>
      <p:sp>
        <p:nvSpPr>
          <p:cNvPr id="6" name="ZoneTexte 5">
            <a:extLst>
              <a:ext uri="{FF2B5EF4-FFF2-40B4-BE49-F238E27FC236}">
                <a16:creationId xmlns:a16="http://schemas.microsoft.com/office/drawing/2014/main" id="{FFFBCEA1-ADEE-1F98-3DD7-F5A389CB3FC4}"/>
              </a:ext>
            </a:extLst>
          </p:cNvPr>
          <p:cNvSpPr txBox="1"/>
          <p:nvPr/>
        </p:nvSpPr>
        <p:spPr>
          <a:xfrm>
            <a:off x="327761" y="855315"/>
            <a:ext cx="300082" cy="369332"/>
          </a:xfrm>
          <a:prstGeom prst="rect">
            <a:avLst/>
          </a:prstGeom>
          <a:noFill/>
        </p:spPr>
        <p:txBody>
          <a:bodyPr wrap="none" rtlCol="0">
            <a:spAutoFit/>
          </a:bodyPr>
          <a:lstStyle/>
          <a:p>
            <a:r>
              <a:rPr lang="fr-FR" dirty="0"/>
              <a:t>*</a:t>
            </a:r>
          </a:p>
        </p:txBody>
      </p:sp>
      <p:graphicFrame>
        <p:nvGraphicFramePr>
          <p:cNvPr id="8" name="Tableau 7">
            <a:extLst>
              <a:ext uri="{FF2B5EF4-FFF2-40B4-BE49-F238E27FC236}">
                <a16:creationId xmlns:a16="http://schemas.microsoft.com/office/drawing/2014/main" id="{CF6AD3A8-E3DE-FAD1-7E05-C5E06918A76E}"/>
              </a:ext>
            </a:extLst>
          </p:cNvPr>
          <p:cNvGraphicFramePr>
            <a:graphicFrameLocks noGrp="1"/>
          </p:cNvGraphicFramePr>
          <p:nvPr>
            <p:extLst>
              <p:ext uri="{D42A27DB-BD31-4B8C-83A1-F6EECF244321}">
                <p14:modId xmlns:p14="http://schemas.microsoft.com/office/powerpoint/2010/main" val="1157392709"/>
              </p:ext>
            </p:extLst>
          </p:nvPr>
        </p:nvGraphicFramePr>
        <p:xfrm>
          <a:off x="5242351" y="1474058"/>
          <a:ext cx="2235200" cy="3964305"/>
        </p:xfrm>
        <a:graphic>
          <a:graphicData uri="http://schemas.openxmlformats.org/drawingml/2006/table">
            <a:tbl>
              <a:tblPr>
                <a:tableStyleId>{5C22544A-7EE6-4342-B048-85BDC9FD1C3A}</a:tableStyleId>
              </a:tblPr>
              <a:tblGrid>
                <a:gridCol w="2235200">
                  <a:extLst>
                    <a:ext uri="{9D8B030D-6E8A-4147-A177-3AD203B41FA5}">
                      <a16:colId xmlns:a16="http://schemas.microsoft.com/office/drawing/2014/main" val="3113445287"/>
                    </a:ext>
                  </a:extLst>
                </a:gridCol>
              </a:tblGrid>
              <a:tr h="95394">
                <a:tc>
                  <a:txBody>
                    <a:bodyPr/>
                    <a:lstStyle/>
                    <a:p>
                      <a:pPr algn="l" fontAlgn="b"/>
                      <a:r>
                        <a:rPr lang="fr-FR" sz="1100" u="none" strike="noStrike" dirty="0">
                          <a:effectLst/>
                        </a:rPr>
                        <a:t>Boitier Wifi</a:t>
                      </a:r>
                    </a:p>
                    <a:p>
                      <a:pPr marL="0" marR="0" lvl="0" indent="0" algn="l" defTabSz="914400" rtl="0" eaLnBrk="1" fontAlgn="b" latinLnBrk="0" hangingPunct="1">
                        <a:lnSpc>
                          <a:spcPct val="100000"/>
                        </a:lnSpc>
                        <a:spcBef>
                          <a:spcPts val="0"/>
                        </a:spcBef>
                        <a:spcAft>
                          <a:spcPts val="0"/>
                        </a:spcAft>
                        <a:buClrTx/>
                        <a:buSzTx/>
                        <a:buFontTx/>
                        <a:buNone/>
                        <a:tabLst/>
                        <a:defRPr/>
                      </a:pPr>
                      <a:r>
                        <a:rPr lang="fr-FR" sz="1100" b="0" i="0" u="none" strike="noStrike" dirty="0">
                          <a:solidFill>
                            <a:srgbClr val="000000"/>
                          </a:solidFill>
                          <a:effectLst/>
                          <a:latin typeface="Calibri" panose="020F0502020204030204" pitchFamily="34" charset="0"/>
                        </a:rPr>
                        <a:t>Accoudoirs</a:t>
                      </a:r>
                    </a:p>
                  </a:txBody>
                  <a:tcPr marL="9525" marR="9525" marT="9525" marB="0" anchor="b"/>
                </a:tc>
                <a:extLst>
                  <a:ext uri="{0D108BD9-81ED-4DB2-BD59-A6C34878D82A}">
                    <a16:rowId xmlns:a16="http://schemas.microsoft.com/office/drawing/2014/main" val="1192203955"/>
                  </a:ext>
                </a:extLst>
              </a:tr>
              <a:tr h="190500">
                <a:tc>
                  <a:txBody>
                    <a:bodyPr/>
                    <a:lstStyle/>
                    <a:p>
                      <a:pPr algn="l" fontAlgn="b"/>
                      <a:r>
                        <a:rPr lang="fr-FR" sz="1100" u="none" strike="noStrike">
                          <a:effectLst/>
                        </a:rPr>
                        <a:t>Bras écran</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1810015"/>
                  </a:ext>
                </a:extLst>
              </a:tr>
              <a:tr h="190500">
                <a:tc>
                  <a:txBody>
                    <a:bodyPr/>
                    <a:lstStyle/>
                    <a:p>
                      <a:pPr algn="l" fontAlgn="b"/>
                      <a:r>
                        <a:rPr lang="fr-FR" sz="1100" u="none" strike="noStrike">
                          <a:effectLst/>
                        </a:rPr>
                        <a:t>Bureau</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99722663"/>
                  </a:ext>
                </a:extLst>
              </a:tr>
              <a:tr h="190500">
                <a:tc>
                  <a:txBody>
                    <a:bodyPr/>
                    <a:lstStyle/>
                    <a:p>
                      <a:pPr algn="l" fontAlgn="b"/>
                      <a:r>
                        <a:rPr lang="fr-FR" sz="1100" u="none" strike="noStrike">
                          <a:effectLst/>
                        </a:rPr>
                        <a:t>Bureau assis debout</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15676387"/>
                  </a:ext>
                </a:extLst>
              </a:tr>
              <a:tr h="190500">
                <a:tc>
                  <a:txBody>
                    <a:bodyPr/>
                    <a:lstStyle/>
                    <a:p>
                      <a:pPr algn="l" fontAlgn="b"/>
                      <a:r>
                        <a:rPr lang="fr-FR" sz="1100" u="none" strike="noStrike">
                          <a:effectLst/>
                        </a:rPr>
                        <a:t>Bureau ergonomique</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85144276"/>
                  </a:ext>
                </a:extLst>
              </a:tr>
              <a:tr h="190500">
                <a:tc>
                  <a:txBody>
                    <a:bodyPr/>
                    <a:lstStyle/>
                    <a:p>
                      <a:pPr algn="l" fontAlgn="b"/>
                      <a:r>
                        <a:rPr lang="fr-FR" sz="1100" u="none" strike="noStrike">
                          <a:effectLst/>
                        </a:rPr>
                        <a:t>Casque audio</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72661310"/>
                  </a:ext>
                </a:extLst>
              </a:tr>
              <a:tr h="190500">
                <a:tc>
                  <a:txBody>
                    <a:bodyPr/>
                    <a:lstStyle/>
                    <a:p>
                      <a:pPr algn="l" fontAlgn="b"/>
                      <a:r>
                        <a:rPr lang="fr-FR" sz="1100" u="none" strike="noStrike">
                          <a:effectLst/>
                        </a:rPr>
                        <a:t>Clavier</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87873944"/>
                  </a:ext>
                </a:extLst>
              </a:tr>
              <a:tr h="190500">
                <a:tc>
                  <a:txBody>
                    <a:bodyPr/>
                    <a:lstStyle/>
                    <a:p>
                      <a:pPr algn="l" fontAlgn="b"/>
                      <a:r>
                        <a:rPr lang="fr-FR" sz="1100" u="none" strike="noStrike" dirty="0">
                          <a:effectLst/>
                        </a:rPr>
                        <a:t>Coussin ergonomique</a:t>
                      </a:r>
                      <a:endParaRPr lang="fr-F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18154808"/>
                  </a:ext>
                </a:extLst>
              </a:tr>
              <a:tr h="190500">
                <a:tc>
                  <a:txBody>
                    <a:bodyPr/>
                    <a:lstStyle/>
                    <a:p>
                      <a:pPr algn="l" fontAlgn="b"/>
                      <a:r>
                        <a:rPr lang="fr-FR" sz="1100" u="none" strike="noStrike">
                          <a:effectLst/>
                        </a:rPr>
                        <a:t>Enceintes PC</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38834756"/>
                  </a:ext>
                </a:extLst>
              </a:tr>
              <a:tr h="190500">
                <a:tc>
                  <a:txBody>
                    <a:bodyPr/>
                    <a:lstStyle/>
                    <a:p>
                      <a:pPr algn="l" fontAlgn="b"/>
                      <a:r>
                        <a:rPr lang="fr-FR" sz="1100" u="none" strike="noStrike" dirty="0">
                          <a:effectLst/>
                        </a:rPr>
                        <a:t>Fauteuil, chaise de bureau</a:t>
                      </a:r>
                      <a:endParaRPr lang="fr-FR"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4578460"/>
                  </a:ext>
                </a:extLst>
              </a:tr>
              <a:tr h="190500">
                <a:tc>
                  <a:txBody>
                    <a:bodyPr/>
                    <a:lstStyle/>
                    <a:p>
                      <a:pPr algn="l" fontAlgn="b"/>
                      <a:r>
                        <a:rPr lang="fr-FR" sz="1100" u="none" strike="noStrike">
                          <a:effectLst/>
                        </a:rPr>
                        <a:t>Lampe de bureau</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87883294"/>
                  </a:ext>
                </a:extLst>
              </a:tr>
              <a:tr h="190500">
                <a:tc>
                  <a:txBody>
                    <a:bodyPr/>
                    <a:lstStyle/>
                    <a:p>
                      <a:pPr algn="l" fontAlgn="b"/>
                      <a:r>
                        <a:rPr lang="fr-FR" sz="1100" u="none" strike="noStrike">
                          <a:effectLst/>
                        </a:rPr>
                        <a:t>Meuble de rangement (caissons)</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8266426"/>
                  </a:ext>
                </a:extLst>
              </a:tr>
              <a:tr h="190500">
                <a:tc>
                  <a:txBody>
                    <a:bodyPr/>
                    <a:lstStyle/>
                    <a:p>
                      <a:pPr algn="l" fontAlgn="b"/>
                      <a:r>
                        <a:rPr lang="fr-FR" sz="1100" u="none" strike="noStrike">
                          <a:effectLst/>
                        </a:rPr>
                        <a:t>Modem</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82284286"/>
                  </a:ext>
                </a:extLst>
              </a:tr>
              <a:tr h="190500">
                <a:tc>
                  <a:txBody>
                    <a:bodyPr/>
                    <a:lstStyle/>
                    <a:p>
                      <a:pPr algn="l" fontAlgn="b"/>
                      <a:r>
                        <a:rPr lang="fr-FR" sz="1100" u="none" strike="noStrike">
                          <a:effectLst/>
                        </a:rPr>
                        <a:t>Rangement</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36447802"/>
                  </a:ext>
                </a:extLst>
              </a:tr>
              <a:tr h="190500">
                <a:tc>
                  <a:txBody>
                    <a:bodyPr/>
                    <a:lstStyle/>
                    <a:p>
                      <a:pPr algn="l" fontAlgn="b"/>
                      <a:r>
                        <a:rPr lang="fr-FR" sz="1100" u="none" strike="noStrike">
                          <a:effectLst/>
                        </a:rPr>
                        <a:t>Repose coudes</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36445021"/>
                  </a:ext>
                </a:extLst>
              </a:tr>
              <a:tr h="190500">
                <a:tc>
                  <a:txBody>
                    <a:bodyPr/>
                    <a:lstStyle/>
                    <a:p>
                      <a:pPr algn="l" fontAlgn="b"/>
                      <a:r>
                        <a:rPr lang="fr-FR" sz="1100" u="none" strike="noStrike">
                          <a:effectLst/>
                        </a:rPr>
                        <a:t>Repose pieds</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64465690"/>
                  </a:ext>
                </a:extLst>
              </a:tr>
              <a:tr h="190500">
                <a:tc>
                  <a:txBody>
                    <a:bodyPr/>
                    <a:lstStyle/>
                    <a:p>
                      <a:pPr algn="l" fontAlgn="b"/>
                      <a:r>
                        <a:rPr lang="fr-FR" sz="1100" u="none" strike="noStrike">
                          <a:effectLst/>
                        </a:rPr>
                        <a:t>Siège ballon</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77315175"/>
                  </a:ext>
                </a:extLst>
              </a:tr>
              <a:tr h="190500">
                <a:tc>
                  <a:txBody>
                    <a:bodyPr/>
                    <a:lstStyle/>
                    <a:p>
                      <a:pPr algn="l" fontAlgn="b"/>
                      <a:r>
                        <a:rPr lang="fr-FR" sz="1100" u="none" strike="noStrike">
                          <a:effectLst/>
                        </a:rPr>
                        <a:t>Souris</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27993756"/>
                  </a:ext>
                </a:extLst>
              </a:tr>
              <a:tr h="190500">
                <a:tc>
                  <a:txBody>
                    <a:bodyPr/>
                    <a:lstStyle/>
                    <a:p>
                      <a:pPr algn="l" fontAlgn="b"/>
                      <a:r>
                        <a:rPr lang="fr-FR" sz="1100" u="none" strike="noStrike">
                          <a:effectLst/>
                        </a:rPr>
                        <a:t>Tapis de souris ergonomique</a:t>
                      </a:r>
                      <a:endParaRPr lang="fr-FR"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28033611"/>
                  </a:ext>
                </a:extLst>
              </a:tr>
              <a:tr h="190500">
                <a:tc>
                  <a:txBody>
                    <a:bodyPr/>
                    <a:lstStyle/>
                    <a:p>
                      <a:pPr algn="l" fontAlgn="b"/>
                      <a:r>
                        <a:rPr lang="fr-FR" sz="1100" u="none" strike="noStrike" dirty="0">
                          <a:effectLst/>
                        </a:rPr>
                        <a:t>Autres à préciser en commentaire</a:t>
                      </a:r>
                    </a:p>
                  </a:txBody>
                  <a:tcPr marL="9525" marR="9525" marT="9525" marB="0" anchor="b"/>
                </a:tc>
                <a:extLst>
                  <a:ext uri="{0D108BD9-81ED-4DB2-BD59-A6C34878D82A}">
                    <a16:rowId xmlns:a16="http://schemas.microsoft.com/office/drawing/2014/main" val="1894171138"/>
                  </a:ext>
                </a:extLst>
              </a:tr>
            </a:tbl>
          </a:graphicData>
        </a:graphic>
      </p:graphicFrame>
    </p:spTree>
    <p:extLst>
      <p:ext uri="{BB962C8B-B14F-4D97-AF65-F5344CB8AC3E}">
        <p14:creationId xmlns:p14="http://schemas.microsoft.com/office/powerpoint/2010/main" val="406896186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618E51892316408EBEDE7ADCCC48CC" ma:contentTypeVersion="19" ma:contentTypeDescription="Crée un document." ma:contentTypeScope="" ma:versionID="a22ae328b544f8caa4e3dcf48adca260">
  <xsd:schema xmlns:xsd="http://www.w3.org/2001/XMLSchema" xmlns:xs="http://www.w3.org/2001/XMLSchema" xmlns:p="http://schemas.microsoft.com/office/2006/metadata/properties" xmlns:ns1="http://schemas.microsoft.com/sharepoint/v3" xmlns:ns2="e9498f14-4a3b-46f8-8f88-c890b8eaeb01" xmlns:ns3="b568ba3b-0a9e-4304-90bc-2f77e2aeea54" targetNamespace="http://schemas.microsoft.com/office/2006/metadata/properties" ma:root="true" ma:fieldsID="83fec29d968468b1821fafb3e3559fbf" ns1:_="" ns2:_="" ns3:_="">
    <xsd:import namespace="http://schemas.microsoft.com/sharepoint/v3"/>
    <xsd:import namespace="e9498f14-4a3b-46f8-8f88-c890b8eaeb01"/>
    <xsd:import namespace="b568ba3b-0a9e-4304-90bc-2f77e2aeea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1:PublishingStartDate" minOccurs="0"/>
                <xsd:element ref="ns1:PublishingExpirationDate" minOccurs="0"/>
                <xsd:element ref="ns2:MediaServiceOCR" minOccurs="0"/>
                <xsd:element ref="ns2:MediaServiceLocatio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3:_dlc_DocId" minOccurs="0"/>
                <xsd:element ref="ns3:_dlc_DocIdUrl" minOccurs="0"/>
                <xsd:element ref="ns3:_dlc_DocIdPersistI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4"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15"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498f14-4a3b-46f8-8f88-c890b8eaeb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60315fbd-64dd-42b6-8821-119951e42b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568ba3b-0a9e-4304-90bc-2f77e2aeea54"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5" nillable="true" ma:displayName="Taxonomy Catch All Column" ma:hidden="true" ma:list="{f8829529-9629-4a0b-bd74-c4d0bbb25fbb}" ma:internalName="TaxCatchAll" ma:showField="CatchAllData" ma:web="b568ba3b-0a9e-4304-90bc-2f77e2aeea54">
      <xsd:complexType>
        <xsd:complexContent>
          <xsd:extension base="dms:MultiChoiceLookup">
            <xsd:sequence>
              <xsd:element name="Value" type="dms:Lookup" maxOccurs="unbounded" minOccurs="0" nillable="true"/>
            </xsd:sequence>
          </xsd:extension>
        </xsd:complexContent>
      </xsd:complexType>
    </xsd:element>
    <xsd:element name="_dlc_DocId" ma:index="27" nillable="true" ma:displayName="Valeur d’ID de document" ma:description="Valeur de l’ID de document affecté à cet élément." ma:indexed="true" ma:internalName="_dlc_DocId" ma:readOnly="true">
      <xsd:simpleType>
        <xsd:restriction base="dms:Text"/>
      </xsd:simpleType>
    </xsd:element>
    <xsd:element name="_dlc_DocIdUrl" ma:index="28"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68ba3b-0a9e-4304-90bc-2f77e2aeea54" xsi:nil="true"/>
    <lcf76f155ced4ddcb4097134ff3c332f xmlns="e9498f14-4a3b-46f8-8f88-c890b8eaeb01">
      <Terms xmlns="http://schemas.microsoft.com/office/infopath/2007/PartnerControls"/>
    </lcf76f155ced4ddcb4097134ff3c332f>
    <PublishingExpirationDate xmlns="http://schemas.microsoft.com/sharepoint/v3" xsi:nil="true"/>
    <PublishingStartDate xmlns="http://schemas.microsoft.com/sharepoint/v3" xsi:nil="true"/>
    <SharedWithUsers xmlns="b568ba3b-0a9e-4304-90bc-2f77e2aeea54">
      <UserInfo>
        <DisplayName/>
        <AccountId xsi:nil="true"/>
        <AccountType/>
      </UserInfo>
    </SharedWithUsers>
    <_dlc_DocId xmlns="b568ba3b-0a9e-4304-90bc-2f77e2aeea54">R6FSRZZME63M-654197140-117685</_dlc_DocId>
    <_dlc_DocIdUrl xmlns="b568ba3b-0a9e-4304-90bc-2f77e2aeea54">
      <Url>https://recouv.sharepoint.com/sites/ACOSSDSISD-DOSDigitalOffresagentsRAD/_layouts/15/DocIdRedir.aspx?ID=R6FSRZZME63M-654197140-117685</Url>
      <Description>R6FSRZZME63M-654197140-117685</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245963A0-7F2F-4ED9-BC6E-B7CA3ACBB0C7}"/>
</file>

<file path=customXml/itemProps2.xml><?xml version="1.0" encoding="utf-8"?>
<ds:datastoreItem xmlns:ds="http://schemas.openxmlformats.org/officeDocument/2006/customXml" ds:itemID="{EB747A6E-B86B-45B8-92E9-489AE8A7621A}">
  <ds:schemaRefs>
    <ds:schemaRef ds:uri="http://schemas.microsoft.com/sharepoint/v3/contenttype/forms"/>
  </ds:schemaRefs>
</ds:datastoreItem>
</file>

<file path=customXml/itemProps3.xml><?xml version="1.0" encoding="utf-8"?>
<ds:datastoreItem xmlns:ds="http://schemas.openxmlformats.org/officeDocument/2006/customXml" ds:itemID="{8A44B364-8BF2-4A81-8820-8D3695A63518}">
  <ds:schemaRefs>
    <ds:schemaRef ds:uri="http://purl.org/dc/elements/1.1/"/>
    <ds:schemaRef ds:uri="http://schemas.microsoft.com/office/2006/metadata/properties"/>
    <ds:schemaRef ds:uri="http://purl.org/dc/terms/"/>
    <ds:schemaRef ds:uri="ec8bd930-cd0c-4aca-9160-878530177885"/>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286c1645-1acd-49db-ac59-1edb787487ea"/>
    <ds:schemaRef ds:uri="http://www.w3.org/XML/1998/namespace"/>
  </ds:schemaRefs>
</ds:datastoreItem>
</file>

<file path=customXml/itemProps4.xml><?xml version="1.0" encoding="utf-8"?>
<ds:datastoreItem xmlns:ds="http://schemas.openxmlformats.org/officeDocument/2006/customXml" ds:itemID="{D7DBF869-E34B-49DF-A2FD-4A25ABD4C2D3}"/>
</file>

<file path=docProps/app.xml><?xml version="1.0" encoding="utf-8"?>
<Properties xmlns="http://schemas.openxmlformats.org/officeDocument/2006/extended-properties" xmlns:vt="http://schemas.openxmlformats.org/officeDocument/2006/docPropsVTypes">
  <TotalTime>480</TotalTime>
  <Words>284</Words>
  <Application>Microsoft Office PowerPoint</Application>
  <PresentationFormat>Grand écran</PresentationFormat>
  <Paragraphs>55</Paragraphs>
  <Slides>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vt:i4>
      </vt:variant>
    </vt:vector>
  </HeadingPairs>
  <TitlesOfParts>
    <vt:vector size="9" baseType="lpstr">
      <vt:lpstr>Arial</vt:lpstr>
      <vt:lpstr>Calibri</vt:lpstr>
      <vt:lpstr>Calibri Light</vt:lpstr>
      <vt:lpstr>Comic Sans MS</vt:lpstr>
      <vt:lpstr>Thème Office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ZARB Patrick (Acoss)</dc:creator>
  <cp:lastModifiedBy>ZARB Patrick (Acoss)</cp:lastModifiedBy>
  <cp:revision>12</cp:revision>
  <dcterms:created xsi:type="dcterms:W3CDTF">2023-05-04T12:19:50Z</dcterms:created>
  <dcterms:modified xsi:type="dcterms:W3CDTF">2023-07-24T13:16:58Z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0x010100F9618E51892316408EBEDE7ADCCC48CC</vt:lpwstr>
  </property>
  <property fmtid="{D5CDD505-2E9C-101B-9397-08002B2CF9AE}" pid="3" name="Order">
    <vt:r8>41500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y fmtid="{D5CDD505-2E9C-101B-9397-08002B2CF9AE}" pid="13" name="_dlc_DocIdItemGuid">
    <vt:lpwstr>230aba29-61ef-4358-9306-f683a20792d7</vt:lpwstr>
  </property>
</Properties>
</file>