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9EE2"/>
    <a:srgbClr val="BACAE2"/>
    <a:srgbClr val="DCECF4"/>
    <a:srgbClr val="F1F4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6BB49C-6927-4F9D-8F70-C919243724FE}" v="5" dt="2023-08-04T13:35:45.4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105" d="100"/>
          <a:sy n="105" d="100"/>
        </p:scale>
        <p:origin x="120"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4.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RB Patrick (Acoss)" userId="0569abcf-ac2a-4451-97bc-ae9b60c85aa6" providerId="ADAL" clId="{A2735145-7E37-4DEA-A0C5-4A83EC9331F3}"/>
    <pc:docChg chg="undo custSel addSld modSld">
      <pc:chgData name="ZARB Patrick (Acoss)" userId="0569abcf-ac2a-4451-97bc-ae9b60c85aa6" providerId="ADAL" clId="{A2735145-7E37-4DEA-A0C5-4A83EC9331F3}" dt="2023-08-02T14:14:47.317" v="448" actId="1035"/>
      <pc:docMkLst>
        <pc:docMk/>
      </pc:docMkLst>
      <pc:sldChg chg="addSp modSp mod">
        <pc:chgData name="ZARB Patrick (Acoss)" userId="0569abcf-ac2a-4451-97bc-ae9b60c85aa6" providerId="ADAL" clId="{A2735145-7E37-4DEA-A0C5-4A83EC9331F3}" dt="2023-08-02T13:36:06.477" v="65" actId="1076"/>
        <pc:sldMkLst>
          <pc:docMk/>
          <pc:sldMk cId="4121608465" sldId="256"/>
        </pc:sldMkLst>
        <pc:spChg chg="mod">
          <ac:chgData name="ZARB Patrick (Acoss)" userId="0569abcf-ac2a-4451-97bc-ae9b60c85aa6" providerId="ADAL" clId="{A2735145-7E37-4DEA-A0C5-4A83EC9331F3}" dt="2023-08-02T13:33:38.770" v="3" actId="1038"/>
          <ac:spMkLst>
            <pc:docMk/>
            <pc:sldMk cId="4121608465" sldId="256"/>
            <ac:spMk id="29" creationId="{B91C1DE3-F433-3C0D-BD81-5BEBB27AFF2A}"/>
          </ac:spMkLst>
        </pc:spChg>
        <pc:spChg chg="add mod">
          <ac:chgData name="ZARB Patrick (Acoss)" userId="0569abcf-ac2a-4451-97bc-ae9b60c85aa6" providerId="ADAL" clId="{A2735145-7E37-4DEA-A0C5-4A83EC9331F3}" dt="2023-08-02T13:34:01.776" v="5" actId="1076"/>
          <ac:spMkLst>
            <pc:docMk/>
            <pc:sldMk cId="4121608465" sldId="256"/>
            <ac:spMk id="38" creationId="{BC75377A-003D-F040-7D15-BBF931A7B33B}"/>
          </ac:spMkLst>
        </pc:spChg>
        <pc:spChg chg="add mod">
          <ac:chgData name="ZARB Patrick (Acoss)" userId="0569abcf-ac2a-4451-97bc-ae9b60c85aa6" providerId="ADAL" clId="{A2735145-7E37-4DEA-A0C5-4A83EC9331F3}" dt="2023-08-02T13:34:45.253" v="21" actId="20577"/>
          <ac:spMkLst>
            <pc:docMk/>
            <pc:sldMk cId="4121608465" sldId="256"/>
            <ac:spMk id="39" creationId="{A1177B6D-8401-6915-0F4C-9E2A3F790E2F}"/>
          </ac:spMkLst>
        </pc:spChg>
        <pc:spChg chg="add mod ord">
          <ac:chgData name="ZARB Patrick (Acoss)" userId="0569abcf-ac2a-4451-97bc-ae9b60c85aa6" providerId="ADAL" clId="{A2735145-7E37-4DEA-A0C5-4A83EC9331F3}" dt="2023-08-02T13:35:33.475" v="61"/>
          <ac:spMkLst>
            <pc:docMk/>
            <pc:sldMk cId="4121608465" sldId="256"/>
            <ac:spMk id="40" creationId="{D59B9DCE-4775-61C1-BE52-B36754DAC65F}"/>
          </ac:spMkLst>
        </pc:spChg>
        <pc:spChg chg="add mod">
          <ac:chgData name="ZARB Patrick (Acoss)" userId="0569abcf-ac2a-4451-97bc-ae9b60c85aa6" providerId="ADAL" clId="{A2735145-7E37-4DEA-A0C5-4A83EC9331F3}" dt="2023-08-02T13:35:14.693" v="47" actId="1036"/>
          <ac:spMkLst>
            <pc:docMk/>
            <pc:sldMk cId="4121608465" sldId="256"/>
            <ac:spMk id="41" creationId="{DB0EFD35-D05A-88EE-3B26-F1C5E84C07FB}"/>
          </ac:spMkLst>
        </pc:spChg>
        <pc:picChg chg="add mod">
          <ac:chgData name="ZARB Patrick (Acoss)" userId="0569abcf-ac2a-4451-97bc-ae9b60c85aa6" providerId="ADAL" clId="{A2735145-7E37-4DEA-A0C5-4A83EC9331F3}" dt="2023-08-02T13:36:06.477" v="65" actId="1076"/>
          <ac:picMkLst>
            <pc:docMk/>
            <pc:sldMk cId="4121608465" sldId="256"/>
            <ac:picMk id="43" creationId="{BB420D41-107A-E154-0EB2-481C9BB2D872}"/>
          </ac:picMkLst>
        </pc:picChg>
      </pc:sldChg>
      <pc:sldChg chg="addSp delSp modSp add mod">
        <pc:chgData name="ZARB Patrick (Acoss)" userId="0569abcf-ac2a-4451-97bc-ae9b60c85aa6" providerId="ADAL" clId="{A2735145-7E37-4DEA-A0C5-4A83EC9331F3}" dt="2023-08-02T14:14:47.317" v="448" actId="1035"/>
        <pc:sldMkLst>
          <pc:docMk/>
          <pc:sldMk cId="3485674845" sldId="257"/>
        </pc:sldMkLst>
        <pc:spChg chg="add del mod ord">
          <ac:chgData name="ZARB Patrick (Acoss)" userId="0569abcf-ac2a-4451-97bc-ae9b60c85aa6" providerId="ADAL" clId="{A2735145-7E37-4DEA-A0C5-4A83EC9331F3}" dt="2023-08-02T13:44:08.003" v="250"/>
          <ac:spMkLst>
            <pc:docMk/>
            <pc:sldMk cId="3485674845" sldId="257"/>
            <ac:spMk id="2" creationId="{5B84A182-FE85-CFB7-2BA3-3018C2CA4402}"/>
          </ac:spMkLst>
        </pc:spChg>
        <pc:spChg chg="add mod">
          <ac:chgData name="ZARB Patrick (Acoss)" userId="0569abcf-ac2a-4451-97bc-ae9b60c85aa6" providerId="ADAL" clId="{A2735145-7E37-4DEA-A0C5-4A83EC9331F3}" dt="2023-08-02T13:46:56.644" v="312" actId="1076"/>
          <ac:spMkLst>
            <pc:docMk/>
            <pc:sldMk cId="3485674845" sldId="257"/>
            <ac:spMk id="3" creationId="{0BD427B5-4533-4F9D-35E5-9F88C21A0016}"/>
          </ac:spMkLst>
        </pc:spChg>
        <pc:spChg chg="add mod">
          <ac:chgData name="ZARB Patrick (Acoss)" userId="0569abcf-ac2a-4451-97bc-ae9b60c85aa6" providerId="ADAL" clId="{A2735145-7E37-4DEA-A0C5-4A83EC9331F3}" dt="2023-08-02T14:12:24.669" v="445" actId="14100"/>
          <ac:spMkLst>
            <pc:docMk/>
            <pc:sldMk cId="3485674845" sldId="257"/>
            <ac:spMk id="4" creationId="{E4042971-385D-2E56-B043-604D3C001484}"/>
          </ac:spMkLst>
        </pc:spChg>
        <pc:spChg chg="add mod">
          <ac:chgData name="ZARB Patrick (Acoss)" userId="0569abcf-ac2a-4451-97bc-ae9b60c85aa6" providerId="ADAL" clId="{A2735145-7E37-4DEA-A0C5-4A83EC9331F3}" dt="2023-08-02T13:51:00.727" v="345" actId="14100"/>
          <ac:spMkLst>
            <pc:docMk/>
            <pc:sldMk cId="3485674845" sldId="257"/>
            <ac:spMk id="6" creationId="{BCBE81C1-1D19-4F07-0193-507C8E40734E}"/>
          </ac:spMkLst>
        </pc:spChg>
        <pc:spChg chg="mod">
          <ac:chgData name="ZARB Patrick (Acoss)" userId="0569abcf-ac2a-4451-97bc-ae9b60c85aa6" providerId="ADAL" clId="{A2735145-7E37-4DEA-A0C5-4A83EC9331F3}" dt="2023-08-02T13:44:15.113" v="278" actId="1035"/>
          <ac:spMkLst>
            <pc:docMk/>
            <pc:sldMk cId="3485674845" sldId="257"/>
            <ac:spMk id="7" creationId="{73B70407-33E5-E5D8-51FA-8C4AD44221A4}"/>
          </ac:spMkLst>
        </pc:spChg>
        <pc:spChg chg="mod">
          <ac:chgData name="ZARB Patrick (Acoss)" userId="0569abcf-ac2a-4451-97bc-ae9b60c85aa6" providerId="ADAL" clId="{A2735145-7E37-4DEA-A0C5-4A83EC9331F3}" dt="2023-08-02T13:44:15.113" v="278" actId="1035"/>
          <ac:spMkLst>
            <pc:docMk/>
            <pc:sldMk cId="3485674845" sldId="257"/>
            <ac:spMk id="8" creationId="{A8A027A9-0FAB-2643-C453-AA7B55E9BAC7}"/>
          </ac:spMkLst>
        </pc:spChg>
        <pc:spChg chg="mod">
          <ac:chgData name="ZARB Patrick (Acoss)" userId="0569abcf-ac2a-4451-97bc-ae9b60c85aa6" providerId="ADAL" clId="{A2735145-7E37-4DEA-A0C5-4A83EC9331F3}" dt="2023-08-02T13:44:15.113" v="278" actId="1035"/>
          <ac:spMkLst>
            <pc:docMk/>
            <pc:sldMk cId="3485674845" sldId="257"/>
            <ac:spMk id="9" creationId="{ED9B408E-9A78-4AD8-77F9-AF2D3D14FC94}"/>
          </ac:spMkLst>
        </pc:spChg>
        <pc:spChg chg="mod">
          <ac:chgData name="ZARB Patrick (Acoss)" userId="0569abcf-ac2a-4451-97bc-ae9b60c85aa6" providerId="ADAL" clId="{A2735145-7E37-4DEA-A0C5-4A83EC9331F3}" dt="2023-08-02T13:44:15.113" v="278" actId="1035"/>
          <ac:spMkLst>
            <pc:docMk/>
            <pc:sldMk cId="3485674845" sldId="257"/>
            <ac:spMk id="10" creationId="{9C7E1E12-042E-7BD1-0BB5-69366BC36434}"/>
          </ac:spMkLst>
        </pc:spChg>
        <pc:spChg chg="mod">
          <ac:chgData name="ZARB Patrick (Acoss)" userId="0569abcf-ac2a-4451-97bc-ae9b60c85aa6" providerId="ADAL" clId="{A2735145-7E37-4DEA-A0C5-4A83EC9331F3}" dt="2023-08-02T13:44:15.113" v="278" actId="1035"/>
          <ac:spMkLst>
            <pc:docMk/>
            <pc:sldMk cId="3485674845" sldId="257"/>
            <ac:spMk id="13" creationId="{50C75833-3B33-8B9F-31A6-65E2D74456D5}"/>
          </ac:spMkLst>
        </pc:spChg>
        <pc:spChg chg="mod">
          <ac:chgData name="ZARB Patrick (Acoss)" userId="0569abcf-ac2a-4451-97bc-ae9b60c85aa6" providerId="ADAL" clId="{A2735145-7E37-4DEA-A0C5-4A83EC9331F3}" dt="2023-08-02T13:44:15.113" v="278" actId="1035"/>
          <ac:spMkLst>
            <pc:docMk/>
            <pc:sldMk cId="3485674845" sldId="257"/>
            <ac:spMk id="14" creationId="{52971095-85DE-C82D-8CAC-B083D99706BA}"/>
          </ac:spMkLst>
        </pc:spChg>
        <pc:spChg chg="mod">
          <ac:chgData name="ZARB Patrick (Acoss)" userId="0569abcf-ac2a-4451-97bc-ae9b60c85aa6" providerId="ADAL" clId="{A2735145-7E37-4DEA-A0C5-4A83EC9331F3}" dt="2023-08-02T13:44:15.113" v="278" actId="1035"/>
          <ac:spMkLst>
            <pc:docMk/>
            <pc:sldMk cId="3485674845" sldId="257"/>
            <ac:spMk id="15" creationId="{8B884407-0663-831D-4FCB-A7B1DEF0B556}"/>
          </ac:spMkLst>
        </pc:spChg>
        <pc:spChg chg="mod">
          <ac:chgData name="ZARB Patrick (Acoss)" userId="0569abcf-ac2a-4451-97bc-ae9b60c85aa6" providerId="ADAL" clId="{A2735145-7E37-4DEA-A0C5-4A83EC9331F3}" dt="2023-08-02T13:44:15.113" v="278" actId="1035"/>
          <ac:spMkLst>
            <pc:docMk/>
            <pc:sldMk cId="3485674845" sldId="257"/>
            <ac:spMk id="16" creationId="{901A2702-653D-8D95-C8DD-ABA0826528AB}"/>
          </ac:spMkLst>
        </pc:spChg>
        <pc:spChg chg="add mod">
          <ac:chgData name="ZARB Patrick (Acoss)" userId="0569abcf-ac2a-4451-97bc-ae9b60c85aa6" providerId="ADAL" clId="{A2735145-7E37-4DEA-A0C5-4A83EC9331F3}" dt="2023-08-02T14:14:47.317" v="448" actId="1035"/>
          <ac:spMkLst>
            <pc:docMk/>
            <pc:sldMk cId="3485674845" sldId="257"/>
            <ac:spMk id="17" creationId="{0D9AEE30-7612-7AB9-1786-9792B9CEE76E}"/>
          </ac:spMkLst>
        </pc:spChg>
        <pc:spChg chg="mod">
          <ac:chgData name="ZARB Patrick (Acoss)" userId="0569abcf-ac2a-4451-97bc-ae9b60c85aa6" providerId="ADAL" clId="{A2735145-7E37-4DEA-A0C5-4A83EC9331F3}" dt="2023-08-02T13:45:01.175" v="309" actId="1035"/>
          <ac:spMkLst>
            <pc:docMk/>
            <pc:sldMk cId="3485674845" sldId="257"/>
            <ac:spMk id="19" creationId="{49861A85-51B5-75EE-0FE3-642A59037BE4}"/>
          </ac:spMkLst>
        </pc:spChg>
        <pc:spChg chg="mod">
          <ac:chgData name="ZARB Patrick (Acoss)" userId="0569abcf-ac2a-4451-97bc-ae9b60c85aa6" providerId="ADAL" clId="{A2735145-7E37-4DEA-A0C5-4A83EC9331F3}" dt="2023-08-02T13:45:01.175" v="309" actId="1035"/>
          <ac:spMkLst>
            <pc:docMk/>
            <pc:sldMk cId="3485674845" sldId="257"/>
            <ac:spMk id="22" creationId="{073506E0-4918-76DB-002B-802DDB6F73AB}"/>
          </ac:spMkLst>
        </pc:spChg>
        <pc:spChg chg="mod">
          <ac:chgData name="ZARB Patrick (Acoss)" userId="0569abcf-ac2a-4451-97bc-ae9b60c85aa6" providerId="ADAL" clId="{A2735145-7E37-4DEA-A0C5-4A83EC9331F3}" dt="2023-08-02T13:45:01.175" v="309" actId="1035"/>
          <ac:spMkLst>
            <pc:docMk/>
            <pc:sldMk cId="3485674845" sldId="257"/>
            <ac:spMk id="23" creationId="{F6FA923C-97E8-AD1C-02ED-14766DB21FC7}"/>
          </ac:spMkLst>
        </pc:spChg>
        <pc:spChg chg="mod">
          <ac:chgData name="ZARB Patrick (Acoss)" userId="0569abcf-ac2a-4451-97bc-ae9b60c85aa6" providerId="ADAL" clId="{A2735145-7E37-4DEA-A0C5-4A83EC9331F3}" dt="2023-08-02T13:40:18.813" v="70" actId="14100"/>
          <ac:spMkLst>
            <pc:docMk/>
            <pc:sldMk cId="3485674845" sldId="257"/>
            <ac:spMk id="25" creationId="{1DF47502-E43B-08FF-3E66-CDCA81F5633D}"/>
          </ac:spMkLst>
        </pc:spChg>
        <pc:spChg chg="mod">
          <ac:chgData name="ZARB Patrick (Acoss)" userId="0569abcf-ac2a-4451-97bc-ae9b60c85aa6" providerId="ADAL" clId="{A2735145-7E37-4DEA-A0C5-4A83EC9331F3}" dt="2023-08-02T13:53:44.134" v="442" actId="1036"/>
          <ac:spMkLst>
            <pc:docMk/>
            <pc:sldMk cId="3485674845" sldId="257"/>
            <ac:spMk id="26" creationId="{234C27EC-4286-B665-7423-22622E12CDA3}"/>
          </ac:spMkLst>
        </pc:spChg>
        <pc:spChg chg="mod">
          <ac:chgData name="ZARB Patrick (Acoss)" userId="0569abcf-ac2a-4451-97bc-ae9b60c85aa6" providerId="ADAL" clId="{A2735145-7E37-4DEA-A0C5-4A83EC9331F3}" dt="2023-08-02T13:53:59.804" v="443" actId="1076"/>
          <ac:spMkLst>
            <pc:docMk/>
            <pc:sldMk cId="3485674845" sldId="257"/>
            <ac:spMk id="28" creationId="{02076ED5-5F60-6E00-01F4-88D6FE88BE58}"/>
          </ac:spMkLst>
        </pc:spChg>
        <pc:spChg chg="mod">
          <ac:chgData name="ZARB Patrick (Acoss)" userId="0569abcf-ac2a-4451-97bc-ae9b60c85aa6" providerId="ADAL" clId="{A2735145-7E37-4DEA-A0C5-4A83EC9331F3}" dt="2023-08-02T13:53:44.134" v="442" actId="1036"/>
          <ac:spMkLst>
            <pc:docMk/>
            <pc:sldMk cId="3485674845" sldId="257"/>
            <ac:spMk id="29" creationId="{B91C1DE3-F433-3C0D-BD81-5BEBB27AFF2A}"/>
          </ac:spMkLst>
        </pc:spChg>
        <pc:spChg chg="mod">
          <ac:chgData name="ZARB Patrick (Acoss)" userId="0569abcf-ac2a-4451-97bc-ae9b60c85aa6" providerId="ADAL" clId="{A2735145-7E37-4DEA-A0C5-4A83EC9331F3}" dt="2023-08-02T13:53:44.134" v="442" actId="1036"/>
          <ac:spMkLst>
            <pc:docMk/>
            <pc:sldMk cId="3485674845" sldId="257"/>
            <ac:spMk id="30" creationId="{F81B37BA-4790-4530-5F5B-6BF36BA053E1}"/>
          </ac:spMkLst>
        </pc:spChg>
        <pc:spChg chg="mod">
          <ac:chgData name="ZARB Patrick (Acoss)" userId="0569abcf-ac2a-4451-97bc-ae9b60c85aa6" providerId="ADAL" clId="{A2735145-7E37-4DEA-A0C5-4A83EC9331F3}" dt="2023-08-02T13:53:44.134" v="442" actId="1036"/>
          <ac:spMkLst>
            <pc:docMk/>
            <pc:sldMk cId="3485674845" sldId="257"/>
            <ac:spMk id="31" creationId="{41E36B43-D861-6847-282B-B878F919170A}"/>
          </ac:spMkLst>
        </pc:spChg>
        <pc:spChg chg="mod">
          <ac:chgData name="ZARB Patrick (Acoss)" userId="0569abcf-ac2a-4451-97bc-ae9b60c85aa6" providerId="ADAL" clId="{A2735145-7E37-4DEA-A0C5-4A83EC9331F3}" dt="2023-08-02T13:53:44.134" v="442" actId="1036"/>
          <ac:spMkLst>
            <pc:docMk/>
            <pc:sldMk cId="3485674845" sldId="257"/>
            <ac:spMk id="32" creationId="{54099EBF-DAF1-7924-EA03-66741F777184}"/>
          </ac:spMkLst>
        </pc:spChg>
        <pc:spChg chg="mod">
          <ac:chgData name="ZARB Patrick (Acoss)" userId="0569abcf-ac2a-4451-97bc-ae9b60c85aa6" providerId="ADAL" clId="{A2735145-7E37-4DEA-A0C5-4A83EC9331F3}" dt="2023-08-02T13:53:44.134" v="442" actId="1036"/>
          <ac:spMkLst>
            <pc:docMk/>
            <pc:sldMk cId="3485674845" sldId="257"/>
            <ac:spMk id="33" creationId="{6184DCEA-963E-21F5-C23F-0D461BFE2C5F}"/>
          </ac:spMkLst>
        </pc:spChg>
        <pc:spChg chg="mod">
          <ac:chgData name="ZARB Patrick (Acoss)" userId="0569abcf-ac2a-4451-97bc-ae9b60c85aa6" providerId="ADAL" clId="{A2735145-7E37-4DEA-A0C5-4A83EC9331F3}" dt="2023-08-02T13:53:44.134" v="442" actId="1036"/>
          <ac:spMkLst>
            <pc:docMk/>
            <pc:sldMk cId="3485674845" sldId="257"/>
            <ac:spMk id="34" creationId="{A0A89451-B50F-0AAF-BC95-F9EFC286A577}"/>
          </ac:spMkLst>
        </pc:spChg>
        <pc:spChg chg="mod">
          <ac:chgData name="ZARB Patrick (Acoss)" userId="0569abcf-ac2a-4451-97bc-ae9b60c85aa6" providerId="ADAL" clId="{A2735145-7E37-4DEA-A0C5-4A83EC9331F3}" dt="2023-08-02T13:53:44.134" v="442" actId="1036"/>
          <ac:spMkLst>
            <pc:docMk/>
            <pc:sldMk cId="3485674845" sldId="257"/>
            <ac:spMk id="38" creationId="{BC75377A-003D-F040-7D15-BBF931A7B33B}"/>
          </ac:spMkLst>
        </pc:spChg>
        <pc:spChg chg="mod">
          <ac:chgData name="ZARB Patrick (Acoss)" userId="0569abcf-ac2a-4451-97bc-ae9b60c85aa6" providerId="ADAL" clId="{A2735145-7E37-4DEA-A0C5-4A83EC9331F3}" dt="2023-08-02T13:53:44.134" v="442" actId="1036"/>
          <ac:spMkLst>
            <pc:docMk/>
            <pc:sldMk cId="3485674845" sldId="257"/>
            <ac:spMk id="39" creationId="{A1177B6D-8401-6915-0F4C-9E2A3F790E2F}"/>
          </ac:spMkLst>
        </pc:spChg>
        <pc:spChg chg="mod">
          <ac:chgData name="ZARB Patrick (Acoss)" userId="0569abcf-ac2a-4451-97bc-ae9b60c85aa6" providerId="ADAL" clId="{A2735145-7E37-4DEA-A0C5-4A83EC9331F3}" dt="2023-08-02T13:53:44.134" v="442" actId="1036"/>
          <ac:spMkLst>
            <pc:docMk/>
            <pc:sldMk cId="3485674845" sldId="257"/>
            <ac:spMk id="40" creationId="{D59B9DCE-4775-61C1-BE52-B36754DAC65F}"/>
          </ac:spMkLst>
        </pc:spChg>
        <pc:spChg chg="mod">
          <ac:chgData name="ZARB Patrick (Acoss)" userId="0569abcf-ac2a-4451-97bc-ae9b60c85aa6" providerId="ADAL" clId="{A2735145-7E37-4DEA-A0C5-4A83EC9331F3}" dt="2023-08-02T13:53:44.134" v="442" actId="1036"/>
          <ac:spMkLst>
            <pc:docMk/>
            <pc:sldMk cId="3485674845" sldId="257"/>
            <ac:spMk id="41" creationId="{DB0EFD35-D05A-88EE-3B26-F1C5E84C07FB}"/>
          </ac:spMkLst>
        </pc:spChg>
        <pc:picChg chg="mod">
          <ac:chgData name="ZARB Patrick (Acoss)" userId="0569abcf-ac2a-4451-97bc-ae9b60c85aa6" providerId="ADAL" clId="{A2735145-7E37-4DEA-A0C5-4A83EC9331F3}" dt="2023-08-02T13:42:14.644" v="121" actId="1035"/>
          <ac:picMkLst>
            <pc:docMk/>
            <pc:sldMk cId="3485674845" sldId="257"/>
            <ac:picMk id="5" creationId="{19594931-7B32-ED00-17D8-F63ABE34F74E}"/>
          </ac:picMkLst>
        </pc:picChg>
        <pc:picChg chg="add mod">
          <ac:chgData name="ZARB Patrick (Acoss)" userId="0569abcf-ac2a-4451-97bc-ae9b60c85aa6" providerId="ADAL" clId="{A2735145-7E37-4DEA-A0C5-4A83EC9331F3}" dt="2023-08-02T13:50:53.549" v="344" actId="1076"/>
          <ac:picMkLst>
            <pc:docMk/>
            <pc:sldMk cId="3485674845" sldId="257"/>
            <ac:picMk id="11" creationId="{3AD6CF16-98A9-9AE5-DD21-E90AD35943AB}"/>
          </ac:picMkLst>
        </pc:picChg>
        <pc:picChg chg="mod">
          <ac:chgData name="ZARB Patrick (Acoss)" userId="0569abcf-ac2a-4451-97bc-ae9b60c85aa6" providerId="ADAL" clId="{A2735145-7E37-4DEA-A0C5-4A83EC9331F3}" dt="2023-08-02T13:44:15.113" v="278" actId="1035"/>
          <ac:picMkLst>
            <pc:docMk/>
            <pc:sldMk cId="3485674845" sldId="257"/>
            <ac:picMk id="12" creationId="{7BE93072-9E52-B6AC-B420-9B8EC3E09518}"/>
          </ac:picMkLst>
        </pc:picChg>
        <pc:picChg chg="mod ord">
          <ac:chgData name="ZARB Patrick (Acoss)" userId="0569abcf-ac2a-4451-97bc-ae9b60c85aa6" providerId="ADAL" clId="{A2735145-7E37-4DEA-A0C5-4A83EC9331F3}" dt="2023-08-02T13:52:13.533" v="382" actId="1076"/>
          <ac:picMkLst>
            <pc:docMk/>
            <pc:sldMk cId="3485674845" sldId="257"/>
            <ac:picMk id="18" creationId="{23719B7F-F130-4228-070E-52809201C6C6}"/>
          </ac:picMkLst>
        </pc:picChg>
        <pc:picChg chg="mod">
          <ac:chgData name="ZARB Patrick (Acoss)" userId="0569abcf-ac2a-4451-97bc-ae9b60c85aa6" providerId="ADAL" clId="{A2735145-7E37-4DEA-A0C5-4A83EC9331F3}" dt="2023-08-02T13:53:44.134" v="442" actId="1036"/>
          <ac:picMkLst>
            <pc:docMk/>
            <pc:sldMk cId="3485674845" sldId="257"/>
            <ac:picMk id="36" creationId="{353A23BE-9068-F189-97EC-1CEEBDAF9EED}"/>
          </ac:picMkLst>
        </pc:picChg>
        <pc:picChg chg="mod">
          <ac:chgData name="ZARB Patrick (Acoss)" userId="0569abcf-ac2a-4451-97bc-ae9b60c85aa6" providerId="ADAL" clId="{A2735145-7E37-4DEA-A0C5-4A83EC9331F3}" dt="2023-08-02T13:53:44.134" v="442" actId="1036"/>
          <ac:picMkLst>
            <pc:docMk/>
            <pc:sldMk cId="3485674845" sldId="257"/>
            <ac:picMk id="37" creationId="{920A0C5D-DD43-3E02-8EB8-E7277290CF7A}"/>
          </ac:picMkLst>
        </pc:picChg>
        <pc:picChg chg="mod">
          <ac:chgData name="ZARB Patrick (Acoss)" userId="0569abcf-ac2a-4451-97bc-ae9b60c85aa6" providerId="ADAL" clId="{A2735145-7E37-4DEA-A0C5-4A83EC9331F3}" dt="2023-08-02T13:52:49.508" v="390" actId="1036"/>
          <ac:picMkLst>
            <pc:docMk/>
            <pc:sldMk cId="3485674845" sldId="257"/>
            <ac:picMk id="43" creationId="{BB420D41-107A-E154-0EB2-481C9BB2D872}"/>
          </ac:picMkLst>
        </pc:picChg>
      </pc:sldChg>
    </pc:docChg>
  </pc:docChgLst>
  <pc:docChgLst>
    <pc:chgData name="ZARB Patrick (Acoss)" userId="0569abcf-ac2a-4451-97bc-ae9b60c85aa6" providerId="ADAL" clId="{CF16CB89-13F3-4C52-8BEC-434949532057}"/>
    <pc:docChg chg="undo custSel modSld">
      <pc:chgData name="ZARB Patrick (Acoss)" userId="0569abcf-ac2a-4451-97bc-ae9b60c85aa6" providerId="ADAL" clId="{CF16CB89-13F3-4C52-8BEC-434949532057}" dt="2023-08-02T14:50:59.870" v="339" actId="1038"/>
      <pc:docMkLst>
        <pc:docMk/>
      </pc:docMkLst>
      <pc:sldChg chg="addSp modSp mod">
        <pc:chgData name="ZARB Patrick (Acoss)" userId="0569abcf-ac2a-4451-97bc-ae9b60c85aa6" providerId="ADAL" clId="{CF16CB89-13F3-4C52-8BEC-434949532057}" dt="2023-08-02T14:43:13.760" v="21" actId="14100"/>
        <pc:sldMkLst>
          <pc:docMk/>
          <pc:sldMk cId="4121608465" sldId="256"/>
        </pc:sldMkLst>
        <pc:spChg chg="mod">
          <ac:chgData name="ZARB Patrick (Acoss)" userId="0569abcf-ac2a-4451-97bc-ae9b60c85aa6" providerId="ADAL" clId="{CF16CB89-13F3-4C52-8BEC-434949532057}" dt="2023-08-02T14:40:43.437" v="8" actId="1076"/>
          <ac:spMkLst>
            <pc:docMk/>
            <pc:sldMk cId="4121608465" sldId="256"/>
            <ac:spMk id="25" creationId="{1DF47502-E43B-08FF-3E66-CDCA81F5633D}"/>
          </ac:spMkLst>
        </pc:spChg>
        <pc:picChg chg="add mod">
          <ac:chgData name="ZARB Patrick (Acoss)" userId="0569abcf-ac2a-4451-97bc-ae9b60c85aa6" providerId="ADAL" clId="{CF16CB89-13F3-4C52-8BEC-434949532057}" dt="2023-08-02T14:40:37.201" v="7" actId="1076"/>
          <ac:picMkLst>
            <pc:docMk/>
            <pc:sldMk cId="4121608465" sldId="256"/>
            <ac:picMk id="3" creationId="{47F2BF00-5495-6070-5F41-A87DEE7C1221}"/>
          </ac:picMkLst>
        </pc:picChg>
        <pc:picChg chg="add mod">
          <ac:chgData name="ZARB Patrick (Acoss)" userId="0569abcf-ac2a-4451-97bc-ae9b60c85aa6" providerId="ADAL" clId="{CF16CB89-13F3-4C52-8BEC-434949532057}" dt="2023-08-02T14:43:13.760" v="21" actId="14100"/>
          <ac:picMkLst>
            <pc:docMk/>
            <pc:sldMk cId="4121608465" sldId="256"/>
            <ac:picMk id="6" creationId="{8CB61E2D-7074-C154-13FB-6C6E038F49DF}"/>
          </ac:picMkLst>
        </pc:picChg>
      </pc:sldChg>
      <pc:sldChg chg="addSp delSp modSp mod">
        <pc:chgData name="ZARB Patrick (Acoss)" userId="0569abcf-ac2a-4451-97bc-ae9b60c85aa6" providerId="ADAL" clId="{CF16CB89-13F3-4C52-8BEC-434949532057}" dt="2023-08-02T14:50:59.870" v="339" actId="1038"/>
        <pc:sldMkLst>
          <pc:docMk/>
          <pc:sldMk cId="3485674845" sldId="257"/>
        </pc:sldMkLst>
        <pc:spChg chg="add del mod">
          <ac:chgData name="ZARB Patrick (Acoss)" userId="0569abcf-ac2a-4451-97bc-ae9b60c85aa6" providerId="ADAL" clId="{CF16CB89-13F3-4C52-8BEC-434949532057}" dt="2023-08-02T14:42:12.159" v="15"/>
          <ac:spMkLst>
            <pc:docMk/>
            <pc:sldMk cId="3485674845" sldId="257"/>
            <ac:spMk id="2" creationId="{8D508198-B8E7-47EB-F74D-DE1E84E1A351}"/>
          </ac:spMkLst>
        </pc:spChg>
        <pc:spChg chg="mod">
          <ac:chgData name="ZARB Patrick (Acoss)" userId="0569abcf-ac2a-4451-97bc-ae9b60c85aa6" providerId="ADAL" clId="{CF16CB89-13F3-4C52-8BEC-434949532057}" dt="2023-08-02T14:50:45.819" v="272" actId="1038"/>
          <ac:spMkLst>
            <pc:docMk/>
            <pc:sldMk cId="3485674845" sldId="257"/>
            <ac:spMk id="17" creationId="{0D9AEE30-7612-7AB9-1786-9792B9CEE76E}"/>
          </ac:spMkLst>
        </pc:spChg>
        <pc:spChg chg="add mod">
          <ac:chgData name="ZARB Patrick (Acoss)" userId="0569abcf-ac2a-4451-97bc-ae9b60c85aa6" providerId="ADAL" clId="{CF16CB89-13F3-4C52-8BEC-434949532057}" dt="2023-08-02T14:44:36.825" v="37" actId="122"/>
          <ac:spMkLst>
            <pc:docMk/>
            <pc:sldMk cId="3485674845" sldId="257"/>
            <ac:spMk id="24" creationId="{44583E23-6F29-6217-EB24-2D8F4588E6A0}"/>
          </ac:spMkLst>
        </pc:spChg>
        <pc:spChg chg="mod">
          <ac:chgData name="ZARB Patrick (Acoss)" userId="0569abcf-ac2a-4451-97bc-ae9b60c85aa6" providerId="ADAL" clId="{CF16CB89-13F3-4C52-8BEC-434949532057}" dt="2023-08-02T14:42:52.187" v="20" actId="207"/>
          <ac:spMkLst>
            <pc:docMk/>
            <pc:sldMk cId="3485674845" sldId="257"/>
            <ac:spMk id="25" creationId="{1DF47502-E43B-08FF-3E66-CDCA81F5633D}"/>
          </ac:spMkLst>
        </pc:spChg>
        <pc:spChg chg="add mod">
          <ac:chgData name="ZARB Patrick (Acoss)" userId="0569abcf-ac2a-4451-97bc-ae9b60c85aa6" providerId="ADAL" clId="{CF16CB89-13F3-4C52-8BEC-434949532057}" dt="2023-08-02T14:45:32.726" v="50"/>
          <ac:spMkLst>
            <pc:docMk/>
            <pc:sldMk cId="3485674845" sldId="257"/>
            <ac:spMk id="27" creationId="{18462A3C-6F96-8730-4761-FCDB68353E3F}"/>
          </ac:spMkLst>
        </pc:spChg>
        <pc:spChg chg="add mod">
          <ac:chgData name="ZARB Patrick (Acoss)" userId="0569abcf-ac2a-4451-97bc-ae9b60c85aa6" providerId="ADAL" clId="{CF16CB89-13F3-4C52-8BEC-434949532057}" dt="2023-08-02T14:46:01.108" v="72" actId="14100"/>
          <ac:spMkLst>
            <pc:docMk/>
            <pc:sldMk cId="3485674845" sldId="257"/>
            <ac:spMk id="35" creationId="{A87A20F6-380C-5DBA-B636-4E505BA549BF}"/>
          </ac:spMkLst>
        </pc:spChg>
        <pc:spChg chg="add mod">
          <ac:chgData name="ZARB Patrick (Acoss)" userId="0569abcf-ac2a-4451-97bc-ae9b60c85aa6" providerId="ADAL" clId="{CF16CB89-13F3-4C52-8BEC-434949532057}" dt="2023-08-02T14:47:32.291" v="138"/>
          <ac:spMkLst>
            <pc:docMk/>
            <pc:sldMk cId="3485674845" sldId="257"/>
            <ac:spMk id="42" creationId="{3835E196-B743-0BCB-C4DA-D67B12E0D0E2}"/>
          </ac:spMkLst>
        </pc:spChg>
        <pc:spChg chg="add mod">
          <ac:chgData name="ZARB Patrick (Acoss)" userId="0569abcf-ac2a-4451-97bc-ae9b60c85aa6" providerId="ADAL" clId="{CF16CB89-13F3-4C52-8BEC-434949532057}" dt="2023-08-02T14:47:07.283" v="132" actId="20577"/>
          <ac:spMkLst>
            <pc:docMk/>
            <pc:sldMk cId="3485674845" sldId="257"/>
            <ac:spMk id="44" creationId="{62BE8B9F-30C7-2F35-8093-72B342C5D1A8}"/>
          </ac:spMkLst>
        </pc:spChg>
        <pc:spChg chg="add mod">
          <ac:chgData name="ZARB Patrick (Acoss)" userId="0569abcf-ac2a-4451-97bc-ae9b60c85aa6" providerId="ADAL" clId="{CF16CB89-13F3-4C52-8BEC-434949532057}" dt="2023-08-02T14:46:33.923" v="104" actId="20577"/>
          <ac:spMkLst>
            <pc:docMk/>
            <pc:sldMk cId="3485674845" sldId="257"/>
            <ac:spMk id="45" creationId="{CA4437B8-99E9-E07D-A0C6-922E6161D15F}"/>
          </ac:spMkLst>
        </pc:spChg>
        <pc:spChg chg="add mod">
          <ac:chgData name="ZARB Patrick (Acoss)" userId="0569abcf-ac2a-4451-97bc-ae9b60c85aa6" providerId="ADAL" clId="{CF16CB89-13F3-4C52-8BEC-434949532057}" dt="2023-08-02T14:50:14.703" v="213" actId="1037"/>
          <ac:spMkLst>
            <pc:docMk/>
            <pc:sldMk cId="3485674845" sldId="257"/>
            <ac:spMk id="46" creationId="{81AF7146-0682-4004-88CE-891D0CF329C1}"/>
          </ac:spMkLst>
        </pc:spChg>
        <pc:picChg chg="mod ord">
          <ac:chgData name="ZARB Patrick (Acoss)" userId="0569abcf-ac2a-4451-97bc-ae9b60c85aa6" providerId="ADAL" clId="{CF16CB89-13F3-4C52-8BEC-434949532057}" dt="2023-08-02T14:50:59.870" v="339" actId="1038"/>
          <ac:picMkLst>
            <pc:docMk/>
            <pc:sldMk cId="3485674845" sldId="257"/>
            <ac:picMk id="18" creationId="{23719B7F-F130-4228-070E-52809201C6C6}"/>
          </ac:picMkLst>
        </pc:picChg>
        <pc:picChg chg="add mod">
          <ac:chgData name="ZARB Patrick (Acoss)" userId="0569abcf-ac2a-4451-97bc-ae9b60c85aa6" providerId="ADAL" clId="{CF16CB89-13F3-4C52-8BEC-434949532057}" dt="2023-08-02T14:42:37.551" v="18" actId="14100"/>
          <ac:picMkLst>
            <pc:docMk/>
            <pc:sldMk cId="3485674845" sldId="257"/>
            <ac:picMk id="20" creationId="{08584BA2-FFB3-E47C-0A35-F76B7C400C74}"/>
          </ac:picMkLst>
        </pc:picChg>
        <pc:picChg chg="add mod">
          <ac:chgData name="ZARB Patrick (Acoss)" userId="0569abcf-ac2a-4451-97bc-ae9b60c85aa6" providerId="ADAL" clId="{CF16CB89-13F3-4C52-8BEC-434949532057}" dt="2023-08-02T14:43:27.622" v="24" actId="14100"/>
          <ac:picMkLst>
            <pc:docMk/>
            <pc:sldMk cId="3485674845" sldId="257"/>
            <ac:picMk id="21" creationId="{392EA307-5AB0-55F6-83F3-0133807A3997}"/>
          </ac:picMkLst>
        </pc:picChg>
      </pc:sldChg>
    </pc:docChg>
  </pc:docChgLst>
  <pc:docChgLst>
    <pc:chgData name="ZARB Patrick (Acoss)" userId="0569abcf-ac2a-4451-97bc-ae9b60c85aa6" providerId="ADAL" clId="{9F6BB49C-6927-4F9D-8F70-C919243724FE}"/>
    <pc:docChg chg="undo custSel modSld">
      <pc:chgData name="ZARB Patrick (Acoss)" userId="0569abcf-ac2a-4451-97bc-ae9b60c85aa6" providerId="ADAL" clId="{9F6BB49C-6927-4F9D-8F70-C919243724FE}" dt="2023-08-04T13:41:40.986" v="398" actId="14100"/>
      <pc:docMkLst>
        <pc:docMk/>
      </pc:docMkLst>
      <pc:sldChg chg="addSp modSp mod">
        <pc:chgData name="ZARB Patrick (Acoss)" userId="0569abcf-ac2a-4451-97bc-ae9b60c85aa6" providerId="ADAL" clId="{9F6BB49C-6927-4F9D-8F70-C919243724FE}" dt="2023-08-04T13:35:10.110" v="214" actId="1076"/>
        <pc:sldMkLst>
          <pc:docMk/>
          <pc:sldMk cId="4121608465" sldId="256"/>
        </pc:sldMkLst>
        <pc:spChg chg="add mod">
          <ac:chgData name="ZARB Patrick (Acoss)" userId="0569abcf-ac2a-4451-97bc-ae9b60c85aa6" providerId="ADAL" clId="{9F6BB49C-6927-4F9D-8F70-C919243724FE}" dt="2023-08-03T15:51:42.988" v="201" actId="20577"/>
          <ac:spMkLst>
            <pc:docMk/>
            <pc:sldMk cId="4121608465" sldId="256"/>
            <ac:spMk id="2" creationId="{FEAC060E-A866-0559-566D-98B41B1E3574}"/>
          </ac:spMkLst>
        </pc:spChg>
        <pc:spChg chg="add mod">
          <ac:chgData name="ZARB Patrick (Acoss)" userId="0569abcf-ac2a-4451-97bc-ae9b60c85aa6" providerId="ADAL" clId="{9F6BB49C-6927-4F9D-8F70-C919243724FE}" dt="2023-08-03T15:51:54.322" v="212" actId="20577"/>
          <ac:spMkLst>
            <pc:docMk/>
            <pc:sldMk cId="4121608465" sldId="256"/>
            <ac:spMk id="4" creationId="{23C6B848-BC31-AFC3-2D55-CDE086CA2D38}"/>
          </ac:spMkLst>
        </pc:spChg>
        <pc:spChg chg="mod">
          <ac:chgData name="ZARB Patrick (Acoss)" userId="0569abcf-ac2a-4451-97bc-ae9b60c85aa6" providerId="ADAL" clId="{9F6BB49C-6927-4F9D-8F70-C919243724FE}" dt="2023-08-03T15:50:31.203" v="183" actId="1035"/>
          <ac:spMkLst>
            <pc:docMk/>
            <pc:sldMk cId="4121608465" sldId="256"/>
            <ac:spMk id="7" creationId="{73B70407-33E5-E5D8-51FA-8C4AD44221A4}"/>
          </ac:spMkLst>
        </pc:spChg>
        <pc:spChg chg="mod">
          <ac:chgData name="ZARB Patrick (Acoss)" userId="0569abcf-ac2a-4451-97bc-ae9b60c85aa6" providerId="ADAL" clId="{9F6BB49C-6927-4F9D-8F70-C919243724FE}" dt="2023-08-03T15:50:31.203" v="183" actId="1035"/>
          <ac:spMkLst>
            <pc:docMk/>
            <pc:sldMk cId="4121608465" sldId="256"/>
            <ac:spMk id="8" creationId="{A8A027A9-0FAB-2643-C453-AA7B55E9BAC7}"/>
          </ac:spMkLst>
        </pc:spChg>
        <pc:spChg chg="mod">
          <ac:chgData name="ZARB Patrick (Acoss)" userId="0569abcf-ac2a-4451-97bc-ae9b60c85aa6" providerId="ADAL" clId="{9F6BB49C-6927-4F9D-8F70-C919243724FE}" dt="2023-08-03T15:50:31.203" v="183" actId="1035"/>
          <ac:spMkLst>
            <pc:docMk/>
            <pc:sldMk cId="4121608465" sldId="256"/>
            <ac:spMk id="9" creationId="{ED9B408E-9A78-4AD8-77F9-AF2D3D14FC94}"/>
          </ac:spMkLst>
        </pc:spChg>
        <pc:spChg chg="mod">
          <ac:chgData name="ZARB Patrick (Acoss)" userId="0569abcf-ac2a-4451-97bc-ae9b60c85aa6" providerId="ADAL" clId="{9F6BB49C-6927-4F9D-8F70-C919243724FE}" dt="2023-08-03T15:50:31.203" v="183" actId="1035"/>
          <ac:spMkLst>
            <pc:docMk/>
            <pc:sldMk cId="4121608465" sldId="256"/>
            <ac:spMk id="10" creationId="{9C7E1E12-042E-7BD1-0BB5-69366BC36434}"/>
          </ac:spMkLst>
        </pc:spChg>
        <pc:spChg chg="mod">
          <ac:chgData name="ZARB Patrick (Acoss)" userId="0569abcf-ac2a-4451-97bc-ae9b60c85aa6" providerId="ADAL" clId="{9F6BB49C-6927-4F9D-8F70-C919243724FE}" dt="2023-08-03T15:50:31.203" v="183" actId="1035"/>
          <ac:spMkLst>
            <pc:docMk/>
            <pc:sldMk cId="4121608465" sldId="256"/>
            <ac:spMk id="13" creationId="{50C75833-3B33-8B9F-31A6-65E2D74456D5}"/>
          </ac:spMkLst>
        </pc:spChg>
        <pc:spChg chg="mod">
          <ac:chgData name="ZARB Patrick (Acoss)" userId="0569abcf-ac2a-4451-97bc-ae9b60c85aa6" providerId="ADAL" clId="{9F6BB49C-6927-4F9D-8F70-C919243724FE}" dt="2023-08-03T15:50:31.203" v="183" actId="1035"/>
          <ac:spMkLst>
            <pc:docMk/>
            <pc:sldMk cId="4121608465" sldId="256"/>
            <ac:spMk id="14" creationId="{52971095-85DE-C82D-8CAC-B083D99706BA}"/>
          </ac:spMkLst>
        </pc:spChg>
        <pc:spChg chg="mod">
          <ac:chgData name="ZARB Patrick (Acoss)" userId="0569abcf-ac2a-4451-97bc-ae9b60c85aa6" providerId="ADAL" clId="{9F6BB49C-6927-4F9D-8F70-C919243724FE}" dt="2023-08-03T15:50:31.203" v="183" actId="1035"/>
          <ac:spMkLst>
            <pc:docMk/>
            <pc:sldMk cId="4121608465" sldId="256"/>
            <ac:spMk id="15" creationId="{8B884407-0663-831D-4FCB-A7B1DEF0B556}"/>
          </ac:spMkLst>
        </pc:spChg>
        <pc:spChg chg="mod">
          <ac:chgData name="ZARB Patrick (Acoss)" userId="0569abcf-ac2a-4451-97bc-ae9b60c85aa6" providerId="ADAL" clId="{9F6BB49C-6927-4F9D-8F70-C919243724FE}" dt="2023-08-03T15:50:31.203" v="183" actId="1035"/>
          <ac:spMkLst>
            <pc:docMk/>
            <pc:sldMk cId="4121608465" sldId="256"/>
            <ac:spMk id="16" creationId="{901A2702-653D-8D95-C8DD-ABA0826528AB}"/>
          </ac:spMkLst>
        </pc:spChg>
        <pc:spChg chg="mod">
          <ac:chgData name="ZARB Patrick (Acoss)" userId="0569abcf-ac2a-4451-97bc-ae9b60c85aa6" providerId="ADAL" clId="{9F6BB49C-6927-4F9D-8F70-C919243724FE}" dt="2023-08-03T15:50:51.117" v="185" actId="14100"/>
          <ac:spMkLst>
            <pc:docMk/>
            <pc:sldMk cId="4121608465" sldId="256"/>
            <ac:spMk id="19" creationId="{49861A85-51B5-75EE-0FE3-642A59037BE4}"/>
          </ac:spMkLst>
        </pc:spChg>
        <pc:spChg chg="mod">
          <ac:chgData name="ZARB Patrick (Acoss)" userId="0569abcf-ac2a-4451-97bc-ae9b60c85aa6" providerId="ADAL" clId="{9F6BB49C-6927-4F9D-8F70-C919243724FE}" dt="2023-08-03T15:51:32.765" v="191" actId="1076"/>
          <ac:spMkLst>
            <pc:docMk/>
            <pc:sldMk cId="4121608465" sldId="256"/>
            <ac:spMk id="22" creationId="{073506E0-4918-76DB-002B-802DDB6F73AB}"/>
          </ac:spMkLst>
        </pc:spChg>
        <pc:spChg chg="mod">
          <ac:chgData name="ZARB Patrick (Acoss)" userId="0569abcf-ac2a-4451-97bc-ae9b60c85aa6" providerId="ADAL" clId="{9F6BB49C-6927-4F9D-8F70-C919243724FE}" dt="2023-08-03T15:50:57.069" v="186" actId="1076"/>
          <ac:spMkLst>
            <pc:docMk/>
            <pc:sldMk cId="4121608465" sldId="256"/>
            <ac:spMk id="23" creationId="{F6FA923C-97E8-AD1C-02ED-14766DB21FC7}"/>
          </ac:spMkLst>
        </pc:spChg>
        <pc:spChg chg="mod">
          <ac:chgData name="ZARB Patrick (Acoss)" userId="0569abcf-ac2a-4451-97bc-ae9b60c85aa6" providerId="ADAL" clId="{9F6BB49C-6927-4F9D-8F70-C919243724FE}" dt="2023-08-03T15:49:53.819" v="148" actId="6549"/>
          <ac:spMkLst>
            <pc:docMk/>
            <pc:sldMk cId="4121608465" sldId="256"/>
            <ac:spMk id="28" creationId="{02076ED5-5F60-6E00-01F4-88D6FE88BE58}"/>
          </ac:spMkLst>
        </pc:spChg>
        <pc:picChg chg="mod">
          <ac:chgData name="ZARB Patrick (Acoss)" userId="0569abcf-ac2a-4451-97bc-ae9b60c85aa6" providerId="ADAL" clId="{9F6BB49C-6927-4F9D-8F70-C919243724FE}" dt="2023-08-03T15:50:12.101" v="149" actId="14100"/>
          <ac:picMkLst>
            <pc:docMk/>
            <pc:sldMk cId="4121608465" sldId="256"/>
            <ac:picMk id="5" creationId="{19594931-7B32-ED00-17D8-F63ABE34F74E}"/>
          </ac:picMkLst>
        </pc:picChg>
        <pc:picChg chg="add mod">
          <ac:chgData name="ZARB Patrick (Acoss)" userId="0569abcf-ac2a-4451-97bc-ae9b60c85aa6" providerId="ADAL" clId="{9F6BB49C-6927-4F9D-8F70-C919243724FE}" dt="2023-08-04T13:35:10.110" v="214" actId="1076"/>
          <ac:picMkLst>
            <pc:docMk/>
            <pc:sldMk cId="4121608465" sldId="256"/>
            <ac:picMk id="11" creationId="{73664C52-87C7-A9F1-7EF1-DFCEAF6C3CAA}"/>
          </ac:picMkLst>
        </pc:picChg>
        <pc:picChg chg="mod">
          <ac:chgData name="ZARB Patrick (Acoss)" userId="0569abcf-ac2a-4451-97bc-ae9b60c85aa6" providerId="ADAL" clId="{9F6BB49C-6927-4F9D-8F70-C919243724FE}" dt="2023-08-03T15:50:31.203" v="183" actId="1035"/>
          <ac:picMkLst>
            <pc:docMk/>
            <pc:sldMk cId="4121608465" sldId="256"/>
            <ac:picMk id="12" creationId="{7BE93072-9E52-B6AC-B420-9B8EC3E09518}"/>
          </ac:picMkLst>
        </pc:picChg>
        <pc:picChg chg="mod">
          <ac:chgData name="ZARB Patrick (Acoss)" userId="0569abcf-ac2a-4451-97bc-ae9b60c85aa6" providerId="ADAL" clId="{9F6BB49C-6927-4F9D-8F70-C919243724FE}" dt="2023-08-03T15:50:31.203" v="183" actId="1035"/>
          <ac:picMkLst>
            <pc:docMk/>
            <pc:sldMk cId="4121608465" sldId="256"/>
            <ac:picMk id="18" creationId="{23719B7F-F130-4228-070E-52809201C6C6}"/>
          </ac:picMkLst>
        </pc:picChg>
      </pc:sldChg>
      <pc:sldChg chg="addSp delSp modSp mod">
        <pc:chgData name="ZARB Patrick (Acoss)" userId="0569abcf-ac2a-4451-97bc-ae9b60c85aa6" providerId="ADAL" clId="{9F6BB49C-6927-4F9D-8F70-C919243724FE}" dt="2023-08-04T13:41:40.986" v="398" actId="14100"/>
        <pc:sldMkLst>
          <pc:docMk/>
          <pc:sldMk cId="3485674845" sldId="257"/>
        </pc:sldMkLst>
        <pc:spChg chg="add mod">
          <ac:chgData name="ZARB Patrick (Acoss)" userId="0569abcf-ac2a-4451-97bc-ae9b60c85aa6" providerId="ADAL" clId="{9F6BB49C-6927-4F9D-8F70-C919243724FE}" dt="2023-08-04T13:35:30.723" v="266" actId="1038"/>
          <ac:spMkLst>
            <pc:docMk/>
            <pc:sldMk cId="3485674845" sldId="257"/>
            <ac:spMk id="2" creationId="{DC8C8B6F-2113-A5F1-488A-7FC303313CD9}"/>
          </ac:spMkLst>
        </pc:spChg>
        <pc:spChg chg="mod">
          <ac:chgData name="ZARB Patrick (Acoss)" userId="0569abcf-ac2a-4451-97bc-ae9b60c85aa6" providerId="ADAL" clId="{9F6BB49C-6927-4F9D-8F70-C919243724FE}" dt="2023-08-03T15:38:43.069" v="54" actId="14100"/>
          <ac:spMkLst>
            <pc:docMk/>
            <pc:sldMk cId="3485674845" sldId="257"/>
            <ac:spMk id="4" creationId="{E4042971-385D-2E56-B043-604D3C001484}"/>
          </ac:spMkLst>
        </pc:spChg>
        <pc:spChg chg="mod">
          <ac:chgData name="ZARB Patrick (Acoss)" userId="0569abcf-ac2a-4451-97bc-ae9b60c85aa6" providerId="ADAL" clId="{9F6BB49C-6927-4F9D-8F70-C919243724FE}" dt="2023-08-04T13:35:37.283" v="267" actId="14100"/>
          <ac:spMkLst>
            <pc:docMk/>
            <pc:sldMk cId="3485674845" sldId="257"/>
            <ac:spMk id="6" creationId="{BCBE81C1-1D19-4F07-0193-507C8E40734E}"/>
          </ac:spMkLst>
        </pc:spChg>
        <pc:spChg chg="mod">
          <ac:chgData name="ZARB Patrick (Acoss)" userId="0569abcf-ac2a-4451-97bc-ae9b60c85aa6" providerId="ADAL" clId="{9F6BB49C-6927-4F9D-8F70-C919243724FE}" dt="2023-08-04T13:40:23.564" v="345" actId="207"/>
          <ac:spMkLst>
            <pc:docMk/>
            <pc:sldMk cId="3485674845" sldId="257"/>
            <ac:spMk id="13" creationId="{50C75833-3B33-8B9F-31A6-65E2D74456D5}"/>
          </ac:spMkLst>
        </pc:spChg>
        <pc:spChg chg="mod">
          <ac:chgData name="ZARB Patrick (Acoss)" userId="0569abcf-ac2a-4451-97bc-ae9b60c85aa6" providerId="ADAL" clId="{9F6BB49C-6927-4F9D-8F70-C919243724FE}" dt="2023-08-04T13:41:40.986" v="398" actId="14100"/>
          <ac:spMkLst>
            <pc:docMk/>
            <pc:sldMk cId="3485674845" sldId="257"/>
            <ac:spMk id="14" creationId="{52971095-85DE-C82D-8CAC-B083D99706BA}"/>
          </ac:spMkLst>
        </pc:spChg>
        <pc:spChg chg="mod">
          <ac:chgData name="ZARB Patrick (Acoss)" userId="0569abcf-ac2a-4451-97bc-ae9b60c85aa6" providerId="ADAL" clId="{9F6BB49C-6927-4F9D-8F70-C919243724FE}" dt="2023-08-03T15:46:39.283" v="140" actId="1036"/>
          <ac:spMkLst>
            <pc:docMk/>
            <pc:sldMk cId="3485674845" sldId="257"/>
            <ac:spMk id="17" creationId="{0D9AEE30-7612-7AB9-1786-9792B9CEE76E}"/>
          </ac:spMkLst>
        </pc:spChg>
        <pc:spChg chg="mod ord">
          <ac:chgData name="ZARB Patrick (Acoss)" userId="0569abcf-ac2a-4451-97bc-ae9b60c85aa6" providerId="ADAL" clId="{9F6BB49C-6927-4F9D-8F70-C919243724FE}" dt="2023-08-03T15:37:11.715" v="28" actId="1035"/>
          <ac:spMkLst>
            <pc:docMk/>
            <pc:sldMk cId="3485674845" sldId="257"/>
            <ac:spMk id="23" creationId="{F6FA923C-97E8-AD1C-02ED-14766DB21FC7}"/>
          </ac:spMkLst>
        </pc:spChg>
        <pc:spChg chg="mod">
          <ac:chgData name="ZARB Patrick (Acoss)" userId="0569abcf-ac2a-4451-97bc-ae9b60c85aa6" providerId="ADAL" clId="{9F6BB49C-6927-4F9D-8F70-C919243724FE}" dt="2023-08-03T15:39:09.413" v="79" actId="1037"/>
          <ac:spMkLst>
            <pc:docMk/>
            <pc:sldMk cId="3485674845" sldId="257"/>
            <ac:spMk id="24" creationId="{44583E23-6F29-6217-EB24-2D8F4588E6A0}"/>
          </ac:spMkLst>
        </pc:spChg>
        <pc:spChg chg="mod">
          <ac:chgData name="ZARB Patrick (Acoss)" userId="0569abcf-ac2a-4451-97bc-ae9b60c85aa6" providerId="ADAL" clId="{9F6BB49C-6927-4F9D-8F70-C919243724FE}" dt="2023-08-03T15:38:21.445" v="47" actId="14100"/>
          <ac:spMkLst>
            <pc:docMk/>
            <pc:sldMk cId="3485674845" sldId="257"/>
            <ac:spMk id="26" creationId="{234C27EC-4286-B665-7423-22622E12CDA3}"/>
          </ac:spMkLst>
        </pc:spChg>
        <pc:spChg chg="mod">
          <ac:chgData name="ZARB Patrick (Acoss)" userId="0569abcf-ac2a-4451-97bc-ae9b60c85aa6" providerId="ADAL" clId="{9F6BB49C-6927-4F9D-8F70-C919243724FE}" dt="2023-08-03T15:38:29.611" v="52" actId="1036"/>
          <ac:spMkLst>
            <pc:docMk/>
            <pc:sldMk cId="3485674845" sldId="257"/>
            <ac:spMk id="27" creationId="{18462A3C-6F96-8730-4761-FCDB68353E3F}"/>
          </ac:spMkLst>
        </pc:spChg>
        <pc:spChg chg="mod">
          <ac:chgData name="ZARB Patrick (Acoss)" userId="0569abcf-ac2a-4451-97bc-ae9b60c85aa6" providerId="ADAL" clId="{9F6BB49C-6927-4F9D-8F70-C919243724FE}" dt="2023-08-03T15:27:26.275" v="5" actId="20577"/>
          <ac:spMkLst>
            <pc:docMk/>
            <pc:sldMk cId="3485674845" sldId="257"/>
            <ac:spMk id="28" creationId="{02076ED5-5F60-6E00-01F4-88D6FE88BE58}"/>
          </ac:spMkLst>
        </pc:spChg>
        <pc:spChg chg="mod">
          <ac:chgData name="ZARB Patrick (Acoss)" userId="0569abcf-ac2a-4451-97bc-ae9b60c85aa6" providerId="ADAL" clId="{9F6BB49C-6927-4F9D-8F70-C919243724FE}" dt="2023-08-03T15:38:29.611" v="52" actId="1036"/>
          <ac:spMkLst>
            <pc:docMk/>
            <pc:sldMk cId="3485674845" sldId="257"/>
            <ac:spMk id="35" creationId="{A87A20F6-380C-5DBA-B636-4E505BA549BF}"/>
          </ac:spMkLst>
        </pc:spChg>
        <pc:spChg chg="mod">
          <ac:chgData name="ZARB Patrick (Acoss)" userId="0569abcf-ac2a-4451-97bc-ae9b60c85aa6" providerId="ADAL" clId="{9F6BB49C-6927-4F9D-8F70-C919243724FE}" dt="2023-08-03T15:38:29.611" v="52" actId="1036"/>
          <ac:spMkLst>
            <pc:docMk/>
            <pc:sldMk cId="3485674845" sldId="257"/>
            <ac:spMk id="42" creationId="{3835E196-B743-0BCB-C4DA-D67B12E0D0E2}"/>
          </ac:spMkLst>
        </pc:spChg>
        <pc:spChg chg="mod">
          <ac:chgData name="ZARB Patrick (Acoss)" userId="0569abcf-ac2a-4451-97bc-ae9b60c85aa6" providerId="ADAL" clId="{9F6BB49C-6927-4F9D-8F70-C919243724FE}" dt="2023-08-03T15:38:29.611" v="52" actId="1036"/>
          <ac:spMkLst>
            <pc:docMk/>
            <pc:sldMk cId="3485674845" sldId="257"/>
            <ac:spMk id="44" creationId="{62BE8B9F-30C7-2F35-8093-72B342C5D1A8}"/>
          </ac:spMkLst>
        </pc:spChg>
        <pc:spChg chg="mod">
          <ac:chgData name="ZARB Patrick (Acoss)" userId="0569abcf-ac2a-4451-97bc-ae9b60c85aa6" providerId="ADAL" clId="{9F6BB49C-6927-4F9D-8F70-C919243724FE}" dt="2023-08-03T15:38:29.611" v="52" actId="1036"/>
          <ac:spMkLst>
            <pc:docMk/>
            <pc:sldMk cId="3485674845" sldId="257"/>
            <ac:spMk id="45" creationId="{CA4437B8-99E9-E07D-A0C6-922E6161D15F}"/>
          </ac:spMkLst>
        </pc:spChg>
        <pc:spChg chg="del">
          <ac:chgData name="ZARB Patrick (Acoss)" userId="0569abcf-ac2a-4451-97bc-ae9b60c85aa6" providerId="ADAL" clId="{9F6BB49C-6927-4F9D-8F70-C919243724FE}" dt="2023-08-03T15:36:30.492" v="18" actId="478"/>
          <ac:spMkLst>
            <pc:docMk/>
            <pc:sldMk cId="3485674845" sldId="257"/>
            <ac:spMk id="46" creationId="{81AF7146-0682-4004-88CE-891D0CF329C1}"/>
          </ac:spMkLst>
        </pc:spChg>
        <pc:spChg chg="add del">
          <ac:chgData name="ZARB Patrick (Acoss)" userId="0569abcf-ac2a-4451-97bc-ae9b60c85aa6" providerId="ADAL" clId="{9F6BB49C-6927-4F9D-8F70-C919243724FE}" dt="2023-08-04T13:39:18.293" v="339" actId="11529"/>
          <ac:spMkLst>
            <pc:docMk/>
            <pc:sldMk cId="3485674845" sldId="257"/>
            <ac:spMk id="46" creationId="{DF63D165-F4FD-2CBD-33B2-750473DDAFEC}"/>
          </ac:spMkLst>
        </pc:spChg>
        <pc:spChg chg="add del">
          <ac:chgData name="ZARB Patrick (Acoss)" userId="0569abcf-ac2a-4451-97bc-ae9b60c85aa6" providerId="ADAL" clId="{9F6BB49C-6927-4F9D-8F70-C919243724FE}" dt="2023-08-04T13:39:44.415" v="341" actId="11529"/>
          <ac:spMkLst>
            <pc:docMk/>
            <pc:sldMk cId="3485674845" sldId="257"/>
            <ac:spMk id="47" creationId="{9AEB9D12-9CE2-23E6-1D95-FC47C3254292}"/>
          </ac:spMkLst>
        </pc:spChg>
        <pc:spChg chg="add del">
          <ac:chgData name="ZARB Patrick (Acoss)" userId="0569abcf-ac2a-4451-97bc-ae9b60c85aa6" providerId="ADAL" clId="{9F6BB49C-6927-4F9D-8F70-C919243724FE}" dt="2023-08-04T13:39:57.653" v="343" actId="478"/>
          <ac:spMkLst>
            <pc:docMk/>
            <pc:sldMk cId="3485674845" sldId="257"/>
            <ac:spMk id="48" creationId="{79455735-CECA-E636-3CD8-AA0BC82176CB}"/>
          </ac:spMkLst>
        </pc:spChg>
        <pc:spChg chg="add mod">
          <ac:chgData name="ZARB Patrick (Acoss)" userId="0569abcf-ac2a-4451-97bc-ae9b60c85aa6" providerId="ADAL" clId="{9F6BB49C-6927-4F9D-8F70-C919243724FE}" dt="2023-08-04T13:41:30.451" v="397" actId="1037"/>
          <ac:spMkLst>
            <pc:docMk/>
            <pc:sldMk cId="3485674845" sldId="257"/>
            <ac:spMk id="49" creationId="{1775568A-EDCC-F6CA-489A-7D9D90258A61}"/>
          </ac:spMkLst>
        </pc:spChg>
        <pc:picChg chg="del">
          <ac:chgData name="ZARB Patrick (Acoss)" userId="0569abcf-ac2a-4451-97bc-ae9b60c85aa6" providerId="ADAL" clId="{9F6BB49C-6927-4F9D-8F70-C919243724FE}" dt="2023-08-03T15:34:53.605" v="15" actId="478"/>
          <ac:picMkLst>
            <pc:docMk/>
            <pc:sldMk cId="3485674845" sldId="257"/>
            <ac:picMk id="11" creationId="{3AD6CF16-98A9-9AE5-DD21-E90AD35943AB}"/>
          </ac:picMkLst>
        </pc:picChg>
        <pc:picChg chg="add mod">
          <ac:chgData name="ZARB Patrick (Acoss)" userId="0569abcf-ac2a-4451-97bc-ae9b60c85aa6" providerId="ADAL" clId="{9F6BB49C-6927-4F9D-8F70-C919243724FE}" dt="2023-08-04T13:35:51.987" v="269" actId="1076"/>
          <ac:picMkLst>
            <pc:docMk/>
            <pc:sldMk cId="3485674845" sldId="257"/>
            <ac:picMk id="11" creationId="{FDBB837D-4CCD-1C03-2FA9-2D4C0E8BAAB8}"/>
          </ac:picMkLst>
        </pc:picChg>
        <pc:picChg chg="mod">
          <ac:chgData name="ZARB Patrick (Acoss)" userId="0569abcf-ac2a-4451-97bc-ae9b60c85aa6" providerId="ADAL" clId="{9F6BB49C-6927-4F9D-8F70-C919243724FE}" dt="2023-08-03T15:46:39.283" v="140" actId="1036"/>
          <ac:picMkLst>
            <pc:docMk/>
            <pc:sldMk cId="3485674845" sldId="257"/>
            <ac:picMk id="18" creationId="{23719B7F-F130-4228-070E-52809201C6C6}"/>
          </ac:picMkLst>
        </pc:picChg>
        <pc:picChg chg="mod ord">
          <ac:chgData name="ZARB Patrick (Acoss)" userId="0569abcf-ac2a-4451-97bc-ae9b60c85aa6" providerId="ADAL" clId="{9F6BB49C-6927-4F9D-8F70-C919243724FE}" dt="2023-08-03T15:40:52.007" v="118" actId="1036"/>
          <ac:picMkLst>
            <pc:docMk/>
            <pc:sldMk cId="3485674845" sldId="257"/>
            <ac:picMk id="43" creationId="{BB420D41-107A-E154-0EB2-481C9BB2D87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74E06C-7522-F6F5-8957-EAC9433550D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35A45C7-981D-BB54-FC6C-D5875CB96D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9367671-F34B-BCBF-F16A-B72DB9099208}"/>
              </a:ext>
            </a:extLst>
          </p:cNvPr>
          <p:cNvSpPr>
            <a:spLocks noGrp="1"/>
          </p:cNvSpPr>
          <p:nvPr>
            <p:ph type="dt" sz="half" idx="10"/>
          </p:nvPr>
        </p:nvSpPr>
        <p:spPr/>
        <p:txBody>
          <a:bodyPr/>
          <a:lstStyle/>
          <a:p>
            <a:fld id="{938B5137-8D9E-4865-9F1E-B614396D3AF6}" type="datetimeFigureOut">
              <a:rPr lang="fr-FR" smtClean="0"/>
              <a:t>04/08/2023</a:t>
            </a:fld>
            <a:endParaRPr lang="fr-FR"/>
          </a:p>
        </p:txBody>
      </p:sp>
      <p:sp>
        <p:nvSpPr>
          <p:cNvPr id="5" name="Espace réservé du pied de page 4">
            <a:extLst>
              <a:ext uri="{FF2B5EF4-FFF2-40B4-BE49-F238E27FC236}">
                <a16:creationId xmlns:a16="http://schemas.microsoft.com/office/drawing/2014/main" id="{683A823C-C46F-BE4E-1655-FA2DB7AB4DF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5138E50-1F80-2EEA-65D1-EF46D39CB91C}"/>
              </a:ext>
            </a:extLst>
          </p:cNvPr>
          <p:cNvSpPr>
            <a:spLocks noGrp="1"/>
          </p:cNvSpPr>
          <p:nvPr>
            <p:ph type="sldNum" sz="quarter" idx="12"/>
          </p:nvPr>
        </p:nvSpPr>
        <p:spPr/>
        <p:txBody>
          <a:bodyPr/>
          <a:lstStyle/>
          <a:p>
            <a:fld id="{A12404D2-A522-402B-BF2B-D6DE8EDC6A46}" type="slidenum">
              <a:rPr lang="fr-FR" smtClean="0"/>
              <a:t>‹N°›</a:t>
            </a:fld>
            <a:endParaRPr lang="fr-FR"/>
          </a:p>
        </p:txBody>
      </p:sp>
    </p:spTree>
    <p:extLst>
      <p:ext uri="{BB962C8B-B14F-4D97-AF65-F5344CB8AC3E}">
        <p14:creationId xmlns:p14="http://schemas.microsoft.com/office/powerpoint/2010/main" val="1361939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7FE414C-88D3-0818-F872-9170074498F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4924DC9-7C57-CF92-E1E5-7922B4B5DDE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0ABA284-AB04-E6EE-55AC-E1BBB9E571BB}"/>
              </a:ext>
            </a:extLst>
          </p:cNvPr>
          <p:cNvSpPr>
            <a:spLocks noGrp="1"/>
          </p:cNvSpPr>
          <p:nvPr>
            <p:ph type="dt" sz="half" idx="10"/>
          </p:nvPr>
        </p:nvSpPr>
        <p:spPr/>
        <p:txBody>
          <a:bodyPr/>
          <a:lstStyle/>
          <a:p>
            <a:fld id="{938B5137-8D9E-4865-9F1E-B614396D3AF6}" type="datetimeFigureOut">
              <a:rPr lang="fr-FR" smtClean="0"/>
              <a:t>04/08/2023</a:t>
            </a:fld>
            <a:endParaRPr lang="fr-FR"/>
          </a:p>
        </p:txBody>
      </p:sp>
      <p:sp>
        <p:nvSpPr>
          <p:cNvPr id="5" name="Espace réservé du pied de page 4">
            <a:extLst>
              <a:ext uri="{FF2B5EF4-FFF2-40B4-BE49-F238E27FC236}">
                <a16:creationId xmlns:a16="http://schemas.microsoft.com/office/drawing/2014/main" id="{98F0CEC5-9AD9-FF60-C7EE-5F013312730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C5230AA-588A-A0CD-8866-E301F0AA0801}"/>
              </a:ext>
            </a:extLst>
          </p:cNvPr>
          <p:cNvSpPr>
            <a:spLocks noGrp="1"/>
          </p:cNvSpPr>
          <p:nvPr>
            <p:ph type="sldNum" sz="quarter" idx="12"/>
          </p:nvPr>
        </p:nvSpPr>
        <p:spPr/>
        <p:txBody>
          <a:bodyPr/>
          <a:lstStyle/>
          <a:p>
            <a:fld id="{A12404D2-A522-402B-BF2B-D6DE8EDC6A46}" type="slidenum">
              <a:rPr lang="fr-FR" smtClean="0"/>
              <a:t>‹N°›</a:t>
            </a:fld>
            <a:endParaRPr lang="fr-FR"/>
          </a:p>
        </p:txBody>
      </p:sp>
    </p:spTree>
    <p:extLst>
      <p:ext uri="{BB962C8B-B14F-4D97-AF65-F5344CB8AC3E}">
        <p14:creationId xmlns:p14="http://schemas.microsoft.com/office/powerpoint/2010/main" val="1053559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2B909A-BE3C-3393-FAAA-B3219B393E1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3712874-147C-85CA-A071-D77C56A0A6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A947328-D6A4-C9CB-6759-9D099016C978}"/>
              </a:ext>
            </a:extLst>
          </p:cNvPr>
          <p:cNvSpPr>
            <a:spLocks noGrp="1"/>
          </p:cNvSpPr>
          <p:nvPr>
            <p:ph type="dt" sz="half" idx="10"/>
          </p:nvPr>
        </p:nvSpPr>
        <p:spPr/>
        <p:txBody>
          <a:bodyPr/>
          <a:lstStyle/>
          <a:p>
            <a:fld id="{938B5137-8D9E-4865-9F1E-B614396D3AF6}" type="datetimeFigureOut">
              <a:rPr lang="fr-FR" smtClean="0"/>
              <a:t>04/08/2023</a:t>
            </a:fld>
            <a:endParaRPr lang="fr-FR"/>
          </a:p>
        </p:txBody>
      </p:sp>
      <p:sp>
        <p:nvSpPr>
          <p:cNvPr id="5" name="Espace réservé du pied de page 4">
            <a:extLst>
              <a:ext uri="{FF2B5EF4-FFF2-40B4-BE49-F238E27FC236}">
                <a16:creationId xmlns:a16="http://schemas.microsoft.com/office/drawing/2014/main" id="{7F3D8AAB-F031-1EBB-1595-FB74AD4033B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ED69EE6-CA3C-559C-BDE2-17C1BA289ED8}"/>
              </a:ext>
            </a:extLst>
          </p:cNvPr>
          <p:cNvSpPr>
            <a:spLocks noGrp="1"/>
          </p:cNvSpPr>
          <p:nvPr>
            <p:ph type="sldNum" sz="quarter" idx="12"/>
          </p:nvPr>
        </p:nvSpPr>
        <p:spPr/>
        <p:txBody>
          <a:bodyPr/>
          <a:lstStyle/>
          <a:p>
            <a:fld id="{A12404D2-A522-402B-BF2B-D6DE8EDC6A46}" type="slidenum">
              <a:rPr lang="fr-FR" smtClean="0"/>
              <a:t>‹N°›</a:t>
            </a:fld>
            <a:endParaRPr lang="fr-FR"/>
          </a:p>
        </p:txBody>
      </p:sp>
    </p:spTree>
    <p:extLst>
      <p:ext uri="{BB962C8B-B14F-4D97-AF65-F5344CB8AC3E}">
        <p14:creationId xmlns:p14="http://schemas.microsoft.com/office/powerpoint/2010/main" val="1463165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01B435-540C-A917-AD02-6B2D9403B1F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7F1B2FE-99B7-CCFD-3CFE-73F48A838F1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C31B2EE-A0A0-F4D1-79B6-83A6E60B95E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79ADF59F-3907-ED0F-A211-408E2E1086E8}"/>
              </a:ext>
            </a:extLst>
          </p:cNvPr>
          <p:cNvSpPr>
            <a:spLocks noGrp="1"/>
          </p:cNvSpPr>
          <p:nvPr>
            <p:ph type="dt" sz="half" idx="10"/>
          </p:nvPr>
        </p:nvSpPr>
        <p:spPr/>
        <p:txBody>
          <a:bodyPr/>
          <a:lstStyle/>
          <a:p>
            <a:fld id="{938B5137-8D9E-4865-9F1E-B614396D3AF6}" type="datetimeFigureOut">
              <a:rPr lang="fr-FR" smtClean="0"/>
              <a:t>04/08/2023</a:t>
            </a:fld>
            <a:endParaRPr lang="fr-FR"/>
          </a:p>
        </p:txBody>
      </p:sp>
      <p:sp>
        <p:nvSpPr>
          <p:cNvPr id="6" name="Espace réservé du pied de page 5">
            <a:extLst>
              <a:ext uri="{FF2B5EF4-FFF2-40B4-BE49-F238E27FC236}">
                <a16:creationId xmlns:a16="http://schemas.microsoft.com/office/drawing/2014/main" id="{1C90C849-D082-9EB4-2039-35A0206F8E7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1B7247F-14D6-CA3D-6ECF-D9A299E7FCF5}"/>
              </a:ext>
            </a:extLst>
          </p:cNvPr>
          <p:cNvSpPr>
            <a:spLocks noGrp="1"/>
          </p:cNvSpPr>
          <p:nvPr>
            <p:ph type="sldNum" sz="quarter" idx="12"/>
          </p:nvPr>
        </p:nvSpPr>
        <p:spPr/>
        <p:txBody>
          <a:bodyPr/>
          <a:lstStyle/>
          <a:p>
            <a:fld id="{A12404D2-A522-402B-BF2B-D6DE8EDC6A46}" type="slidenum">
              <a:rPr lang="fr-FR" smtClean="0"/>
              <a:t>‹N°›</a:t>
            </a:fld>
            <a:endParaRPr lang="fr-FR"/>
          </a:p>
        </p:txBody>
      </p:sp>
    </p:spTree>
    <p:extLst>
      <p:ext uri="{BB962C8B-B14F-4D97-AF65-F5344CB8AC3E}">
        <p14:creationId xmlns:p14="http://schemas.microsoft.com/office/powerpoint/2010/main" val="1031551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E3E429-D966-7935-C2B1-BC814543141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EF86A2E-5C53-C5E7-8925-13ACDB79EB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C0F9AD0-F98A-A739-5117-199306463DD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54C6843-8B20-C3B6-B33D-F4AE1CB1E0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D676742-128A-2F82-9118-7395D08BEDD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79C8FE0E-7F05-8A29-3289-F1DEA093BCF2}"/>
              </a:ext>
            </a:extLst>
          </p:cNvPr>
          <p:cNvSpPr>
            <a:spLocks noGrp="1"/>
          </p:cNvSpPr>
          <p:nvPr>
            <p:ph type="dt" sz="half" idx="10"/>
          </p:nvPr>
        </p:nvSpPr>
        <p:spPr/>
        <p:txBody>
          <a:bodyPr/>
          <a:lstStyle/>
          <a:p>
            <a:fld id="{938B5137-8D9E-4865-9F1E-B614396D3AF6}" type="datetimeFigureOut">
              <a:rPr lang="fr-FR" smtClean="0"/>
              <a:t>04/08/2023</a:t>
            </a:fld>
            <a:endParaRPr lang="fr-FR"/>
          </a:p>
        </p:txBody>
      </p:sp>
      <p:sp>
        <p:nvSpPr>
          <p:cNvPr id="8" name="Espace réservé du pied de page 7">
            <a:extLst>
              <a:ext uri="{FF2B5EF4-FFF2-40B4-BE49-F238E27FC236}">
                <a16:creationId xmlns:a16="http://schemas.microsoft.com/office/drawing/2014/main" id="{BBC31588-BCE0-6E7E-9F10-772E9804F802}"/>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F2084BBE-D44E-CA18-9C68-7E80080CCEF0}"/>
              </a:ext>
            </a:extLst>
          </p:cNvPr>
          <p:cNvSpPr>
            <a:spLocks noGrp="1"/>
          </p:cNvSpPr>
          <p:nvPr>
            <p:ph type="sldNum" sz="quarter" idx="12"/>
          </p:nvPr>
        </p:nvSpPr>
        <p:spPr/>
        <p:txBody>
          <a:bodyPr/>
          <a:lstStyle/>
          <a:p>
            <a:fld id="{A12404D2-A522-402B-BF2B-D6DE8EDC6A46}" type="slidenum">
              <a:rPr lang="fr-FR" smtClean="0"/>
              <a:t>‹N°›</a:t>
            </a:fld>
            <a:endParaRPr lang="fr-FR"/>
          </a:p>
        </p:txBody>
      </p:sp>
    </p:spTree>
    <p:extLst>
      <p:ext uri="{BB962C8B-B14F-4D97-AF65-F5344CB8AC3E}">
        <p14:creationId xmlns:p14="http://schemas.microsoft.com/office/powerpoint/2010/main" val="3655546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DDF25F-B754-0C05-5EA1-40DB2FAD857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11D3633-03E9-5DB8-20E8-0153563121E2}"/>
              </a:ext>
            </a:extLst>
          </p:cNvPr>
          <p:cNvSpPr>
            <a:spLocks noGrp="1"/>
          </p:cNvSpPr>
          <p:nvPr>
            <p:ph type="dt" sz="half" idx="10"/>
          </p:nvPr>
        </p:nvSpPr>
        <p:spPr/>
        <p:txBody>
          <a:bodyPr/>
          <a:lstStyle/>
          <a:p>
            <a:fld id="{938B5137-8D9E-4865-9F1E-B614396D3AF6}" type="datetimeFigureOut">
              <a:rPr lang="fr-FR" smtClean="0"/>
              <a:t>04/08/2023</a:t>
            </a:fld>
            <a:endParaRPr lang="fr-FR"/>
          </a:p>
        </p:txBody>
      </p:sp>
      <p:sp>
        <p:nvSpPr>
          <p:cNvPr id="4" name="Espace réservé du pied de page 3">
            <a:extLst>
              <a:ext uri="{FF2B5EF4-FFF2-40B4-BE49-F238E27FC236}">
                <a16:creationId xmlns:a16="http://schemas.microsoft.com/office/drawing/2014/main" id="{1CF3972A-1B37-5D3F-AF1A-26D6F7A4A9D0}"/>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354364F-E6DB-E075-23F4-CF9D52C7979F}"/>
              </a:ext>
            </a:extLst>
          </p:cNvPr>
          <p:cNvSpPr>
            <a:spLocks noGrp="1"/>
          </p:cNvSpPr>
          <p:nvPr>
            <p:ph type="sldNum" sz="quarter" idx="12"/>
          </p:nvPr>
        </p:nvSpPr>
        <p:spPr/>
        <p:txBody>
          <a:bodyPr/>
          <a:lstStyle/>
          <a:p>
            <a:fld id="{A12404D2-A522-402B-BF2B-D6DE8EDC6A46}" type="slidenum">
              <a:rPr lang="fr-FR" smtClean="0"/>
              <a:t>‹N°›</a:t>
            </a:fld>
            <a:endParaRPr lang="fr-FR"/>
          </a:p>
        </p:txBody>
      </p:sp>
    </p:spTree>
    <p:extLst>
      <p:ext uri="{BB962C8B-B14F-4D97-AF65-F5344CB8AC3E}">
        <p14:creationId xmlns:p14="http://schemas.microsoft.com/office/powerpoint/2010/main" val="641619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383613E-8180-E24F-8764-57086FD92550}"/>
              </a:ext>
            </a:extLst>
          </p:cNvPr>
          <p:cNvSpPr>
            <a:spLocks noGrp="1"/>
          </p:cNvSpPr>
          <p:nvPr>
            <p:ph type="dt" sz="half" idx="10"/>
          </p:nvPr>
        </p:nvSpPr>
        <p:spPr/>
        <p:txBody>
          <a:bodyPr/>
          <a:lstStyle/>
          <a:p>
            <a:fld id="{938B5137-8D9E-4865-9F1E-B614396D3AF6}" type="datetimeFigureOut">
              <a:rPr lang="fr-FR" smtClean="0"/>
              <a:t>04/08/2023</a:t>
            </a:fld>
            <a:endParaRPr lang="fr-FR"/>
          </a:p>
        </p:txBody>
      </p:sp>
      <p:sp>
        <p:nvSpPr>
          <p:cNvPr id="3" name="Espace réservé du pied de page 2">
            <a:extLst>
              <a:ext uri="{FF2B5EF4-FFF2-40B4-BE49-F238E27FC236}">
                <a16:creationId xmlns:a16="http://schemas.microsoft.com/office/drawing/2014/main" id="{A5904822-7482-077D-EF1F-B0B1BEE63C6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1C180B9-35E4-3DDD-084D-4B8ADA8CBD6B}"/>
              </a:ext>
            </a:extLst>
          </p:cNvPr>
          <p:cNvSpPr>
            <a:spLocks noGrp="1"/>
          </p:cNvSpPr>
          <p:nvPr>
            <p:ph type="sldNum" sz="quarter" idx="12"/>
          </p:nvPr>
        </p:nvSpPr>
        <p:spPr/>
        <p:txBody>
          <a:bodyPr/>
          <a:lstStyle/>
          <a:p>
            <a:fld id="{A12404D2-A522-402B-BF2B-D6DE8EDC6A46}" type="slidenum">
              <a:rPr lang="fr-FR" smtClean="0"/>
              <a:t>‹N°›</a:t>
            </a:fld>
            <a:endParaRPr lang="fr-FR"/>
          </a:p>
        </p:txBody>
      </p:sp>
    </p:spTree>
    <p:extLst>
      <p:ext uri="{BB962C8B-B14F-4D97-AF65-F5344CB8AC3E}">
        <p14:creationId xmlns:p14="http://schemas.microsoft.com/office/powerpoint/2010/main" val="896971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DEFB98-106B-BDE1-0C3A-82EA4F75C43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46AE72A3-1DC2-EA22-424D-4DA4BFCEDD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36246026-F711-4A40-2AE0-5154295069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A11525D-9214-5964-0477-7B8ABD7EADA1}"/>
              </a:ext>
            </a:extLst>
          </p:cNvPr>
          <p:cNvSpPr>
            <a:spLocks noGrp="1"/>
          </p:cNvSpPr>
          <p:nvPr>
            <p:ph type="dt" sz="half" idx="10"/>
          </p:nvPr>
        </p:nvSpPr>
        <p:spPr/>
        <p:txBody>
          <a:bodyPr/>
          <a:lstStyle/>
          <a:p>
            <a:fld id="{938B5137-8D9E-4865-9F1E-B614396D3AF6}" type="datetimeFigureOut">
              <a:rPr lang="fr-FR" smtClean="0"/>
              <a:t>04/08/2023</a:t>
            </a:fld>
            <a:endParaRPr lang="fr-FR"/>
          </a:p>
        </p:txBody>
      </p:sp>
      <p:sp>
        <p:nvSpPr>
          <p:cNvPr id="6" name="Espace réservé du pied de page 5">
            <a:extLst>
              <a:ext uri="{FF2B5EF4-FFF2-40B4-BE49-F238E27FC236}">
                <a16:creationId xmlns:a16="http://schemas.microsoft.com/office/drawing/2014/main" id="{1D95D2B5-57D7-D001-08F1-3BFB19F4397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184F3DC-F99F-82DF-FF67-37C66F9F9A11}"/>
              </a:ext>
            </a:extLst>
          </p:cNvPr>
          <p:cNvSpPr>
            <a:spLocks noGrp="1"/>
          </p:cNvSpPr>
          <p:nvPr>
            <p:ph type="sldNum" sz="quarter" idx="12"/>
          </p:nvPr>
        </p:nvSpPr>
        <p:spPr/>
        <p:txBody>
          <a:bodyPr/>
          <a:lstStyle/>
          <a:p>
            <a:fld id="{A12404D2-A522-402B-BF2B-D6DE8EDC6A46}" type="slidenum">
              <a:rPr lang="fr-FR" smtClean="0"/>
              <a:t>‹N°›</a:t>
            </a:fld>
            <a:endParaRPr lang="fr-FR"/>
          </a:p>
        </p:txBody>
      </p:sp>
    </p:spTree>
    <p:extLst>
      <p:ext uri="{BB962C8B-B14F-4D97-AF65-F5344CB8AC3E}">
        <p14:creationId xmlns:p14="http://schemas.microsoft.com/office/powerpoint/2010/main" val="865302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523DC5-9085-999B-FD71-1E74115126A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A31C55E9-C656-8B73-E16B-A92A78894F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3529DDB-0522-66A6-6E27-4EDD4794DF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AA77352-23FF-3C68-F1B6-C5D80007C139}"/>
              </a:ext>
            </a:extLst>
          </p:cNvPr>
          <p:cNvSpPr>
            <a:spLocks noGrp="1"/>
          </p:cNvSpPr>
          <p:nvPr>
            <p:ph type="dt" sz="half" idx="10"/>
          </p:nvPr>
        </p:nvSpPr>
        <p:spPr/>
        <p:txBody>
          <a:bodyPr/>
          <a:lstStyle/>
          <a:p>
            <a:fld id="{938B5137-8D9E-4865-9F1E-B614396D3AF6}" type="datetimeFigureOut">
              <a:rPr lang="fr-FR" smtClean="0"/>
              <a:t>04/08/2023</a:t>
            </a:fld>
            <a:endParaRPr lang="fr-FR"/>
          </a:p>
        </p:txBody>
      </p:sp>
      <p:sp>
        <p:nvSpPr>
          <p:cNvPr id="6" name="Espace réservé du pied de page 5">
            <a:extLst>
              <a:ext uri="{FF2B5EF4-FFF2-40B4-BE49-F238E27FC236}">
                <a16:creationId xmlns:a16="http://schemas.microsoft.com/office/drawing/2014/main" id="{D6C26664-0A4E-1ADC-302B-D1B76912B7E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D8BD58A-DF97-F596-B60C-A5144E9E8704}"/>
              </a:ext>
            </a:extLst>
          </p:cNvPr>
          <p:cNvSpPr>
            <a:spLocks noGrp="1"/>
          </p:cNvSpPr>
          <p:nvPr>
            <p:ph type="sldNum" sz="quarter" idx="12"/>
          </p:nvPr>
        </p:nvSpPr>
        <p:spPr/>
        <p:txBody>
          <a:bodyPr/>
          <a:lstStyle/>
          <a:p>
            <a:fld id="{A12404D2-A522-402B-BF2B-D6DE8EDC6A46}" type="slidenum">
              <a:rPr lang="fr-FR" smtClean="0"/>
              <a:t>‹N°›</a:t>
            </a:fld>
            <a:endParaRPr lang="fr-FR"/>
          </a:p>
        </p:txBody>
      </p:sp>
    </p:spTree>
    <p:extLst>
      <p:ext uri="{BB962C8B-B14F-4D97-AF65-F5344CB8AC3E}">
        <p14:creationId xmlns:p14="http://schemas.microsoft.com/office/powerpoint/2010/main" val="3219311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F27391-3CC3-DD9A-BD05-C045BC22057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CCDC0DA-2FE3-8386-AEEE-C9202E1F1F7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657B845-9102-6417-46F1-8D3CC07AC59C}"/>
              </a:ext>
            </a:extLst>
          </p:cNvPr>
          <p:cNvSpPr>
            <a:spLocks noGrp="1"/>
          </p:cNvSpPr>
          <p:nvPr>
            <p:ph type="dt" sz="half" idx="10"/>
          </p:nvPr>
        </p:nvSpPr>
        <p:spPr/>
        <p:txBody>
          <a:bodyPr/>
          <a:lstStyle/>
          <a:p>
            <a:fld id="{938B5137-8D9E-4865-9F1E-B614396D3AF6}" type="datetimeFigureOut">
              <a:rPr lang="fr-FR" smtClean="0"/>
              <a:t>04/08/2023</a:t>
            </a:fld>
            <a:endParaRPr lang="fr-FR"/>
          </a:p>
        </p:txBody>
      </p:sp>
      <p:sp>
        <p:nvSpPr>
          <p:cNvPr id="5" name="Espace réservé du pied de page 4">
            <a:extLst>
              <a:ext uri="{FF2B5EF4-FFF2-40B4-BE49-F238E27FC236}">
                <a16:creationId xmlns:a16="http://schemas.microsoft.com/office/drawing/2014/main" id="{54C15F56-8E46-F78C-4F46-CF66EFC944E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913AD67-E054-FFCE-9E77-78B60226F456}"/>
              </a:ext>
            </a:extLst>
          </p:cNvPr>
          <p:cNvSpPr>
            <a:spLocks noGrp="1"/>
          </p:cNvSpPr>
          <p:nvPr>
            <p:ph type="sldNum" sz="quarter" idx="12"/>
          </p:nvPr>
        </p:nvSpPr>
        <p:spPr/>
        <p:txBody>
          <a:bodyPr/>
          <a:lstStyle/>
          <a:p>
            <a:fld id="{A12404D2-A522-402B-BF2B-D6DE8EDC6A46}" type="slidenum">
              <a:rPr lang="fr-FR" smtClean="0"/>
              <a:t>‹N°›</a:t>
            </a:fld>
            <a:endParaRPr lang="fr-FR"/>
          </a:p>
        </p:txBody>
      </p:sp>
    </p:spTree>
    <p:extLst>
      <p:ext uri="{BB962C8B-B14F-4D97-AF65-F5344CB8AC3E}">
        <p14:creationId xmlns:p14="http://schemas.microsoft.com/office/powerpoint/2010/main" val="2843555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994377F-03AB-6108-F8FB-EE949911ECD0}"/>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C0EB1EE-9517-E951-91EA-89182FD9F08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0C979FB-5924-A98A-565F-FCFFFA69253D}"/>
              </a:ext>
            </a:extLst>
          </p:cNvPr>
          <p:cNvSpPr>
            <a:spLocks noGrp="1"/>
          </p:cNvSpPr>
          <p:nvPr>
            <p:ph type="dt" sz="half" idx="10"/>
          </p:nvPr>
        </p:nvSpPr>
        <p:spPr/>
        <p:txBody>
          <a:bodyPr/>
          <a:lstStyle/>
          <a:p>
            <a:fld id="{938B5137-8D9E-4865-9F1E-B614396D3AF6}" type="datetimeFigureOut">
              <a:rPr lang="fr-FR" smtClean="0"/>
              <a:t>04/08/2023</a:t>
            </a:fld>
            <a:endParaRPr lang="fr-FR"/>
          </a:p>
        </p:txBody>
      </p:sp>
      <p:sp>
        <p:nvSpPr>
          <p:cNvPr id="5" name="Espace réservé du pied de page 4">
            <a:extLst>
              <a:ext uri="{FF2B5EF4-FFF2-40B4-BE49-F238E27FC236}">
                <a16:creationId xmlns:a16="http://schemas.microsoft.com/office/drawing/2014/main" id="{ADE934F3-2C5E-D19B-5802-1D503E67EA8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3EA2F7A-A345-51B0-9660-03CEB6EB3115}"/>
              </a:ext>
            </a:extLst>
          </p:cNvPr>
          <p:cNvSpPr>
            <a:spLocks noGrp="1"/>
          </p:cNvSpPr>
          <p:nvPr>
            <p:ph type="sldNum" sz="quarter" idx="12"/>
          </p:nvPr>
        </p:nvSpPr>
        <p:spPr/>
        <p:txBody>
          <a:bodyPr/>
          <a:lstStyle/>
          <a:p>
            <a:fld id="{A12404D2-A522-402B-BF2B-D6DE8EDC6A46}" type="slidenum">
              <a:rPr lang="fr-FR" smtClean="0"/>
              <a:t>‹N°›</a:t>
            </a:fld>
            <a:endParaRPr lang="fr-FR"/>
          </a:p>
        </p:txBody>
      </p:sp>
    </p:spTree>
    <p:extLst>
      <p:ext uri="{BB962C8B-B14F-4D97-AF65-F5344CB8AC3E}">
        <p14:creationId xmlns:p14="http://schemas.microsoft.com/office/powerpoint/2010/main" val="2608341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3936247-B977-B205-886A-87E3D9201B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3F215289-6EEB-E5AB-F1C4-5E81D44515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E9F9041-5F4A-E990-0729-9D8F8156A2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8B5137-8D9E-4865-9F1E-B614396D3AF6}" type="datetimeFigureOut">
              <a:rPr lang="fr-FR" smtClean="0"/>
              <a:t>04/08/2023</a:t>
            </a:fld>
            <a:endParaRPr lang="fr-FR"/>
          </a:p>
        </p:txBody>
      </p:sp>
      <p:sp>
        <p:nvSpPr>
          <p:cNvPr id="5" name="Espace réservé du pied de page 4">
            <a:extLst>
              <a:ext uri="{FF2B5EF4-FFF2-40B4-BE49-F238E27FC236}">
                <a16:creationId xmlns:a16="http://schemas.microsoft.com/office/drawing/2014/main" id="{29F48D20-0A62-F572-8CB2-ED940524F5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9EE515D4-BDCD-722A-F4D1-50E4A21FC0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2404D2-A522-402B-BF2B-D6DE8EDC6A46}" type="slidenum">
              <a:rPr lang="fr-FR" smtClean="0"/>
              <a:t>‹N°›</a:t>
            </a:fld>
            <a:endParaRPr lang="fr-FR"/>
          </a:p>
        </p:txBody>
      </p:sp>
    </p:spTree>
    <p:extLst>
      <p:ext uri="{BB962C8B-B14F-4D97-AF65-F5344CB8AC3E}">
        <p14:creationId xmlns:p14="http://schemas.microsoft.com/office/powerpoint/2010/main" val="2341433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19594931-7B32-ED00-17D8-F63ABE34F74E}"/>
              </a:ext>
            </a:extLst>
          </p:cNvPr>
          <p:cNvPicPr>
            <a:picLocks noChangeAspect="1"/>
          </p:cNvPicPr>
          <p:nvPr/>
        </p:nvPicPr>
        <p:blipFill>
          <a:blip r:embed="rId2"/>
          <a:stretch>
            <a:fillRect/>
          </a:stretch>
        </p:blipFill>
        <p:spPr>
          <a:xfrm>
            <a:off x="0" y="579130"/>
            <a:ext cx="12192000" cy="2264654"/>
          </a:xfrm>
          <a:prstGeom prst="rect">
            <a:avLst/>
          </a:prstGeom>
        </p:spPr>
      </p:pic>
      <p:sp>
        <p:nvSpPr>
          <p:cNvPr id="7" name="Rectangle 6">
            <a:extLst>
              <a:ext uri="{FF2B5EF4-FFF2-40B4-BE49-F238E27FC236}">
                <a16:creationId xmlns:a16="http://schemas.microsoft.com/office/drawing/2014/main" id="{73B70407-33E5-E5D8-51FA-8C4AD44221A4}"/>
              </a:ext>
            </a:extLst>
          </p:cNvPr>
          <p:cNvSpPr/>
          <p:nvPr/>
        </p:nvSpPr>
        <p:spPr>
          <a:xfrm>
            <a:off x="0" y="2843784"/>
            <a:ext cx="12192000" cy="3693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A8A027A9-0FAB-2643-C453-AA7B55E9BAC7}"/>
              </a:ext>
            </a:extLst>
          </p:cNvPr>
          <p:cNvSpPr txBox="1"/>
          <p:nvPr/>
        </p:nvSpPr>
        <p:spPr>
          <a:xfrm>
            <a:off x="237744" y="2884815"/>
            <a:ext cx="1956816" cy="276999"/>
          </a:xfrm>
          <a:prstGeom prst="rect">
            <a:avLst/>
          </a:prstGeom>
          <a:noFill/>
        </p:spPr>
        <p:txBody>
          <a:bodyPr wrap="square" rtlCol="0">
            <a:spAutoFit/>
          </a:bodyPr>
          <a:lstStyle/>
          <a:p>
            <a:r>
              <a:rPr lang="fr-FR" sz="1200"/>
              <a:t>Checklist</a:t>
            </a:r>
            <a:endParaRPr lang="fr-FR" sz="1200" dirty="0"/>
          </a:p>
        </p:txBody>
      </p:sp>
      <p:sp>
        <p:nvSpPr>
          <p:cNvPr id="9" name="Rectangle 8">
            <a:extLst>
              <a:ext uri="{FF2B5EF4-FFF2-40B4-BE49-F238E27FC236}">
                <a16:creationId xmlns:a16="http://schemas.microsoft.com/office/drawing/2014/main" id="{ED9B408E-9A78-4AD8-77F9-AF2D3D14FC94}"/>
              </a:ext>
            </a:extLst>
          </p:cNvPr>
          <p:cNvSpPr/>
          <p:nvPr/>
        </p:nvSpPr>
        <p:spPr>
          <a:xfrm>
            <a:off x="0" y="3203972"/>
            <a:ext cx="12192000" cy="369332"/>
          </a:xfrm>
          <a:prstGeom prst="rect">
            <a:avLst/>
          </a:prstGeom>
          <a:solidFill>
            <a:srgbClr val="F1F4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9C7E1E12-042E-7BD1-0BB5-69366BC36434}"/>
              </a:ext>
            </a:extLst>
          </p:cNvPr>
          <p:cNvSpPr txBox="1"/>
          <p:nvPr/>
        </p:nvSpPr>
        <p:spPr>
          <a:xfrm>
            <a:off x="237744" y="3224153"/>
            <a:ext cx="5651932" cy="276999"/>
          </a:xfrm>
          <a:prstGeom prst="rect">
            <a:avLst/>
          </a:prstGeom>
          <a:noFill/>
        </p:spPr>
        <p:txBody>
          <a:bodyPr wrap="none" rtlCol="0">
            <a:spAutoFit/>
          </a:bodyPr>
          <a:lstStyle/>
          <a:p>
            <a:r>
              <a:rPr lang="fr-FR" sz="1200" dirty="0"/>
              <a:t>Je confirme avoir lu et compris les aspects réglementaires des heures supplémentaires :</a:t>
            </a:r>
          </a:p>
        </p:txBody>
      </p:sp>
      <p:pic>
        <p:nvPicPr>
          <p:cNvPr id="12" name="Image 11">
            <a:extLst>
              <a:ext uri="{FF2B5EF4-FFF2-40B4-BE49-F238E27FC236}">
                <a16:creationId xmlns:a16="http://schemas.microsoft.com/office/drawing/2014/main" id="{7BE93072-9E52-B6AC-B420-9B8EC3E09518}"/>
              </a:ext>
            </a:extLst>
          </p:cNvPr>
          <p:cNvPicPr>
            <a:picLocks noChangeAspect="1"/>
          </p:cNvPicPr>
          <p:nvPr/>
        </p:nvPicPr>
        <p:blipFill>
          <a:blip r:embed="rId3"/>
          <a:stretch>
            <a:fillRect/>
          </a:stretch>
        </p:blipFill>
        <p:spPr>
          <a:xfrm>
            <a:off x="5889676" y="3215902"/>
            <a:ext cx="1094535" cy="252585"/>
          </a:xfrm>
          <a:prstGeom prst="rect">
            <a:avLst/>
          </a:prstGeom>
        </p:spPr>
      </p:pic>
      <p:sp>
        <p:nvSpPr>
          <p:cNvPr id="13" name="Rectangle 12">
            <a:extLst>
              <a:ext uri="{FF2B5EF4-FFF2-40B4-BE49-F238E27FC236}">
                <a16:creationId xmlns:a16="http://schemas.microsoft.com/office/drawing/2014/main" id="{50C75833-3B33-8B9F-31A6-65E2D74456D5}"/>
              </a:ext>
            </a:extLst>
          </p:cNvPr>
          <p:cNvSpPr/>
          <p:nvPr/>
        </p:nvSpPr>
        <p:spPr>
          <a:xfrm>
            <a:off x="0" y="3563491"/>
            <a:ext cx="12192000" cy="3693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52971095-85DE-C82D-8CAC-B083D99706BA}"/>
              </a:ext>
            </a:extLst>
          </p:cNvPr>
          <p:cNvSpPr txBox="1"/>
          <p:nvPr/>
        </p:nvSpPr>
        <p:spPr>
          <a:xfrm>
            <a:off x="237744" y="3596156"/>
            <a:ext cx="1956816" cy="276999"/>
          </a:xfrm>
          <a:prstGeom prst="rect">
            <a:avLst/>
          </a:prstGeom>
          <a:noFill/>
        </p:spPr>
        <p:txBody>
          <a:bodyPr wrap="square" rtlCol="0">
            <a:spAutoFit/>
          </a:bodyPr>
          <a:lstStyle/>
          <a:p>
            <a:r>
              <a:rPr lang="fr-FR" sz="1200" dirty="0"/>
              <a:t>Commanditaire :</a:t>
            </a:r>
          </a:p>
        </p:txBody>
      </p:sp>
      <p:sp>
        <p:nvSpPr>
          <p:cNvPr id="15" name="ZoneTexte 14">
            <a:extLst>
              <a:ext uri="{FF2B5EF4-FFF2-40B4-BE49-F238E27FC236}">
                <a16:creationId xmlns:a16="http://schemas.microsoft.com/office/drawing/2014/main" id="{8B884407-0663-831D-4FCB-A7B1DEF0B556}"/>
              </a:ext>
            </a:extLst>
          </p:cNvPr>
          <p:cNvSpPr txBox="1"/>
          <p:nvPr/>
        </p:nvSpPr>
        <p:spPr>
          <a:xfrm>
            <a:off x="6900672" y="3596155"/>
            <a:ext cx="1956816" cy="276999"/>
          </a:xfrm>
          <a:prstGeom prst="rect">
            <a:avLst/>
          </a:prstGeom>
          <a:noFill/>
        </p:spPr>
        <p:txBody>
          <a:bodyPr wrap="square" rtlCol="0">
            <a:spAutoFit/>
          </a:bodyPr>
          <a:lstStyle/>
          <a:p>
            <a:r>
              <a:rPr lang="fr-FR" sz="1200" u="sng" dirty="0"/>
              <a:t>Lien vers </a:t>
            </a:r>
            <a:r>
              <a:rPr lang="fr-FR" sz="1200" u="sng" dirty="0" err="1"/>
              <a:t>redmine</a:t>
            </a:r>
            <a:r>
              <a:rPr lang="fr-FR" sz="1200" u="sng" dirty="0"/>
              <a:t> </a:t>
            </a:r>
          </a:p>
        </p:txBody>
      </p:sp>
      <p:sp>
        <p:nvSpPr>
          <p:cNvPr id="16" name="ZoneTexte 15">
            <a:extLst>
              <a:ext uri="{FF2B5EF4-FFF2-40B4-BE49-F238E27FC236}">
                <a16:creationId xmlns:a16="http://schemas.microsoft.com/office/drawing/2014/main" id="{901A2702-653D-8D95-C8DD-ABA0826528AB}"/>
              </a:ext>
            </a:extLst>
          </p:cNvPr>
          <p:cNvSpPr txBox="1"/>
          <p:nvPr/>
        </p:nvSpPr>
        <p:spPr>
          <a:xfrm>
            <a:off x="3653650" y="3596155"/>
            <a:ext cx="2591702" cy="276999"/>
          </a:xfrm>
          <a:prstGeom prst="rect">
            <a:avLst/>
          </a:prstGeom>
          <a:noFill/>
          <a:ln w="3175">
            <a:solidFill>
              <a:schemeClr val="tx1"/>
            </a:solidFill>
          </a:ln>
        </p:spPr>
        <p:txBody>
          <a:bodyPr wrap="square" rtlCol="0">
            <a:spAutoFit/>
          </a:bodyPr>
          <a:lstStyle/>
          <a:p>
            <a:r>
              <a:rPr lang="fr-FR" sz="1200" dirty="0"/>
              <a:t>N° Redmine :</a:t>
            </a:r>
          </a:p>
        </p:txBody>
      </p:sp>
      <p:pic>
        <p:nvPicPr>
          <p:cNvPr id="18" name="Image 17">
            <a:extLst>
              <a:ext uri="{FF2B5EF4-FFF2-40B4-BE49-F238E27FC236}">
                <a16:creationId xmlns:a16="http://schemas.microsoft.com/office/drawing/2014/main" id="{23719B7F-F130-4228-070E-52809201C6C6}"/>
              </a:ext>
            </a:extLst>
          </p:cNvPr>
          <p:cNvPicPr>
            <a:picLocks noChangeAspect="1"/>
          </p:cNvPicPr>
          <p:nvPr/>
        </p:nvPicPr>
        <p:blipFill>
          <a:blip r:embed="rId4"/>
          <a:stretch>
            <a:fillRect/>
          </a:stretch>
        </p:blipFill>
        <p:spPr>
          <a:xfrm>
            <a:off x="1442978" y="3623935"/>
            <a:ext cx="2123182" cy="256246"/>
          </a:xfrm>
          <a:prstGeom prst="rect">
            <a:avLst/>
          </a:prstGeom>
        </p:spPr>
      </p:pic>
      <p:sp>
        <p:nvSpPr>
          <p:cNvPr id="19" name="Rectangle 18">
            <a:extLst>
              <a:ext uri="{FF2B5EF4-FFF2-40B4-BE49-F238E27FC236}">
                <a16:creationId xmlns:a16="http://schemas.microsoft.com/office/drawing/2014/main" id="{49861A85-51B5-75EE-0FE3-642A59037BE4}"/>
              </a:ext>
            </a:extLst>
          </p:cNvPr>
          <p:cNvSpPr/>
          <p:nvPr/>
        </p:nvSpPr>
        <p:spPr>
          <a:xfrm>
            <a:off x="0" y="3913866"/>
            <a:ext cx="12192000" cy="480367"/>
          </a:xfrm>
          <a:prstGeom prst="rect">
            <a:avLst/>
          </a:prstGeom>
          <a:solidFill>
            <a:srgbClr val="F1F4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073506E0-4918-76DB-002B-802DDB6F73AB}"/>
              </a:ext>
            </a:extLst>
          </p:cNvPr>
          <p:cNvSpPr txBox="1"/>
          <p:nvPr/>
        </p:nvSpPr>
        <p:spPr>
          <a:xfrm>
            <a:off x="422723" y="3997639"/>
            <a:ext cx="2967812" cy="276999"/>
          </a:xfrm>
          <a:prstGeom prst="rect">
            <a:avLst/>
          </a:prstGeom>
          <a:noFill/>
          <a:ln w="3175">
            <a:solidFill>
              <a:schemeClr val="tx1"/>
            </a:solidFill>
          </a:ln>
        </p:spPr>
        <p:txBody>
          <a:bodyPr wrap="square" rtlCol="0">
            <a:spAutoFit/>
          </a:bodyPr>
          <a:lstStyle/>
          <a:p>
            <a:r>
              <a:rPr lang="fr-FR" sz="1200" dirty="0"/>
              <a:t>Objet de l'urgence :</a:t>
            </a:r>
          </a:p>
        </p:txBody>
      </p:sp>
      <p:sp>
        <p:nvSpPr>
          <p:cNvPr id="23" name="ZoneTexte 22">
            <a:extLst>
              <a:ext uri="{FF2B5EF4-FFF2-40B4-BE49-F238E27FC236}">
                <a16:creationId xmlns:a16="http://schemas.microsoft.com/office/drawing/2014/main" id="{F6FA923C-97E8-AD1C-02ED-14766DB21FC7}"/>
              </a:ext>
            </a:extLst>
          </p:cNvPr>
          <p:cNvSpPr txBox="1"/>
          <p:nvPr/>
        </p:nvSpPr>
        <p:spPr>
          <a:xfrm>
            <a:off x="223011" y="4473054"/>
            <a:ext cx="6251448" cy="276999"/>
          </a:xfrm>
          <a:prstGeom prst="rect">
            <a:avLst/>
          </a:prstGeom>
          <a:noFill/>
          <a:ln w="3175">
            <a:solidFill>
              <a:schemeClr val="tx1"/>
            </a:solidFill>
          </a:ln>
        </p:spPr>
        <p:txBody>
          <a:bodyPr wrap="square" rtlCol="0">
            <a:spAutoFit/>
          </a:bodyPr>
          <a:lstStyle/>
          <a:p>
            <a:r>
              <a:rPr lang="fr-FR" sz="1200" dirty="0"/>
              <a:t>Motif de l'urgence :</a:t>
            </a:r>
          </a:p>
        </p:txBody>
      </p:sp>
      <p:sp>
        <p:nvSpPr>
          <p:cNvPr id="25" name="ZoneTexte 24">
            <a:extLst>
              <a:ext uri="{FF2B5EF4-FFF2-40B4-BE49-F238E27FC236}">
                <a16:creationId xmlns:a16="http://schemas.microsoft.com/office/drawing/2014/main" id="{1DF47502-E43B-08FF-3E66-CDCA81F5633D}"/>
              </a:ext>
            </a:extLst>
          </p:cNvPr>
          <p:cNvSpPr txBox="1"/>
          <p:nvPr/>
        </p:nvSpPr>
        <p:spPr>
          <a:xfrm>
            <a:off x="-13047" y="-14031"/>
            <a:ext cx="11640312" cy="584775"/>
          </a:xfrm>
          <a:prstGeom prst="rect">
            <a:avLst/>
          </a:prstGeom>
          <a:solidFill>
            <a:srgbClr val="DCECF4"/>
          </a:solidFill>
        </p:spPr>
        <p:txBody>
          <a:bodyPr wrap="square">
            <a:spAutoFit/>
          </a:bodyPr>
          <a:lstStyle/>
          <a:p>
            <a:pPr algn="ctr"/>
            <a:r>
              <a:rPr lang="fr-FR" sz="1600" b="1" dirty="0">
                <a:solidFill>
                  <a:schemeClr val="accent1">
                    <a:lumMod val="75000"/>
                  </a:schemeClr>
                </a:solidFill>
                <a:latin typeface="Arial" panose="020B0604020202020204" pitchFamily="34" charset="0"/>
                <a:cs typeface="Arial" panose="020B0604020202020204" pitchFamily="34" charset="0"/>
              </a:rPr>
              <a:t>DEMANDE D'AUTORISATION D'EFFECTUER DES </a:t>
            </a:r>
            <a:br>
              <a:rPr lang="fr-FR" sz="1600" b="1" dirty="0">
                <a:solidFill>
                  <a:schemeClr val="accent1">
                    <a:lumMod val="75000"/>
                  </a:schemeClr>
                </a:solidFill>
                <a:latin typeface="Arial" panose="020B0604020202020204" pitchFamily="34" charset="0"/>
                <a:cs typeface="Arial" panose="020B0604020202020204" pitchFamily="34" charset="0"/>
              </a:rPr>
            </a:br>
            <a:r>
              <a:rPr lang="fr-FR" sz="1600" b="1" dirty="0">
                <a:solidFill>
                  <a:schemeClr val="accent1">
                    <a:lumMod val="75000"/>
                  </a:schemeClr>
                </a:solidFill>
                <a:latin typeface="Arial" panose="020B0604020202020204" pitchFamily="34" charset="0"/>
                <a:cs typeface="Arial" panose="020B0604020202020204" pitchFamily="34" charset="0"/>
              </a:rPr>
              <a:t>HEURES SUPPLEMENTAIRES NON PLANIFIEES</a:t>
            </a:r>
          </a:p>
        </p:txBody>
      </p:sp>
      <p:sp>
        <p:nvSpPr>
          <p:cNvPr id="26" name="Rectangle 25">
            <a:extLst>
              <a:ext uri="{FF2B5EF4-FFF2-40B4-BE49-F238E27FC236}">
                <a16:creationId xmlns:a16="http://schemas.microsoft.com/office/drawing/2014/main" id="{234C27EC-4286-B665-7423-22622E12CDA3}"/>
              </a:ext>
            </a:extLst>
          </p:cNvPr>
          <p:cNvSpPr/>
          <p:nvPr/>
        </p:nvSpPr>
        <p:spPr>
          <a:xfrm>
            <a:off x="0" y="4825904"/>
            <a:ext cx="12192000" cy="3693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ZoneTexte 27">
            <a:extLst>
              <a:ext uri="{FF2B5EF4-FFF2-40B4-BE49-F238E27FC236}">
                <a16:creationId xmlns:a16="http://schemas.microsoft.com/office/drawing/2014/main" id="{02076ED5-5F60-6E00-01F4-88D6FE88BE58}"/>
              </a:ext>
            </a:extLst>
          </p:cNvPr>
          <p:cNvSpPr txBox="1"/>
          <p:nvPr/>
        </p:nvSpPr>
        <p:spPr>
          <a:xfrm>
            <a:off x="3205556" y="4867228"/>
            <a:ext cx="5773852" cy="338554"/>
          </a:xfrm>
          <a:prstGeom prst="rect">
            <a:avLst/>
          </a:prstGeom>
          <a:noFill/>
        </p:spPr>
        <p:txBody>
          <a:bodyPr wrap="square" rtlCol="0">
            <a:spAutoFit/>
          </a:bodyPr>
          <a:lstStyle/>
          <a:p>
            <a:pPr algn="ctr"/>
            <a:r>
              <a:rPr lang="fr-FR" sz="1600" b="1" dirty="0"/>
              <a:t>Période concernée</a:t>
            </a:r>
          </a:p>
        </p:txBody>
      </p:sp>
      <p:sp>
        <p:nvSpPr>
          <p:cNvPr id="29" name="Rectangle 28">
            <a:extLst>
              <a:ext uri="{FF2B5EF4-FFF2-40B4-BE49-F238E27FC236}">
                <a16:creationId xmlns:a16="http://schemas.microsoft.com/office/drawing/2014/main" id="{B91C1DE3-F433-3C0D-BD81-5BEBB27AFF2A}"/>
              </a:ext>
            </a:extLst>
          </p:cNvPr>
          <p:cNvSpPr/>
          <p:nvPr/>
        </p:nvSpPr>
        <p:spPr>
          <a:xfrm>
            <a:off x="3048" y="5202683"/>
            <a:ext cx="12192000" cy="369332"/>
          </a:xfrm>
          <a:prstGeom prst="rect">
            <a:avLst/>
          </a:prstGeom>
          <a:solidFill>
            <a:srgbClr val="F1F4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ZoneTexte 29">
            <a:extLst>
              <a:ext uri="{FF2B5EF4-FFF2-40B4-BE49-F238E27FC236}">
                <a16:creationId xmlns:a16="http://schemas.microsoft.com/office/drawing/2014/main" id="{F81B37BA-4790-4530-5F5B-6BF36BA053E1}"/>
              </a:ext>
            </a:extLst>
          </p:cNvPr>
          <p:cNvSpPr txBox="1"/>
          <p:nvPr/>
        </p:nvSpPr>
        <p:spPr>
          <a:xfrm>
            <a:off x="4943856" y="5252966"/>
            <a:ext cx="1956816" cy="276999"/>
          </a:xfrm>
          <a:prstGeom prst="rect">
            <a:avLst/>
          </a:prstGeom>
          <a:noFill/>
          <a:ln w="3175">
            <a:solidFill>
              <a:schemeClr val="tx1"/>
            </a:solidFill>
          </a:ln>
        </p:spPr>
        <p:txBody>
          <a:bodyPr wrap="square" rtlCol="0">
            <a:spAutoFit/>
          </a:bodyPr>
          <a:lstStyle/>
          <a:p>
            <a:r>
              <a:rPr lang="fr-FR" sz="1200" dirty="0"/>
              <a:t>Nombre d'heure(s):</a:t>
            </a:r>
          </a:p>
        </p:txBody>
      </p:sp>
      <p:sp>
        <p:nvSpPr>
          <p:cNvPr id="31" name="ZoneTexte 30">
            <a:extLst>
              <a:ext uri="{FF2B5EF4-FFF2-40B4-BE49-F238E27FC236}">
                <a16:creationId xmlns:a16="http://schemas.microsoft.com/office/drawing/2014/main" id="{41E36B43-D861-6847-282B-B878F919170A}"/>
              </a:ext>
            </a:extLst>
          </p:cNvPr>
          <p:cNvSpPr txBox="1"/>
          <p:nvPr/>
        </p:nvSpPr>
        <p:spPr>
          <a:xfrm>
            <a:off x="2560320" y="5251063"/>
            <a:ext cx="1956816" cy="276999"/>
          </a:xfrm>
          <a:prstGeom prst="rect">
            <a:avLst/>
          </a:prstGeom>
          <a:noFill/>
        </p:spPr>
        <p:txBody>
          <a:bodyPr wrap="square" rtlCol="0">
            <a:spAutoFit/>
          </a:bodyPr>
          <a:lstStyle/>
          <a:p>
            <a:r>
              <a:rPr lang="fr-FR" sz="1200" dirty="0"/>
              <a:t>Date de fin :</a:t>
            </a:r>
          </a:p>
        </p:txBody>
      </p:sp>
      <p:sp>
        <p:nvSpPr>
          <p:cNvPr id="32" name="ZoneTexte 31">
            <a:extLst>
              <a:ext uri="{FF2B5EF4-FFF2-40B4-BE49-F238E27FC236}">
                <a16:creationId xmlns:a16="http://schemas.microsoft.com/office/drawing/2014/main" id="{54099EBF-DAF1-7924-EA03-66741F777184}"/>
              </a:ext>
            </a:extLst>
          </p:cNvPr>
          <p:cNvSpPr txBox="1"/>
          <p:nvPr/>
        </p:nvSpPr>
        <p:spPr>
          <a:xfrm>
            <a:off x="109728" y="5247106"/>
            <a:ext cx="1956816" cy="276999"/>
          </a:xfrm>
          <a:prstGeom prst="rect">
            <a:avLst/>
          </a:prstGeom>
          <a:noFill/>
        </p:spPr>
        <p:txBody>
          <a:bodyPr wrap="square" rtlCol="0">
            <a:spAutoFit/>
          </a:bodyPr>
          <a:lstStyle/>
          <a:p>
            <a:r>
              <a:rPr lang="fr-FR" sz="1200" dirty="0"/>
              <a:t>Date de début :</a:t>
            </a:r>
          </a:p>
        </p:txBody>
      </p:sp>
      <p:sp>
        <p:nvSpPr>
          <p:cNvPr id="33" name="ZoneTexte 32">
            <a:extLst>
              <a:ext uri="{FF2B5EF4-FFF2-40B4-BE49-F238E27FC236}">
                <a16:creationId xmlns:a16="http://schemas.microsoft.com/office/drawing/2014/main" id="{6184DCEA-963E-21F5-C23F-0D461BFE2C5F}"/>
              </a:ext>
            </a:extLst>
          </p:cNvPr>
          <p:cNvSpPr txBox="1"/>
          <p:nvPr/>
        </p:nvSpPr>
        <p:spPr>
          <a:xfrm>
            <a:off x="7485888" y="5247106"/>
            <a:ext cx="1956816" cy="276999"/>
          </a:xfrm>
          <a:prstGeom prst="rect">
            <a:avLst/>
          </a:prstGeom>
          <a:noFill/>
          <a:ln w="3175">
            <a:solidFill>
              <a:schemeClr val="tx1"/>
            </a:solidFill>
          </a:ln>
        </p:spPr>
        <p:txBody>
          <a:bodyPr wrap="square" rtlCol="0">
            <a:spAutoFit/>
          </a:bodyPr>
          <a:lstStyle/>
          <a:p>
            <a:r>
              <a:rPr lang="fr-FR" sz="1200" dirty="0"/>
              <a:t>Heure de début :</a:t>
            </a:r>
          </a:p>
        </p:txBody>
      </p:sp>
      <p:sp>
        <p:nvSpPr>
          <p:cNvPr id="34" name="ZoneTexte 33">
            <a:extLst>
              <a:ext uri="{FF2B5EF4-FFF2-40B4-BE49-F238E27FC236}">
                <a16:creationId xmlns:a16="http://schemas.microsoft.com/office/drawing/2014/main" id="{A0A89451-B50F-0AAF-BC95-F9EFC286A577}"/>
              </a:ext>
            </a:extLst>
          </p:cNvPr>
          <p:cNvSpPr txBox="1"/>
          <p:nvPr/>
        </p:nvSpPr>
        <p:spPr>
          <a:xfrm>
            <a:off x="9670449" y="5244944"/>
            <a:ext cx="1956816" cy="276999"/>
          </a:xfrm>
          <a:prstGeom prst="rect">
            <a:avLst/>
          </a:prstGeom>
          <a:noFill/>
          <a:ln w="3175">
            <a:solidFill>
              <a:schemeClr val="tx1"/>
            </a:solidFill>
          </a:ln>
        </p:spPr>
        <p:txBody>
          <a:bodyPr wrap="square" rtlCol="0">
            <a:spAutoFit/>
          </a:bodyPr>
          <a:lstStyle/>
          <a:p>
            <a:r>
              <a:rPr lang="fr-FR" sz="1200" dirty="0"/>
              <a:t>Heure de fin:</a:t>
            </a:r>
          </a:p>
        </p:txBody>
      </p:sp>
      <p:pic>
        <p:nvPicPr>
          <p:cNvPr id="36" name="Image 35">
            <a:extLst>
              <a:ext uri="{FF2B5EF4-FFF2-40B4-BE49-F238E27FC236}">
                <a16:creationId xmlns:a16="http://schemas.microsoft.com/office/drawing/2014/main" id="{353A23BE-9068-F189-97EC-1CEEBDAF9EED}"/>
              </a:ext>
            </a:extLst>
          </p:cNvPr>
          <p:cNvPicPr>
            <a:picLocks noChangeAspect="1"/>
          </p:cNvPicPr>
          <p:nvPr/>
        </p:nvPicPr>
        <p:blipFill>
          <a:blip r:embed="rId5"/>
          <a:stretch>
            <a:fillRect/>
          </a:stretch>
        </p:blipFill>
        <p:spPr>
          <a:xfrm>
            <a:off x="1177865" y="5297513"/>
            <a:ext cx="1217863" cy="203656"/>
          </a:xfrm>
          <a:prstGeom prst="rect">
            <a:avLst/>
          </a:prstGeom>
        </p:spPr>
      </p:pic>
      <p:pic>
        <p:nvPicPr>
          <p:cNvPr id="37" name="Image 36">
            <a:extLst>
              <a:ext uri="{FF2B5EF4-FFF2-40B4-BE49-F238E27FC236}">
                <a16:creationId xmlns:a16="http://schemas.microsoft.com/office/drawing/2014/main" id="{920A0C5D-DD43-3E02-8EB8-E7277290CF7A}"/>
              </a:ext>
            </a:extLst>
          </p:cNvPr>
          <p:cNvPicPr>
            <a:picLocks noChangeAspect="1"/>
          </p:cNvPicPr>
          <p:nvPr/>
        </p:nvPicPr>
        <p:blipFill>
          <a:blip r:embed="rId5"/>
          <a:stretch>
            <a:fillRect/>
          </a:stretch>
        </p:blipFill>
        <p:spPr>
          <a:xfrm>
            <a:off x="3475202" y="5293992"/>
            <a:ext cx="1217863" cy="203656"/>
          </a:xfrm>
          <a:prstGeom prst="rect">
            <a:avLst/>
          </a:prstGeom>
        </p:spPr>
      </p:pic>
      <p:sp>
        <p:nvSpPr>
          <p:cNvPr id="38" name="Rectangle 37">
            <a:extLst>
              <a:ext uri="{FF2B5EF4-FFF2-40B4-BE49-F238E27FC236}">
                <a16:creationId xmlns:a16="http://schemas.microsoft.com/office/drawing/2014/main" id="{BC75377A-003D-F040-7D15-BBF931A7B33B}"/>
              </a:ext>
            </a:extLst>
          </p:cNvPr>
          <p:cNvSpPr/>
          <p:nvPr/>
        </p:nvSpPr>
        <p:spPr>
          <a:xfrm>
            <a:off x="3048" y="5569499"/>
            <a:ext cx="12192000" cy="3693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ZoneTexte 38">
            <a:extLst>
              <a:ext uri="{FF2B5EF4-FFF2-40B4-BE49-F238E27FC236}">
                <a16:creationId xmlns:a16="http://schemas.microsoft.com/office/drawing/2014/main" id="{A1177B6D-8401-6915-0F4C-9E2A3F790E2F}"/>
              </a:ext>
            </a:extLst>
          </p:cNvPr>
          <p:cNvSpPr txBox="1"/>
          <p:nvPr/>
        </p:nvSpPr>
        <p:spPr>
          <a:xfrm>
            <a:off x="199457" y="5618935"/>
            <a:ext cx="1956816" cy="276999"/>
          </a:xfrm>
          <a:prstGeom prst="rect">
            <a:avLst/>
          </a:prstGeom>
          <a:noFill/>
          <a:ln w="3175">
            <a:solidFill>
              <a:schemeClr val="tx1"/>
            </a:solidFill>
          </a:ln>
        </p:spPr>
        <p:txBody>
          <a:bodyPr wrap="square" rtlCol="0">
            <a:spAutoFit/>
          </a:bodyPr>
          <a:lstStyle/>
          <a:p>
            <a:r>
              <a:rPr lang="fr-FR" sz="1200" dirty="0"/>
              <a:t>Commentaires:</a:t>
            </a:r>
          </a:p>
        </p:txBody>
      </p:sp>
      <p:sp>
        <p:nvSpPr>
          <p:cNvPr id="41" name="Rectangle 40">
            <a:extLst>
              <a:ext uri="{FF2B5EF4-FFF2-40B4-BE49-F238E27FC236}">
                <a16:creationId xmlns:a16="http://schemas.microsoft.com/office/drawing/2014/main" id="{DB0EFD35-D05A-88EE-3B26-F1C5E84C07FB}"/>
              </a:ext>
            </a:extLst>
          </p:cNvPr>
          <p:cNvSpPr/>
          <p:nvPr/>
        </p:nvSpPr>
        <p:spPr>
          <a:xfrm>
            <a:off x="3048" y="5941911"/>
            <a:ext cx="12192000" cy="369332"/>
          </a:xfrm>
          <a:prstGeom prst="rect">
            <a:avLst/>
          </a:prstGeom>
          <a:solidFill>
            <a:srgbClr val="F1F4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D59B9DCE-4775-61C1-BE52-B36754DAC65F}"/>
              </a:ext>
            </a:extLst>
          </p:cNvPr>
          <p:cNvSpPr txBox="1"/>
          <p:nvPr/>
        </p:nvSpPr>
        <p:spPr>
          <a:xfrm>
            <a:off x="199457" y="5996436"/>
            <a:ext cx="1956816" cy="276999"/>
          </a:xfrm>
          <a:prstGeom prst="rect">
            <a:avLst/>
          </a:prstGeom>
          <a:noFill/>
          <a:ln w="3175">
            <a:solidFill>
              <a:schemeClr val="tx1"/>
            </a:solidFill>
          </a:ln>
        </p:spPr>
        <p:txBody>
          <a:bodyPr wrap="square" rtlCol="0">
            <a:spAutoFit/>
          </a:bodyPr>
          <a:lstStyle/>
          <a:p>
            <a:r>
              <a:rPr lang="fr-FR" sz="1200" dirty="0"/>
              <a:t>Pièce(s) jointe(s):</a:t>
            </a:r>
          </a:p>
        </p:txBody>
      </p:sp>
      <p:pic>
        <p:nvPicPr>
          <p:cNvPr id="43" name="Image 42">
            <a:extLst>
              <a:ext uri="{FF2B5EF4-FFF2-40B4-BE49-F238E27FC236}">
                <a16:creationId xmlns:a16="http://schemas.microsoft.com/office/drawing/2014/main" id="{BB420D41-107A-E154-0EB2-481C9BB2D872}"/>
              </a:ext>
            </a:extLst>
          </p:cNvPr>
          <p:cNvPicPr>
            <a:picLocks noChangeAspect="1"/>
          </p:cNvPicPr>
          <p:nvPr/>
        </p:nvPicPr>
        <p:blipFill>
          <a:blip r:embed="rId6"/>
          <a:stretch>
            <a:fillRect/>
          </a:stretch>
        </p:blipFill>
        <p:spPr>
          <a:xfrm>
            <a:off x="8257069" y="6389461"/>
            <a:ext cx="3621927" cy="396665"/>
          </a:xfrm>
          <a:prstGeom prst="rect">
            <a:avLst/>
          </a:prstGeom>
        </p:spPr>
      </p:pic>
      <p:pic>
        <p:nvPicPr>
          <p:cNvPr id="3" name="Image 2">
            <a:extLst>
              <a:ext uri="{FF2B5EF4-FFF2-40B4-BE49-F238E27FC236}">
                <a16:creationId xmlns:a16="http://schemas.microsoft.com/office/drawing/2014/main" id="{47F2BF00-5495-6070-5F41-A87DEE7C1221}"/>
              </a:ext>
            </a:extLst>
          </p:cNvPr>
          <p:cNvPicPr>
            <a:picLocks noChangeAspect="1"/>
          </p:cNvPicPr>
          <p:nvPr/>
        </p:nvPicPr>
        <p:blipFill>
          <a:blip r:embed="rId7"/>
          <a:stretch>
            <a:fillRect/>
          </a:stretch>
        </p:blipFill>
        <p:spPr>
          <a:xfrm>
            <a:off x="199457" y="-9733"/>
            <a:ext cx="2208356" cy="584565"/>
          </a:xfrm>
          <a:prstGeom prst="rect">
            <a:avLst/>
          </a:prstGeom>
        </p:spPr>
      </p:pic>
      <p:pic>
        <p:nvPicPr>
          <p:cNvPr id="6" name="Image 5">
            <a:extLst>
              <a:ext uri="{FF2B5EF4-FFF2-40B4-BE49-F238E27FC236}">
                <a16:creationId xmlns:a16="http://schemas.microsoft.com/office/drawing/2014/main" id="{8CB61E2D-7074-C154-13FB-6C6E038F49DF}"/>
              </a:ext>
            </a:extLst>
          </p:cNvPr>
          <p:cNvPicPr>
            <a:picLocks noChangeAspect="1"/>
          </p:cNvPicPr>
          <p:nvPr/>
        </p:nvPicPr>
        <p:blipFill>
          <a:blip r:embed="rId8"/>
          <a:stretch>
            <a:fillRect/>
          </a:stretch>
        </p:blipFill>
        <p:spPr>
          <a:xfrm>
            <a:off x="10497312" y="-18119"/>
            <a:ext cx="1694688" cy="574720"/>
          </a:xfrm>
          <a:prstGeom prst="rect">
            <a:avLst/>
          </a:prstGeom>
        </p:spPr>
      </p:pic>
      <p:sp>
        <p:nvSpPr>
          <p:cNvPr id="2" name="ZoneTexte 1">
            <a:extLst>
              <a:ext uri="{FF2B5EF4-FFF2-40B4-BE49-F238E27FC236}">
                <a16:creationId xmlns:a16="http://schemas.microsoft.com/office/drawing/2014/main" id="{FEAC060E-A866-0559-566D-98B41B1E3574}"/>
              </a:ext>
            </a:extLst>
          </p:cNvPr>
          <p:cNvSpPr txBox="1"/>
          <p:nvPr/>
        </p:nvSpPr>
        <p:spPr>
          <a:xfrm>
            <a:off x="4065845" y="3995162"/>
            <a:ext cx="2967812" cy="276999"/>
          </a:xfrm>
          <a:prstGeom prst="rect">
            <a:avLst/>
          </a:prstGeom>
          <a:noFill/>
          <a:ln w="3175">
            <a:solidFill>
              <a:schemeClr val="tx1"/>
            </a:solidFill>
          </a:ln>
        </p:spPr>
        <p:txBody>
          <a:bodyPr wrap="square" rtlCol="0">
            <a:spAutoFit/>
          </a:bodyPr>
          <a:lstStyle/>
          <a:p>
            <a:r>
              <a:rPr lang="fr-FR" sz="1200" dirty="0"/>
              <a:t>Catégorie :</a:t>
            </a:r>
          </a:p>
        </p:txBody>
      </p:sp>
      <p:sp>
        <p:nvSpPr>
          <p:cNvPr id="4" name="ZoneTexte 3">
            <a:extLst>
              <a:ext uri="{FF2B5EF4-FFF2-40B4-BE49-F238E27FC236}">
                <a16:creationId xmlns:a16="http://schemas.microsoft.com/office/drawing/2014/main" id="{23C6B848-BC31-AFC3-2D55-CDE086CA2D38}"/>
              </a:ext>
            </a:extLst>
          </p:cNvPr>
          <p:cNvSpPr txBox="1"/>
          <p:nvPr/>
        </p:nvSpPr>
        <p:spPr>
          <a:xfrm>
            <a:off x="8384277" y="4001979"/>
            <a:ext cx="2967812" cy="276999"/>
          </a:xfrm>
          <a:prstGeom prst="rect">
            <a:avLst/>
          </a:prstGeom>
          <a:noFill/>
          <a:ln w="3175">
            <a:solidFill>
              <a:schemeClr val="tx1"/>
            </a:solidFill>
          </a:ln>
        </p:spPr>
        <p:txBody>
          <a:bodyPr wrap="square" rtlCol="0">
            <a:spAutoFit/>
          </a:bodyPr>
          <a:lstStyle/>
          <a:p>
            <a:r>
              <a:rPr lang="fr-FR" sz="1200" dirty="0"/>
              <a:t>Si autre :</a:t>
            </a:r>
          </a:p>
        </p:txBody>
      </p:sp>
      <p:pic>
        <p:nvPicPr>
          <p:cNvPr id="11" name="Image 10">
            <a:extLst>
              <a:ext uri="{FF2B5EF4-FFF2-40B4-BE49-F238E27FC236}">
                <a16:creationId xmlns:a16="http://schemas.microsoft.com/office/drawing/2014/main" id="{73664C52-87C7-A9F1-7EF1-DFCEAF6C3CAA}"/>
              </a:ext>
            </a:extLst>
          </p:cNvPr>
          <p:cNvPicPr>
            <a:picLocks noChangeAspect="1"/>
          </p:cNvPicPr>
          <p:nvPr/>
        </p:nvPicPr>
        <p:blipFill>
          <a:blip r:embed="rId4"/>
          <a:stretch>
            <a:fillRect/>
          </a:stretch>
        </p:blipFill>
        <p:spPr>
          <a:xfrm>
            <a:off x="4860673" y="4004540"/>
            <a:ext cx="2123182" cy="256246"/>
          </a:xfrm>
          <a:prstGeom prst="rect">
            <a:avLst/>
          </a:prstGeom>
        </p:spPr>
      </p:pic>
    </p:spTree>
    <p:extLst>
      <p:ext uri="{BB962C8B-B14F-4D97-AF65-F5344CB8AC3E}">
        <p14:creationId xmlns:p14="http://schemas.microsoft.com/office/powerpoint/2010/main" val="4121608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Image 42">
            <a:extLst>
              <a:ext uri="{FF2B5EF4-FFF2-40B4-BE49-F238E27FC236}">
                <a16:creationId xmlns:a16="http://schemas.microsoft.com/office/drawing/2014/main" id="{BB420D41-107A-E154-0EB2-481C9BB2D872}"/>
              </a:ext>
            </a:extLst>
          </p:cNvPr>
          <p:cNvPicPr>
            <a:picLocks noChangeAspect="1"/>
          </p:cNvPicPr>
          <p:nvPr/>
        </p:nvPicPr>
        <p:blipFill>
          <a:blip r:embed="rId2"/>
          <a:stretch>
            <a:fillRect/>
          </a:stretch>
        </p:blipFill>
        <p:spPr>
          <a:xfrm>
            <a:off x="8257069" y="6465661"/>
            <a:ext cx="3621927" cy="396665"/>
          </a:xfrm>
          <a:prstGeom prst="rect">
            <a:avLst/>
          </a:prstGeom>
        </p:spPr>
      </p:pic>
      <p:pic>
        <p:nvPicPr>
          <p:cNvPr id="5" name="Image 4">
            <a:extLst>
              <a:ext uri="{FF2B5EF4-FFF2-40B4-BE49-F238E27FC236}">
                <a16:creationId xmlns:a16="http://schemas.microsoft.com/office/drawing/2014/main" id="{19594931-7B32-ED00-17D8-F63ABE34F74E}"/>
              </a:ext>
            </a:extLst>
          </p:cNvPr>
          <p:cNvPicPr>
            <a:picLocks noChangeAspect="1"/>
          </p:cNvPicPr>
          <p:nvPr/>
        </p:nvPicPr>
        <p:blipFill>
          <a:blip r:embed="rId3"/>
          <a:stretch>
            <a:fillRect/>
          </a:stretch>
        </p:blipFill>
        <p:spPr>
          <a:xfrm>
            <a:off x="0" y="512455"/>
            <a:ext cx="12192000" cy="2103195"/>
          </a:xfrm>
          <a:prstGeom prst="rect">
            <a:avLst/>
          </a:prstGeom>
        </p:spPr>
      </p:pic>
      <p:sp>
        <p:nvSpPr>
          <p:cNvPr id="7" name="Rectangle 6">
            <a:extLst>
              <a:ext uri="{FF2B5EF4-FFF2-40B4-BE49-F238E27FC236}">
                <a16:creationId xmlns:a16="http://schemas.microsoft.com/office/drawing/2014/main" id="{73B70407-33E5-E5D8-51FA-8C4AD44221A4}"/>
              </a:ext>
            </a:extLst>
          </p:cNvPr>
          <p:cNvSpPr/>
          <p:nvPr/>
        </p:nvSpPr>
        <p:spPr>
          <a:xfrm>
            <a:off x="0" y="2628900"/>
            <a:ext cx="12192000" cy="3693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A8A027A9-0FAB-2643-C453-AA7B55E9BAC7}"/>
              </a:ext>
            </a:extLst>
          </p:cNvPr>
          <p:cNvSpPr txBox="1"/>
          <p:nvPr/>
        </p:nvSpPr>
        <p:spPr>
          <a:xfrm>
            <a:off x="237744" y="2669931"/>
            <a:ext cx="1956816" cy="276999"/>
          </a:xfrm>
          <a:prstGeom prst="rect">
            <a:avLst/>
          </a:prstGeom>
          <a:noFill/>
        </p:spPr>
        <p:txBody>
          <a:bodyPr wrap="square" rtlCol="0">
            <a:spAutoFit/>
          </a:bodyPr>
          <a:lstStyle/>
          <a:p>
            <a:r>
              <a:rPr lang="fr-FR" sz="1200"/>
              <a:t>Checklist</a:t>
            </a:r>
            <a:endParaRPr lang="fr-FR" sz="1200" dirty="0"/>
          </a:p>
        </p:txBody>
      </p:sp>
      <p:sp>
        <p:nvSpPr>
          <p:cNvPr id="9" name="Rectangle 8">
            <a:extLst>
              <a:ext uri="{FF2B5EF4-FFF2-40B4-BE49-F238E27FC236}">
                <a16:creationId xmlns:a16="http://schemas.microsoft.com/office/drawing/2014/main" id="{ED9B408E-9A78-4AD8-77F9-AF2D3D14FC94}"/>
              </a:ext>
            </a:extLst>
          </p:cNvPr>
          <p:cNvSpPr/>
          <p:nvPr/>
        </p:nvSpPr>
        <p:spPr>
          <a:xfrm>
            <a:off x="0" y="2989088"/>
            <a:ext cx="12192000" cy="369332"/>
          </a:xfrm>
          <a:prstGeom prst="rect">
            <a:avLst/>
          </a:prstGeom>
          <a:solidFill>
            <a:srgbClr val="F1F4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9C7E1E12-042E-7BD1-0BB5-69366BC36434}"/>
              </a:ext>
            </a:extLst>
          </p:cNvPr>
          <p:cNvSpPr txBox="1"/>
          <p:nvPr/>
        </p:nvSpPr>
        <p:spPr>
          <a:xfrm>
            <a:off x="237744" y="3009269"/>
            <a:ext cx="5651932" cy="276999"/>
          </a:xfrm>
          <a:prstGeom prst="rect">
            <a:avLst/>
          </a:prstGeom>
          <a:noFill/>
        </p:spPr>
        <p:txBody>
          <a:bodyPr wrap="none" rtlCol="0">
            <a:spAutoFit/>
          </a:bodyPr>
          <a:lstStyle/>
          <a:p>
            <a:r>
              <a:rPr lang="fr-FR" sz="1200" dirty="0"/>
              <a:t>Je confirme avoir lu et compris les aspects réglementaires des heures supplémentaires :</a:t>
            </a:r>
          </a:p>
        </p:txBody>
      </p:sp>
      <p:pic>
        <p:nvPicPr>
          <p:cNvPr id="12" name="Image 11">
            <a:extLst>
              <a:ext uri="{FF2B5EF4-FFF2-40B4-BE49-F238E27FC236}">
                <a16:creationId xmlns:a16="http://schemas.microsoft.com/office/drawing/2014/main" id="{7BE93072-9E52-B6AC-B420-9B8EC3E09518}"/>
              </a:ext>
            </a:extLst>
          </p:cNvPr>
          <p:cNvPicPr>
            <a:picLocks noChangeAspect="1"/>
          </p:cNvPicPr>
          <p:nvPr/>
        </p:nvPicPr>
        <p:blipFill>
          <a:blip r:embed="rId4"/>
          <a:stretch>
            <a:fillRect/>
          </a:stretch>
        </p:blipFill>
        <p:spPr>
          <a:xfrm>
            <a:off x="5889676" y="3001018"/>
            <a:ext cx="1094535" cy="252585"/>
          </a:xfrm>
          <a:prstGeom prst="rect">
            <a:avLst/>
          </a:prstGeom>
        </p:spPr>
      </p:pic>
      <p:sp>
        <p:nvSpPr>
          <p:cNvPr id="13" name="Rectangle 12">
            <a:extLst>
              <a:ext uri="{FF2B5EF4-FFF2-40B4-BE49-F238E27FC236}">
                <a16:creationId xmlns:a16="http://schemas.microsoft.com/office/drawing/2014/main" id="{50C75833-3B33-8B9F-31A6-65E2D74456D5}"/>
              </a:ext>
            </a:extLst>
          </p:cNvPr>
          <p:cNvSpPr/>
          <p:nvPr/>
        </p:nvSpPr>
        <p:spPr>
          <a:xfrm>
            <a:off x="0" y="3348607"/>
            <a:ext cx="12192000"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52971095-85DE-C82D-8CAC-B083D99706BA}"/>
              </a:ext>
            </a:extLst>
          </p:cNvPr>
          <p:cNvSpPr txBox="1"/>
          <p:nvPr/>
        </p:nvSpPr>
        <p:spPr>
          <a:xfrm>
            <a:off x="237744" y="3381272"/>
            <a:ext cx="2157984" cy="276999"/>
          </a:xfrm>
          <a:prstGeom prst="rect">
            <a:avLst/>
          </a:prstGeom>
          <a:noFill/>
          <a:ln w="3175">
            <a:solidFill>
              <a:schemeClr val="tx1"/>
            </a:solidFill>
          </a:ln>
        </p:spPr>
        <p:txBody>
          <a:bodyPr wrap="square" rtlCol="0">
            <a:spAutoFit/>
          </a:bodyPr>
          <a:lstStyle/>
          <a:p>
            <a:r>
              <a:rPr lang="fr-FR" sz="1200" dirty="0"/>
              <a:t>Justificatif G2C fourni en PJ :</a:t>
            </a:r>
          </a:p>
        </p:txBody>
      </p:sp>
      <p:sp>
        <p:nvSpPr>
          <p:cNvPr id="15" name="ZoneTexte 14">
            <a:extLst>
              <a:ext uri="{FF2B5EF4-FFF2-40B4-BE49-F238E27FC236}">
                <a16:creationId xmlns:a16="http://schemas.microsoft.com/office/drawing/2014/main" id="{8B884407-0663-831D-4FCB-A7B1DEF0B556}"/>
              </a:ext>
            </a:extLst>
          </p:cNvPr>
          <p:cNvSpPr txBox="1"/>
          <p:nvPr/>
        </p:nvSpPr>
        <p:spPr>
          <a:xfrm>
            <a:off x="6900672" y="3381271"/>
            <a:ext cx="1956816" cy="276999"/>
          </a:xfrm>
          <a:prstGeom prst="rect">
            <a:avLst/>
          </a:prstGeom>
          <a:noFill/>
        </p:spPr>
        <p:txBody>
          <a:bodyPr wrap="square" rtlCol="0">
            <a:spAutoFit/>
          </a:bodyPr>
          <a:lstStyle/>
          <a:p>
            <a:r>
              <a:rPr lang="fr-FR" sz="1200" u="sng" dirty="0"/>
              <a:t>Lien vers </a:t>
            </a:r>
            <a:r>
              <a:rPr lang="fr-FR" sz="1200" u="sng" dirty="0" err="1"/>
              <a:t>redmine</a:t>
            </a:r>
            <a:r>
              <a:rPr lang="fr-FR" sz="1200" u="sng" dirty="0"/>
              <a:t> </a:t>
            </a:r>
          </a:p>
        </p:txBody>
      </p:sp>
      <p:sp>
        <p:nvSpPr>
          <p:cNvPr id="16" name="ZoneTexte 15">
            <a:extLst>
              <a:ext uri="{FF2B5EF4-FFF2-40B4-BE49-F238E27FC236}">
                <a16:creationId xmlns:a16="http://schemas.microsoft.com/office/drawing/2014/main" id="{901A2702-653D-8D95-C8DD-ABA0826528AB}"/>
              </a:ext>
            </a:extLst>
          </p:cNvPr>
          <p:cNvSpPr txBox="1"/>
          <p:nvPr/>
        </p:nvSpPr>
        <p:spPr>
          <a:xfrm>
            <a:off x="3653650" y="3381271"/>
            <a:ext cx="2591702" cy="276999"/>
          </a:xfrm>
          <a:prstGeom prst="rect">
            <a:avLst/>
          </a:prstGeom>
          <a:noFill/>
          <a:ln w="3175">
            <a:solidFill>
              <a:schemeClr val="tx1"/>
            </a:solidFill>
          </a:ln>
        </p:spPr>
        <p:txBody>
          <a:bodyPr wrap="square" rtlCol="0">
            <a:spAutoFit/>
          </a:bodyPr>
          <a:lstStyle/>
          <a:p>
            <a:r>
              <a:rPr lang="fr-FR" sz="1200" dirty="0"/>
              <a:t>N° Redmine :</a:t>
            </a:r>
          </a:p>
        </p:txBody>
      </p:sp>
      <p:sp>
        <p:nvSpPr>
          <p:cNvPr id="19" name="Rectangle 18">
            <a:extLst>
              <a:ext uri="{FF2B5EF4-FFF2-40B4-BE49-F238E27FC236}">
                <a16:creationId xmlns:a16="http://schemas.microsoft.com/office/drawing/2014/main" id="{49861A85-51B5-75EE-0FE3-642A59037BE4}"/>
              </a:ext>
            </a:extLst>
          </p:cNvPr>
          <p:cNvSpPr/>
          <p:nvPr/>
        </p:nvSpPr>
        <p:spPr>
          <a:xfrm>
            <a:off x="0" y="3718032"/>
            <a:ext cx="12192000" cy="369332"/>
          </a:xfrm>
          <a:prstGeom prst="rect">
            <a:avLst/>
          </a:prstGeom>
          <a:solidFill>
            <a:srgbClr val="F1F4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073506E0-4918-76DB-002B-802DDB6F73AB}"/>
              </a:ext>
            </a:extLst>
          </p:cNvPr>
          <p:cNvSpPr txBox="1"/>
          <p:nvPr/>
        </p:nvSpPr>
        <p:spPr>
          <a:xfrm>
            <a:off x="237744" y="3754832"/>
            <a:ext cx="5358384" cy="276999"/>
          </a:xfrm>
          <a:prstGeom prst="rect">
            <a:avLst/>
          </a:prstGeom>
          <a:noFill/>
          <a:ln w="3175">
            <a:solidFill>
              <a:schemeClr val="tx1"/>
            </a:solidFill>
          </a:ln>
        </p:spPr>
        <p:txBody>
          <a:bodyPr wrap="square" rtlCol="0">
            <a:spAutoFit/>
          </a:bodyPr>
          <a:lstStyle/>
          <a:p>
            <a:r>
              <a:rPr lang="fr-FR" sz="1200" dirty="0"/>
              <a:t>Objet de la demande :</a:t>
            </a:r>
          </a:p>
        </p:txBody>
      </p:sp>
      <p:sp>
        <p:nvSpPr>
          <p:cNvPr id="25" name="ZoneTexte 24">
            <a:extLst>
              <a:ext uri="{FF2B5EF4-FFF2-40B4-BE49-F238E27FC236}">
                <a16:creationId xmlns:a16="http://schemas.microsoft.com/office/drawing/2014/main" id="{1DF47502-E43B-08FF-3E66-CDCA81F5633D}"/>
              </a:ext>
            </a:extLst>
          </p:cNvPr>
          <p:cNvSpPr txBox="1"/>
          <p:nvPr/>
        </p:nvSpPr>
        <p:spPr>
          <a:xfrm>
            <a:off x="-29519" y="0"/>
            <a:ext cx="12192000" cy="523220"/>
          </a:xfrm>
          <a:prstGeom prst="rect">
            <a:avLst/>
          </a:prstGeom>
          <a:solidFill>
            <a:srgbClr val="DCECF4"/>
          </a:solidFill>
          <a:ln>
            <a:solidFill>
              <a:srgbClr val="DCECF4"/>
            </a:solidFill>
          </a:ln>
        </p:spPr>
        <p:txBody>
          <a:bodyPr wrap="square">
            <a:spAutoFit/>
          </a:bodyPr>
          <a:lstStyle/>
          <a:p>
            <a:pPr algn="ctr"/>
            <a:r>
              <a:rPr lang="fr-FR" sz="1400" b="1" dirty="0">
                <a:solidFill>
                  <a:schemeClr val="accent1">
                    <a:lumMod val="75000"/>
                  </a:schemeClr>
                </a:solidFill>
                <a:latin typeface="Arial" panose="020B0604020202020204" pitchFamily="34" charset="0"/>
                <a:cs typeface="Arial" panose="020B0604020202020204" pitchFamily="34" charset="0"/>
              </a:rPr>
              <a:t>DEMANDE PREALABLE HEURES SUPPLEMENTAIRES (salarié à temps complet) </a:t>
            </a:r>
            <a:br>
              <a:rPr lang="fr-FR" sz="1400" b="1" dirty="0">
                <a:solidFill>
                  <a:schemeClr val="accent1">
                    <a:lumMod val="75000"/>
                  </a:schemeClr>
                </a:solidFill>
                <a:latin typeface="Arial" panose="020B0604020202020204" pitchFamily="34" charset="0"/>
                <a:cs typeface="Arial" panose="020B0604020202020204" pitchFamily="34" charset="0"/>
              </a:rPr>
            </a:br>
            <a:r>
              <a:rPr lang="fr-FR" sz="1400" b="1" dirty="0">
                <a:solidFill>
                  <a:schemeClr val="accent1">
                    <a:lumMod val="75000"/>
                  </a:schemeClr>
                </a:solidFill>
                <a:latin typeface="Arial" panose="020B0604020202020204" pitchFamily="34" charset="0"/>
                <a:cs typeface="Arial" panose="020B0604020202020204" pitchFamily="34" charset="0"/>
              </a:rPr>
              <a:t>ou COMPLEMENTAIRES (pour les salariés à temps partiel)</a:t>
            </a:r>
          </a:p>
        </p:txBody>
      </p:sp>
      <p:sp>
        <p:nvSpPr>
          <p:cNvPr id="26" name="Rectangle 25">
            <a:extLst>
              <a:ext uri="{FF2B5EF4-FFF2-40B4-BE49-F238E27FC236}">
                <a16:creationId xmlns:a16="http://schemas.microsoft.com/office/drawing/2014/main" id="{234C27EC-4286-B665-7423-22622E12CDA3}"/>
              </a:ext>
            </a:extLst>
          </p:cNvPr>
          <p:cNvSpPr/>
          <p:nvPr/>
        </p:nvSpPr>
        <p:spPr>
          <a:xfrm>
            <a:off x="0" y="5066502"/>
            <a:ext cx="12192000" cy="3001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ZoneTexte 27">
            <a:extLst>
              <a:ext uri="{FF2B5EF4-FFF2-40B4-BE49-F238E27FC236}">
                <a16:creationId xmlns:a16="http://schemas.microsoft.com/office/drawing/2014/main" id="{02076ED5-5F60-6E00-01F4-88D6FE88BE58}"/>
              </a:ext>
            </a:extLst>
          </p:cNvPr>
          <p:cNvSpPr txBox="1"/>
          <p:nvPr/>
        </p:nvSpPr>
        <p:spPr>
          <a:xfrm>
            <a:off x="3204794" y="5028706"/>
            <a:ext cx="5773852" cy="338554"/>
          </a:xfrm>
          <a:prstGeom prst="rect">
            <a:avLst/>
          </a:prstGeom>
          <a:noFill/>
        </p:spPr>
        <p:txBody>
          <a:bodyPr wrap="square" rtlCol="0">
            <a:spAutoFit/>
          </a:bodyPr>
          <a:lstStyle/>
          <a:p>
            <a:pPr algn="ctr"/>
            <a:r>
              <a:rPr lang="fr-FR" sz="1600" b="1" dirty="0"/>
              <a:t>Période concernée</a:t>
            </a:r>
          </a:p>
        </p:txBody>
      </p:sp>
      <p:sp>
        <p:nvSpPr>
          <p:cNvPr id="29" name="Rectangle 28">
            <a:extLst>
              <a:ext uri="{FF2B5EF4-FFF2-40B4-BE49-F238E27FC236}">
                <a16:creationId xmlns:a16="http://schemas.microsoft.com/office/drawing/2014/main" id="{B91C1DE3-F433-3C0D-BD81-5BEBB27AFF2A}"/>
              </a:ext>
            </a:extLst>
          </p:cNvPr>
          <p:cNvSpPr/>
          <p:nvPr/>
        </p:nvSpPr>
        <p:spPr>
          <a:xfrm>
            <a:off x="3048" y="5374133"/>
            <a:ext cx="12192000" cy="369332"/>
          </a:xfrm>
          <a:prstGeom prst="rect">
            <a:avLst/>
          </a:prstGeom>
          <a:solidFill>
            <a:srgbClr val="F1F4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ZoneTexte 29">
            <a:extLst>
              <a:ext uri="{FF2B5EF4-FFF2-40B4-BE49-F238E27FC236}">
                <a16:creationId xmlns:a16="http://schemas.microsoft.com/office/drawing/2014/main" id="{F81B37BA-4790-4530-5F5B-6BF36BA053E1}"/>
              </a:ext>
            </a:extLst>
          </p:cNvPr>
          <p:cNvSpPr txBox="1"/>
          <p:nvPr/>
        </p:nvSpPr>
        <p:spPr>
          <a:xfrm>
            <a:off x="4943856" y="5424416"/>
            <a:ext cx="1956816" cy="276999"/>
          </a:xfrm>
          <a:prstGeom prst="rect">
            <a:avLst/>
          </a:prstGeom>
          <a:noFill/>
          <a:ln w="3175">
            <a:solidFill>
              <a:schemeClr val="tx1"/>
            </a:solidFill>
          </a:ln>
        </p:spPr>
        <p:txBody>
          <a:bodyPr wrap="square" rtlCol="0">
            <a:spAutoFit/>
          </a:bodyPr>
          <a:lstStyle/>
          <a:p>
            <a:r>
              <a:rPr lang="fr-FR" sz="1200" dirty="0"/>
              <a:t>Nombre d'heure(s):</a:t>
            </a:r>
          </a:p>
        </p:txBody>
      </p:sp>
      <p:sp>
        <p:nvSpPr>
          <p:cNvPr id="31" name="ZoneTexte 30">
            <a:extLst>
              <a:ext uri="{FF2B5EF4-FFF2-40B4-BE49-F238E27FC236}">
                <a16:creationId xmlns:a16="http://schemas.microsoft.com/office/drawing/2014/main" id="{41E36B43-D861-6847-282B-B878F919170A}"/>
              </a:ext>
            </a:extLst>
          </p:cNvPr>
          <p:cNvSpPr txBox="1"/>
          <p:nvPr/>
        </p:nvSpPr>
        <p:spPr>
          <a:xfrm>
            <a:off x="2560320" y="5422513"/>
            <a:ext cx="1956816" cy="276999"/>
          </a:xfrm>
          <a:prstGeom prst="rect">
            <a:avLst/>
          </a:prstGeom>
          <a:noFill/>
        </p:spPr>
        <p:txBody>
          <a:bodyPr wrap="square" rtlCol="0">
            <a:spAutoFit/>
          </a:bodyPr>
          <a:lstStyle/>
          <a:p>
            <a:r>
              <a:rPr lang="fr-FR" sz="1200" dirty="0"/>
              <a:t>Date de fin :</a:t>
            </a:r>
          </a:p>
        </p:txBody>
      </p:sp>
      <p:sp>
        <p:nvSpPr>
          <p:cNvPr id="32" name="ZoneTexte 31">
            <a:extLst>
              <a:ext uri="{FF2B5EF4-FFF2-40B4-BE49-F238E27FC236}">
                <a16:creationId xmlns:a16="http://schemas.microsoft.com/office/drawing/2014/main" id="{54099EBF-DAF1-7924-EA03-66741F777184}"/>
              </a:ext>
            </a:extLst>
          </p:cNvPr>
          <p:cNvSpPr txBox="1"/>
          <p:nvPr/>
        </p:nvSpPr>
        <p:spPr>
          <a:xfrm>
            <a:off x="109728" y="5418556"/>
            <a:ext cx="1956816" cy="276999"/>
          </a:xfrm>
          <a:prstGeom prst="rect">
            <a:avLst/>
          </a:prstGeom>
          <a:noFill/>
        </p:spPr>
        <p:txBody>
          <a:bodyPr wrap="square" rtlCol="0">
            <a:spAutoFit/>
          </a:bodyPr>
          <a:lstStyle/>
          <a:p>
            <a:r>
              <a:rPr lang="fr-FR" sz="1200" dirty="0"/>
              <a:t>Date de début :</a:t>
            </a:r>
          </a:p>
        </p:txBody>
      </p:sp>
      <p:sp>
        <p:nvSpPr>
          <p:cNvPr id="33" name="ZoneTexte 32">
            <a:extLst>
              <a:ext uri="{FF2B5EF4-FFF2-40B4-BE49-F238E27FC236}">
                <a16:creationId xmlns:a16="http://schemas.microsoft.com/office/drawing/2014/main" id="{6184DCEA-963E-21F5-C23F-0D461BFE2C5F}"/>
              </a:ext>
            </a:extLst>
          </p:cNvPr>
          <p:cNvSpPr txBox="1"/>
          <p:nvPr/>
        </p:nvSpPr>
        <p:spPr>
          <a:xfrm>
            <a:off x="7485888" y="5418556"/>
            <a:ext cx="1956816" cy="276999"/>
          </a:xfrm>
          <a:prstGeom prst="rect">
            <a:avLst/>
          </a:prstGeom>
          <a:noFill/>
          <a:ln w="3175">
            <a:solidFill>
              <a:schemeClr val="tx1"/>
            </a:solidFill>
          </a:ln>
        </p:spPr>
        <p:txBody>
          <a:bodyPr wrap="square" rtlCol="0">
            <a:spAutoFit/>
          </a:bodyPr>
          <a:lstStyle/>
          <a:p>
            <a:r>
              <a:rPr lang="fr-FR" sz="1200" dirty="0"/>
              <a:t>Heure de début :</a:t>
            </a:r>
          </a:p>
        </p:txBody>
      </p:sp>
      <p:sp>
        <p:nvSpPr>
          <p:cNvPr id="34" name="ZoneTexte 33">
            <a:extLst>
              <a:ext uri="{FF2B5EF4-FFF2-40B4-BE49-F238E27FC236}">
                <a16:creationId xmlns:a16="http://schemas.microsoft.com/office/drawing/2014/main" id="{A0A89451-B50F-0AAF-BC95-F9EFC286A577}"/>
              </a:ext>
            </a:extLst>
          </p:cNvPr>
          <p:cNvSpPr txBox="1"/>
          <p:nvPr/>
        </p:nvSpPr>
        <p:spPr>
          <a:xfrm>
            <a:off x="9670449" y="5416394"/>
            <a:ext cx="1956816" cy="276999"/>
          </a:xfrm>
          <a:prstGeom prst="rect">
            <a:avLst/>
          </a:prstGeom>
          <a:noFill/>
          <a:ln w="3175">
            <a:solidFill>
              <a:schemeClr val="tx1"/>
            </a:solidFill>
          </a:ln>
        </p:spPr>
        <p:txBody>
          <a:bodyPr wrap="square" rtlCol="0">
            <a:spAutoFit/>
          </a:bodyPr>
          <a:lstStyle/>
          <a:p>
            <a:r>
              <a:rPr lang="fr-FR" sz="1200" dirty="0"/>
              <a:t>Heure de fin:</a:t>
            </a:r>
          </a:p>
        </p:txBody>
      </p:sp>
      <p:pic>
        <p:nvPicPr>
          <p:cNvPr id="36" name="Image 35">
            <a:extLst>
              <a:ext uri="{FF2B5EF4-FFF2-40B4-BE49-F238E27FC236}">
                <a16:creationId xmlns:a16="http://schemas.microsoft.com/office/drawing/2014/main" id="{353A23BE-9068-F189-97EC-1CEEBDAF9EED}"/>
              </a:ext>
            </a:extLst>
          </p:cNvPr>
          <p:cNvPicPr>
            <a:picLocks noChangeAspect="1"/>
          </p:cNvPicPr>
          <p:nvPr/>
        </p:nvPicPr>
        <p:blipFill>
          <a:blip r:embed="rId5"/>
          <a:stretch>
            <a:fillRect/>
          </a:stretch>
        </p:blipFill>
        <p:spPr>
          <a:xfrm>
            <a:off x="1177865" y="5468963"/>
            <a:ext cx="1217863" cy="203656"/>
          </a:xfrm>
          <a:prstGeom prst="rect">
            <a:avLst/>
          </a:prstGeom>
        </p:spPr>
      </p:pic>
      <p:pic>
        <p:nvPicPr>
          <p:cNvPr id="37" name="Image 36">
            <a:extLst>
              <a:ext uri="{FF2B5EF4-FFF2-40B4-BE49-F238E27FC236}">
                <a16:creationId xmlns:a16="http://schemas.microsoft.com/office/drawing/2014/main" id="{920A0C5D-DD43-3E02-8EB8-E7277290CF7A}"/>
              </a:ext>
            </a:extLst>
          </p:cNvPr>
          <p:cNvPicPr>
            <a:picLocks noChangeAspect="1"/>
          </p:cNvPicPr>
          <p:nvPr/>
        </p:nvPicPr>
        <p:blipFill>
          <a:blip r:embed="rId5"/>
          <a:stretch>
            <a:fillRect/>
          </a:stretch>
        </p:blipFill>
        <p:spPr>
          <a:xfrm>
            <a:off x="3475202" y="5465442"/>
            <a:ext cx="1217863" cy="203656"/>
          </a:xfrm>
          <a:prstGeom prst="rect">
            <a:avLst/>
          </a:prstGeom>
        </p:spPr>
      </p:pic>
      <p:sp>
        <p:nvSpPr>
          <p:cNvPr id="38" name="Rectangle 37">
            <a:extLst>
              <a:ext uri="{FF2B5EF4-FFF2-40B4-BE49-F238E27FC236}">
                <a16:creationId xmlns:a16="http://schemas.microsoft.com/office/drawing/2014/main" id="{BC75377A-003D-F040-7D15-BBF931A7B33B}"/>
              </a:ext>
            </a:extLst>
          </p:cNvPr>
          <p:cNvSpPr/>
          <p:nvPr/>
        </p:nvSpPr>
        <p:spPr>
          <a:xfrm>
            <a:off x="3048" y="5740949"/>
            <a:ext cx="12192000" cy="3693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ZoneTexte 38">
            <a:extLst>
              <a:ext uri="{FF2B5EF4-FFF2-40B4-BE49-F238E27FC236}">
                <a16:creationId xmlns:a16="http://schemas.microsoft.com/office/drawing/2014/main" id="{A1177B6D-8401-6915-0F4C-9E2A3F790E2F}"/>
              </a:ext>
            </a:extLst>
          </p:cNvPr>
          <p:cNvSpPr txBox="1"/>
          <p:nvPr/>
        </p:nvSpPr>
        <p:spPr>
          <a:xfrm>
            <a:off x="199457" y="5790385"/>
            <a:ext cx="1956816" cy="461665"/>
          </a:xfrm>
          <a:prstGeom prst="rect">
            <a:avLst/>
          </a:prstGeom>
          <a:noFill/>
          <a:ln w="3175">
            <a:solidFill>
              <a:schemeClr val="tx1"/>
            </a:solidFill>
          </a:ln>
        </p:spPr>
        <p:txBody>
          <a:bodyPr wrap="square" rtlCol="0">
            <a:spAutoFit/>
          </a:bodyPr>
          <a:lstStyle/>
          <a:p>
            <a:r>
              <a:rPr lang="fr-FR" sz="1200" dirty="0"/>
              <a:t>Observations</a:t>
            </a:r>
          </a:p>
          <a:p>
            <a:r>
              <a:rPr lang="fr-FR" sz="1200" dirty="0"/>
              <a:t>:</a:t>
            </a:r>
          </a:p>
        </p:txBody>
      </p:sp>
      <p:sp>
        <p:nvSpPr>
          <p:cNvPr id="41" name="Rectangle 40">
            <a:extLst>
              <a:ext uri="{FF2B5EF4-FFF2-40B4-BE49-F238E27FC236}">
                <a16:creationId xmlns:a16="http://schemas.microsoft.com/office/drawing/2014/main" id="{DB0EFD35-D05A-88EE-3B26-F1C5E84C07FB}"/>
              </a:ext>
            </a:extLst>
          </p:cNvPr>
          <p:cNvSpPr/>
          <p:nvPr/>
        </p:nvSpPr>
        <p:spPr>
          <a:xfrm>
            <a:off x="3048" y="6113361"/>
            <a:ext cx="12192000" cy="369332"/>
          </a:xfrm>
          <a:prstGeom prst="rect">
            <a:avLst/>
          </a:prstGeom>
          <a:solidFill>
            <a:srgbClr val="F1F4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D59B9DCE-4775-61C1-BE52-B36754DAC65F}"/>
              </a:ext>
            </a:extLst>
          </p:cNvPr>
          <p:cNvSpPr txBox="1"/>
          <p:nvPr/>
        </p:nvSpPr>
        <p:spPr>
          <a:xfrm>
            <a:off x="199457" y="6167886"/>
            <a:ext cx="1956816" cy="276999"/>
          </a:xfrm>
          <a:prstGeom prst="rect">
            <a:avLst/>
          </a:prstGeom>
          <a:noFill/>
          <a:ln w="3175">
            <a:solidFill>
              <a:schemeClr val="tx1"/>
            </a:solidFill>
          </a:ln>
        </p:spPr>
        <p:txBody>
          <a:bodyPr wrap="square" rtlCol="0">
            <a:spAutoFit/>
          </a:bodyPr>
          <a:lstStyle/>
          <a:p>
            <a:r>
              <a:rPr lang="fr-FR" sz="1200" dirty="0"/>
              <a:t>Pièce(s) jointe(s):</a:t>
            </a:r>
          </a:p>
        </p:txBody>
      </p:sp>
      <p:sp>
        <p:nvSpPr>
          <p:cNvPr id="3" name="Rectangle 2">
            <a:extLst>
              <a:ext uri="{FF2B5EF4-FFF2-40B4-BE49-F238E27FC236}">
                <a16:creationId xmlns:a16="http://schemas.microsoft.com/office/drawing/2014/main" id="{0BD427B5-4533-4F9D-35E5-9F88C21A0016}"/>
              </a:ext>
            </a:extLst>
          </p:cNvPr>
          <p:cNvSpPr/>
          <p:nvPr/>
        </p:nvSpPr>
        <p:spPr>
          <a:xfrm>
            <a:off x="-3518" y="4073596"/>
            <a:ext cx="12192000" cy="3693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E4042971-385D-2E56-B043-604D3C001484}"/>
              </a:ext>
            </a:extLst>
          </p:cNvPr>
          <p:cNvSpPr/>
          <p:nvPr/>
        </p:nvSpPr>
        <p:spPr>
          <a:xfrm>
            <a:off x="-4280" y="4390538"/>
            <a:ext cx="12192000" cy="375192"/>
          </a:xfrm>
          <a:prstGeom prst="rect">
            <a:avLst/>
          </a:prstGeom>
          <a:solidFill>
            <a:srgbClr val="F1F4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BCBE81C1-1D19-4F07-0193-507C8E40734E}"/>
              </a:ext>
            </a:extLst>
          </p:cNvPr>
          <p:cNvSpPr txBox="1"/>
          <p:nvPr/>
        </p:nvSpPr>
        <p:spPr>
          <a:xfrm>
            <a:off x="5736786" y="3767232"/>
            <a:ext cx="2995734" cy="276999"/>
          </a:xfrm>
          <a:prstGeom prst="rect">
            <a:avLst/>
          </a:prstGeom>
          <a:noFill/>
          <a:ln w="3175">
            <a:solidFill>
              <a:schemeClr val="tx1"/>
            </a:solidFill>
          </a:ln>
        </p:spPr>
        <p:txBody>
          <a:bodyPr wrap="square" rtlCol="0">
            <a:spAutoFit/>
          </a:bodyPr>
          <a:lstStyle/>
          <a:p>
            <a:r>
              <a:rPr lang="fr-FR" sz="1200" dirty="0"/>
              <a:t>Catégorie:</a:t>
            </a:r>
          </a:p>
        </p:txBody>
      </p:sp>
      <p:sp>
        <p:nvSpPr>
          <p:cNvPr id="17" name="ZoneTexte 16">
            <a:extLst>
              <a:ext uri="{FF2B5EF4-FFF2-40B4-BE49-F238E27FC236}">
                <a16:creationId xmlns:a16="http://schemas.microsoft.com/office/drawing/2014/main" id="{0D9AEE30-7612-7AB9-1786-9792B9CEE76E}"/>
              </a:ext>
            </a:extLst>
          </p:cNvPr>
          <p:cNvSpPr txBox="1"/>
          <p:nvPr/>
        </p:nvSpPr>
        <p:spPr>
          <a:xfrm>
            <a:off x="247840" y="4445981"/>
            <a:ext cx="3657144" cy="276999"/>
          </a:xfrm>
          <a:prstGeom prst="rect">
            <a:avLst/>
          </a:prstGeom>
          <a:noFill/>
          <a:ln w="3175">
            <a:solidFill>
              <a:schemeClr val="tx1"/>
            </a:solidFill>
          </a:ln>
        </p:spPr>
        <p:txBody>
          <a:bodyPr wrap="square" rtlCol="0">
            <a:spAutoFit/>
          </a:bodyPr>
          <a:lstStyle/>
          <a:p>
            <a:r>
              <a:rPr lang="fr-FR" sz="1200" dirty="0"/>
              <a:t>Rechercher un agent :</a:t>
            </a:r>
          </a:p>
        </p:txBody>
      </p:sp>
      <p:pic>
        <p:nvPicPr>
          <p:cNvPr id="20" name="Image 19">
            <a:extLst>
              <a:ext uri="{FF2B5EF4-FFF2-40B4-BE49-F238E27FC236}">
                <a16:creationId xmlns:a16="http://schemas.microsoft.com/office/drawing/2014/main" id="{08584BA2-FFB3-E47C-0A35-F76B7C400C74}"/>
              </a:ext>
            </a:extLst>
          </p:cNvPr>
          <p:cNvPicPr>
            <a:picLocks noChangeAspect="1"/>
          </p:cNvPicPr>
          <p:nvPr/>
        </p:nvPicPr>
        <p:blipFill>
          <a:blip r:embed="rId6"/>
          <a:stretch>
            <a:fillRect/>
          </a:stretch>
        </p:blipFill>
        <p:spPr>
          <a:xfrm>
            <a:off x="-52083" y="1"/>
            <a:ext cx="1899171" cy="502722"/>
          </a:xfrm>
          <a:prstGeom prst="rect">
            <a:avLst/>
          </a:prstGeom>
        </p:spPr>
      </p:pic>
      <p:pic>
        <p:nvPicPr>
          <p:cNvPr id="21" name="Image 20">
            <a:extLst>
              <a:ext uri="{FF2B5EF4-FFF2-40B4-BE49-F238E27FC236}">
                <a16:creationId xmlns:a16="http://schemas.microsoft.com/office/drawing/2014/main" id="{392EA307-5AB0-55F6-83F3-0133807A3997}"/>
              </a:ext>
            </a:extLst>
          </p:cNvPr>
          <p:cNvPicPr>
            <a:picLocks noChangeAspect="1"/>
          </p:cNvPicPr>
          <p:nvPr/>
        </p:nvPicPr>
        <p:blipFill>
          <a:blip r:embed="rId7"/>
          <a:stretch>
            <a:fillRect/>
          </a:stretch>
        </p:blipFill>
        <p:spPr>
          <a:xfrm>
            <a:off x="10595740" y="-18119"/>
            <a:ext cx="1596260" cy="541340"/>
          </a:xfrm>
          <a:prstGeom prst="rect">
            <a:avLst/>
          </a:prstGeom>
        </p:spPr>
      </p:pic>
      <p:sp>
        <p:nvSpPr>
          <p:cNvPr id="24" name="ZoneTexte 23">
            <a:extLst>
              <a:ext uri="{FF2B5EF4-FFF2-40B4-BE49-F238E27FC236}">
                <a16:creationId xmlns:a16="http://schemas.microsoft.com/office/drawing/2014/main" id="{44583E23-6F29-6217-EB24-2D8F4588E6A0}"/>
              </a:ext>
            </a:extLst>
          </p:cNvPr>
          <p:cNvSpPr txBox="1"/>
          <p:nvPr/>
        </p:nvSpPr>
        <p:spPr>
          <a:xfrm>
            <a:off x="4594096" y="4438886"/>
            <a:ext cx="2322576" cy="276999"/>
          </a:xfrm>
          <a:prstGeom prst="rect">
            <a:avLst/>
          </a:prstGeom>
          <a:noFill/>
          <a:ln w="3175">
            <a:solidFill>
              <a:schemeClr val="tx1"/>
            </a:solidFill>
          </a:ln>
        </p:spPr>
        <p:txBody>
          <a:bodyPr wrap="square" rtlCol="0">
            <a:spAutoFit/>
          </a:bodyPr>
          <a:lstStyle/>
          <a:p>
            <a:pPr algn="ctr"/>
            <a:r>
              <a:rPr lang="pt-BR" sz="1200" dirty="0"/>
              <a:t>Liste agent(s) retenu(s)</a:t>
            </a:r>
            <a:endParaRPr lang="fr-FR" sz="1200" dirty="0"/>
          </a:p>
        </p:txBody>
      </p:sp>
      <p:sp>
        <p:nvSpPr>
          <p:cNvPr id="27" name="ZoneTexte 26">
            <a:extLst>
              <a:ext uri="{FF2B5EF4-FFF2-40B4-BE49-F238E27FC236}">
                <a16:creationId xmlns:a16="http://schemas.microsoft.com/office/drawing/2014/main" id="{18462A3C-6F96-8730-4761-FCDB68353E3F}"/>
              </a:ext>
            </a:extLst>
          </p:cNvPr>
          <p:cNvSpPr txBox="1"/>
          <p:nvPr/>
        </p:nvSpPr>
        <p:spPr>
          <a:xfrm>
            <a:off x="236539" y="4770171"/>
            <a:ext cx="2322576" cy="276999"/>
          </a:xfrm>
          <a:prstGeom prst="rect">
            <a:avLst/>
          </a:prstGeom>
          <a:noFill/>
          <a:ln w="3175">
            <a:solidFill>
              <a:schemeClr val="tx1"/>
            </a:solidFill>
          </a:ln>
        </p:spPr>
        <p:txBody>
          <a:bodyPr wrap="square" rtlCol="0">
            <a:spAutoFit/>
          </a:bodyPr>
          <a:lstStyle/>
          <a:p>
            <a:r>
              <a:rPr lang="fr-FR" sz="1200" dirty="0"/>
              <a:t>Nom Prénom </a:t>
            </a:r>
          </a:p>
        </p:txBody>
      </p:sp>
      <p:sp>
        <p:nvSpPr>
          <p:cNvPr id="35" name="ZoneTexte 34">
            <a:extLst>
              <a:ext uri="{FF2B5EF4-FFF2-40B4-BE49-F238E27FC236}">
                <a16:creationId xmlns:a16="http://schemas.microsoft.com/office/drawing/2014/main" id="{A87A20F6-380C-5DBA-B636-4E505BA549BF}"/>
              </a:ext>
            </a:extLst>
          </p:cNvPr>
          <p:cNvSpPr txBox="1"/>
          <p:nvPr/>
        </p:nvSpPr>
        <p:spPr>
          <a:xfrm>
            <a:off x="2565514" y="4767091"/>
            <a:ext cx="1384694" cy="276999"/>
          </a:xfrm>
          <a:prstGeom prst="rect">
            <a:avLst/>
          </a:prstGeom>
          <a:noFill/>
          <a:ln w="3175">
            <a:solidFill>
              <a:schemeClr val="tx1"/>
            </a:solidFill>
          </a:ln>
        </p:spPr>
        <p:txBody>
          <a:bodyPr wrap="square" rtlCol="0">
            <a:spAutoFit/>
          </a:bodyPr>
          <a:lstStyle/>
          <a:p>
            <a:r>
              <a:rPr lang="fr-FR" sz="1200" dirty="0"/>
              <a:t>N° agent</a:t>
            </a:r>
          </a:p>
        </p:txBody>
      </p:sp>
      <p:sp>
        <p:nvSpPr>
          <p:cNvPr id="42" name="ZoneTexte 41">
            <a:extLst>
              <a:ext uri="{FF2B5EF4-FFF2-40B4-BE49-F238E27FC236}">
                <a16:creationId xmlns:a16="http://schemas.microsoft.com/office/drawing/2014/main" id="{3835E196-B743-0BCB-C4DA-D67B12E0D0E2}"/>
              </a:ext>
            </a:extLst>
          </p:cNvPr>
          <p:cNvSpPr txBox="1"/>
          <p:nvPr/>
        </p:nvSpPr>
        <p:spPr>
          <a:xfrm>
            <a:off x="8593973" y="4766894"/>
            <a:ext cx="2322576" cy="276999"/>
          </a:xfrm>
          <a:prstGeom prst="rect">
            <a:avLst/>
          </a:prstGeom>
          <a:noFill/>
          <a:ln w="3175">
            <a:solidFill>
              <a:schemeClr val="tx1"/>
            </a:solidFill>
          </a:ln>
        </p:spPr>
        <p:txBody>
          <a:bodyPr wrap="square" rtlCol="0">
            <a:spAutoFit/>
          </a:bodyPr>
          <a:lstStyle/>
          <a:p>
            <a:r>
              <a:rPr lang="fr-FR" sz="1200" dirty="0"/>
              <a:t>Temps de travail du salarié</a:t>
            </a:r>
          </a:p>
        </p:txBody>
      </p:sp>
      <p:sp>
        <p:nvSpPr>
          <p:cNvPr id="44" name="ZoneTexte 43">
            <a:extLst>
              <a:ext uri="{FF2B5EF4-FFF2-40B4-BE49-F238E27FC236}">
                <a16:creationId xmlns:a16="http://schemas.microsoft.com/office/drawing/2014/main" id="{62BE8B9F-30C7-2F35-8093-72B342C5D1A8}"/>
              </a:ext>
            </a:extLst>
          </p:cNvPr>
          <p:cNvSpPr txBox="1"/>
          <p:nvPr/>
        </p:nvSpPr>
        <p:spPr>
          <a:xfrm>
            <a:off x="6272181" y="4766312"/>
            <a:ext cx="2322576" cy="276999"/>
          </a:xfrm>
          <a:prstGeom prst="rect">
            <a:avLst/>
          </a:prstGeom>
          <a:noFill/>
          <a:ln w="3175">
            <a:solidFill>
              <a:schemeClr val="tx1"/>
            </a:solidFill>
          </a:ln>
        </p:spPr>
        <p:txBody>
          <a:bodyPr wrap="square" rtlCol="0">
            <a:spAutoFit/>
          </a:bodyPr>
          <a:lstStyle/>
          <a:p>
            <a:r>
              <a:rPr lang="fr-FR" sz="1200" dirty="0"/>
              <a:t>Secteur fonctionnel</a:t>
            </a:r>
          </a:p>
        </p:txBody>
      </p:sp>
      <p:sp>
        <p:nvSpPr>
          <p:cNvPr id="45" name="ZoneTexte 44">
            <a:extLst>
              <a:ext uri="{FF2B5EF4-FFF2-40B4-BE49-F238E27FC236}">
                <a16:creationId xmlns:a16="http://schemas.microsoft.com/office/drawing/2014/main" id="{CA4437B8-99E9-E07D-A0C6-922E6161D15F}"/>
              </a:ext>
            </a:extLst>
          </p:cNvPr>
          <p:cNvSpPr txBox="1"/>
          <p:nvPr/>
        </p:nvSpPr>
        <p:spPr>
          <a:xfrm>
            <a:off x="3950208" y="4760112"/>
            <a:ext cx="2322576" cy="276999"/>
          </a:xfrm>
          <a:prstGeom prst="rect">
            <a:avLst/>
          </a:prstGeom>
          <a:noFill/>
          <a:ln w="3175">
            <a:solidFill>
              <a:schemeClr val="tx1"/>
            </a:solidFill>
          </a:ln>
        </p:spPr>
        <p:txBody>
          <a:bodyPr wrap="square" rtlCol="0">
            <a:spAutoFit/>
          </a:bodyPr>
          <a:lstStyle/>
          <a:p>
            <a:r>
              <a:rPr lang="fr-FR" sz="1200" dirty="0"/>
              <a:t>Portefeuille</a:t>
            </a:r>
          </a:p>
        </p:txBody>
      </p:sp>
      <p:pic>
        <p:nvPicPr>
          <p:cNvPr id="18" name="Image 17">
            <a:extLst>
              <a:ext uri="{FF2B5EF4-FFF2-40B4-BE49-F238E27FC236}">
                <a16:creationId xmlns:a16="http://schemas.microsoft.com/office/drawing/2014/main" id="{23719B7F-F130-4228-070E-52809201C6C6}"/>
              </a:ext>
            </a:extLst>
          </p:cNvPr>
          <p:cNvPicPr>
            <a:picLocks noChangeAspect="1"/>
          </p:cNvPicPr>
          <p:nvPr/>
        </p:nvPicPr>
        <p:blipFill>
          <a:blip r:embed="rId8"/>
          <a:stretch>
            <a:fillRect/>
          </a:stretch>
        </p:blipFill>
        <p:spPr>
          <a:xfrm>
            <a:off x="1736081" y="4440579"/>
            <a:ext cx="2123182" cy="256246"/>
          </a:xfrm>
          <a:prstGeom prst="rect">
            <a:avLst/>
          </a:prstGeom>
        </p:spPr>
      </p:pic>
      <p:sp>
        <p:nvSpPr>
          <p:cNvPr id="23" name="ZoneTexte 22">
            <a:extLst>
              <a:ext uri="{FF2B5EF4-FFF2-40B4-BE49-F238E27FC236}">
                <a16:creationId xmlns:a16="http://schemas.microsoft.com/office/drawing/2014/main" id="{F6FA923C-97E8-AD1C-02ED-14766DB21FC7}"/>
              </a:ext>
            </a:extLst>
          </p:cNvPr>
          <p:cNvSpPr txBox="1"/>
          <p:nvPr/>
        </p:nvSpPr>
        <p:spPr>
          <a:xfrm>
            <a:off x="236539" y="4093609"/>
            <a:ext cx="6251448" cy="276999"/>
          </a:xfrm>
          <a:prstGeom prst="rect">
            <a:avLst/>
          </a:prstGeom>
          <a:noFill/>
          <a:ln w="3175">
            <a:solidFill>
              <a:schemeClr val="tx1"/>
            </a:solidFill>
          </a:ln>
        </p:spPr>
        <p:txBody>
          <a:bodyPr wrap="square" rtlCol="0">
            <a:spAutoFit/>
          </a:bodyPr>
          <a:lstStyle/>
          <a:p>
            <a:r>
              <a:rPr lang="fr-FR" sz="1200" dirty="0"/>
              <a:t>Motif de la demande:</a:t>
            </a:r>
          </a:p>
        </p:txBody>
      </p:sp>
      <p:sp>
        <p:nvSpPr>
          <p:cNvPr id="2" name="ZoneTexte 1">
            <a:extLst>
              <a:ext uri="{FF2B5EF4-FFF2-40B4-BE49-F238E27FC236}">
                <a16:creationId xmlns:a16="http://schemas.microsoft.com/office/drawing/2014/main" id="{DC8C8B6F-2113-A5F1-488A-7FC303313CD9}"/>
              </a:ext>
            </a:extLst>
          </p:cNvPr>
          <p:cNvSpPr txBox="1"/>
          <p:nvPr/>
        </p:nvSpPr>
        <p:spPr>
          <a:xfrm>
            <a:off x="9253765" y="3754832"/>
            <a:ext cx="2327771" cy="276999"/>
          </a:xfrm>
          <a:prstGeom prst="rect">
            <a:avLst/>
          </a:prstGeom>
          <a:noFill/>
          <a:ln w="3175">
            <a:solidFill>
              <a:schemeClr val="tx1"/>
            </a:solidFill>
          </a:ln>
        </p:spPr>
        <p:txBody>
          <a:bodyPr wrap="square" rtlCol="0">
            <a:spAutoFit/>
          </a:bodyPr>
          <a:lstStyle/>
          <a:p>
            <a:r>
              <a:rPr lang="fr-FR" sz="1200" dirty="0"/>
              <a:t>Si autre :</a:t>
            </a:r>
          </a:p>
        </p:txBody>
      </p:sp>
      <p:pic>
        <p:nvPicPr>
          <p:cNvPr id="11" name="Image 10">
            <a:extLst>
              <a:ext uri="{FF2B5EF4-FFF2-40B4-BE49-F238E27FC236}">
                <a16:creationId xmlns:a16="http://schemas.microsoft.com/office/drawing/2014/main" id="{FDBB837D-4CCD-1C03-2FA9-2D4C0E8BAAB8}"/>
              </a:ext>
            </a:extLst>
          </p:cNvPr>
          <p:cNvPicPr>
            <a:picLocks noChangeAspect="1"/>
          </p:cNvPicPr>
          <p:nvPr/>
        </p:nvPicPr>
        <p:blipFill>
          <a:blip r:embed="rId8"/>
          <a:stretch>
            <a:fillRect/>
          </a:stretch>
        </p:blipFill>
        <p:spPr>
          <a:xfrm>
            <a:off x="6525276" y="3779632"/>
            <a:ext cx="2123182" cy="256246"/>
          </a:xfrm>
          <a:prstGeom prst="rect">
            <a:avLst/>
          </a:prstGeom>
        </p:spPr>
      </p:pic>
      <p:sp>
        <p:nvSpPr>
          <p:cNvPr id="49" name="Rectangle 48">
            <a:extLst>
              <a:ext uri="{FF2B5EF4-FFF2-40B4-BE49-F238E27FC236}">
                <a16:creationId xmlns:a16="http://schemas.microsoft.com/office/drawing/2014/main" id="{1775568A-EDCC-F6CA-489A-7D9D90258A61}"/>
              </a:ext>
            </a:extLst>
          </p:cNvPr>
          <p:cNvSpPr/>
          <p:nvPr/>
        </p:nvSpPr>
        <p:spPr>
          <a:xfrm>
            <a:off x="2121408" y="3438144"/>
            <a:ext cx="182880" cy="173736"/>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48567484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68ba3b-0a9e-4304-90bc-2f77e2aeea54" xsi:nil="true"/>
    <lcf76f155ced4ddcb4097134ff3c332f xmlns="e9498f14-4a3b-46f8-8f88-c890b8eaeb01">
      <Terms xmlns="http://schemas.microsoft.com/office/infopath/2007/PartnerControls"/>
    </lcf76f155ced4ddcb4097134ff3c332f>
    <PublishingExpirationDate xmlns="http://schemas.microsoft.com/sharepoint/v3" xsi:nil="true"/>
    <PublishingStartDate xmlns="http://schemas.microsoft.com/sharepoint/v3" xsi:nil="true"/>
    <SharedWithUsers xmlns="b568ba3b-0a9e-4304-90bc-2f77e2aeea54">
      <UserInfo>
        <DisplayName/>
        <AccountId xsi:nil="true"/>
        <AccountType/>
      </UserInfo>
    </SharedWithUsers>
    <_dlc_DocId xmlns="b568ba3b-0a9e-4304-90bc-2f77e2aeea54">R6FSRZZME63M-654197140-117636</_dlc_DocId>
    <_dlc_DocIdUrl xmlns="b568ba3b-0a9e-4304-90bc-2f77e2aeea54">
      <Url>https://recouv.sharepoint.com/sites/ACOSSDSISD-DOSDigitalOffresagentsRAD/_layouts/15/DocIdRedir.aspx?ID=R6FSRZZME63M-654197140-117636</Url>
      <Description>R6FSRZZME63M-654197140-117636</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9618E51892316408EBEDE7ADCCC48CC" ma:contentTypeVersion="19" ma:contentTypeDescription="Crée un document." ma:contentTypeScope="" ma:versionID="a22ae328b544f8caa4e3dcf48adca260">
  <xsd:schema xmlns:xsd="http://www.w3.org/2001/XMLSchema" xmlns:xs="http://www.w3.org/2001/XMLSchema" xmlns:p="http://schemas.microsoft.com/office/2006/metadata/properties" xmlns:ns1="http://schemas.microsoft.com/sharepoint/v3" xmlns:ns2="e9498f14-4a3b-46f8-8f88-c890b8eaeb01" xmlns:ns3="b568ba3b-0a9e-4304-90bc-2f77e2aeea54" targetNamespace="http://schemas.microsoft.com/office/2006/metadata/properties" ma:root="true" ma:fieldsID="83fec29d968468b1821fafb3e3559fbf" ns1:_="" ns2:_="" ns3:_="">
    <xsd:import namespace="http://schemas.microsoft.com/sharepoint/v3"/>
    <xsd:import namespace="e9498f14-4a3b-46f8-8f88-c890b8eaeb01"/>
    <xsd:import namespace="b568ba3b-0a9e-4304-90bc-2f77e2aeea5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1:PublishingStartDate" minOccurs="0"/>
                <xsd:element ref="ns1:PublishingExpirationDate" minOccurs="0"/>
                <xsd:element ref="ns2:MediaServiceOCR" minOccurs="0"/>
                <xsd:element ref="ns2:MediaServiceLocation" minOccurs="0"/>
                <xsd:element ref="ns3:SharedWithUsers" minOccurs="0"/>
                <xsd:element ref="ns3:SharedWithDetails"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3:_dlc_DocId" minOccurs="0"/>
                <xsd:element ref="ns3:_dlc_DocIdUrl" minOccurs="0"/>
                <xsd:element ref="ns3:_dlc_DocIdPersistI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4"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15"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498f14-4a3b-46f8-8f88-c890b8eaeb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lcf76f155ced4ddcb4097134ff3c332f" ma:index="24" nillable="true" ma:taxonomy="true" ma:internalName="lcf76f155ced4ddcb4097134ff3c332f" ma:taxonomyFieldName="MediaServiceImageTags" ma:displayName="Balises d’images" ma:readOnly="false" ma:fieldId="{5cf76f15-5ced-4ddc-b409-7134ff3c332f}" ma:taxonomyMulti="true" ma:sspId="60315fbd-64dd-42b6-8821-119951e42b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3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568ba3b-0a9e-4304-90bc-2f77e2aeea54" elementFormDefault="qualified">
    <xsd:import namespace="http://schemas.microsoft.com/office/2006/documentManagement/types"/>
    <xsd:import namespace="http://schemas.microsoft.com/office/infopath/2007/PartnerControls"/>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element name="TaxCatchAll" ma:index="25" nillable="true" ma:displayName="Taxonomy Catch All Column" ma:hidden="true" ma:list="{f8829529-9629-4a0b-bd74-c4d0bbb25fbb}" ma:internalName="TaxCatchAll" ma:showField="CatchAllData" ma:web="b568ba3b-0a9e-4304-90bc-2f77e2aeea54">
      <xsd:complexType>
        <xsd:complexContent>
          <xsd:extension base="dms:MultiChoiceLookup">
            <xsd:sequence>
              <xsd:element name="Value" type="dms:Lookup" maxOccurs="unbounded" minOccurs="0" nillable="true"/>
            </xsd:sequence>
          </xsd:extension>
        </xsd:complexContent>
      </xsd:complexType>
    </xsd:element>
    <xsd:element name="_dlc_DocId" ma:index="27" nillable="true" ma:displayName="Valeur d’ID de document" ma:description="Valeur de l’ID de document affecté à cet élément." ma:indexed="true" ma:internalName="_dlc_DocId" ma:readOnly="true">
      <xsd:simpleType>
        <xsd:restriction base="dms:Text"/>
      </xsd:simpleType>
    </xsd:element>
    <xsd:element name="_dlc_DocIdUrl" ma:index="28"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9"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F73CF628-4D24-452D-82D5-B1F990ADCDCB}">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microsoft.com/office/2006/documentManagement/types"/>
    <ds:schemaRef ds:uri="http://schemas.openxmlformats.org/package/2006/metadata/core-properties"/>
    <ds:schemaRef ds:uri="286c1645-1acd-49db-ac59-1edb787487ea"/>
    <ds:schemaRef ds:uri="ec8bd930-cd0c-4aca-9160-878530177885"/>
    <ds:schemaRef ds:uri="http://www.w3.org/XML/1998/namespace"/>
  </ds:schemaRefs>
</ds:datastoreItem>
</file>

<file path=customXml/itemProps2.xml><?xml version="1.0" encoding="utf-8"?>
<ds:datastoreItem xmlns:ds="http://schemas.openxmlformats.org/officeDocument/2006/customXml" ds:itemID="{FE2ABDF7-7CC5-40E0-8130-E4B90F840C0A}">
  <ds:schemaRefs>
    <ds:schemaRef ds:uri="http://schemas.microsoft.com/sharepoint/v3/contenttype/forms"/>
  </ds:schemaRefs>
</ds:datastoreItem>
</file>

<file path=customXml/itemProps3.xml><?xml version="1.0" encoding="utf-8"?>
<ds:datastoreItem xmlns:ds="http://schemas.openxmlformats.org/officeDocument/2006/customXml" ds:itemID="{EE2E9C76-E6E0-4AE7-8D9E-E72A7EDC07E4}"/>
</file>

<file path=customXml/itemProps4.xml><?xml version="1.0" encoding="utf-8"?>
<ds:datastoreItem xmlns:ds="http://schemas.openxmlformats.org/officeDocument/2006/customXml" ds:itemID="{45B75455-D2FD-4D64-B26C-9E7B84706598}"/>
</file>

<file path=docProps/app.xml><?xml version="1.0" encoding="utf-8"?>
<Properties xmlns="http://schemas.openxmlformats.org/officeDocument/2006/extended-properties" xmlns:vt="http://schemas.openxmlformats.org/officeDocument/2006/docPropsVTypes">
  <TotalTime>135</TotalTime>
  <Words>200</Words>
  <Application>Microsoft Office PowerPoint</Application>
  <PresentationFormat>Grand écran</PresentationFormat>
  <Paragraphs>44</Paragraphs>
  <Slides>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vt:i4>
      </vt:variant>
    </vt:vector>
  </HeadingPairs>
  <TitlesOfParts>
    <vt:vector size="6" baseType="lpstr">
      <vt:lpstr>Arial</vt:lpstr>
      <vt:lpstr>Calibri</vt:lpstr>
      <vt:lpstr>Calibri Light</vt:lpstr>
      <vt:lpstr>Thème Office</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ZARB Patrick (Acoss)</dc:creator>
  <cp:lastModifiedBy>ZARB Patrick (Acoss)</cp:lastModifiedBy>
  <cp:revision>1</cp:revision>
  <dcterms:created xsi:type="dcterms:W3CDTF">2023-08-02T12:42:30Z</dcterms:created>
  <dcterms:modified xsi:type="dcterms:W3CDTF">2023-08-04T13:41:47Z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0x010100F9618E51892316408EBEDE7ADCCC48CC</vt:lpwstr>
  </property>
  <property fmtid="{D5CDD505-2E9C-101B-9397-08002B2CF9AE}" pid="3" name="Order">
    <vt:r8>44200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MediaServiceImageTags">
    <vt:lpwstr/>
  </property>
  <property fmtid="{D5CDD505-2E9C-101B-9397-08002B2CF9AE}" pid="13" name="_dlc_DocIdItemGuid">
    <vt:lpwstr>89d75ffd-0f69-4faa-95ad-45c7bc012635</vt:lpwstr>
  </property>
</Properties>
</file>