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Layouts/slideLayout6.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1.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viewProps.xml" ContentType="application/vnd.openxmlformats-officedocument.presentationml.viewProps+xml"/>
  <Override PartName="/customXml/itemProps2.xml" ContentType="application/vnd.openxmlformats-officedocument.customXmlProperties+xml"/>
  <Override PartName="/customXml/itemProps1.xml" ContentType="application/vnd.openxmlformats-officedocument.customXmlProperties+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customXml/itemProps3.xml" ContentType="application/vnd.openxmlformats-officedocument.customXmlProperties+xml"/>
  <Override PartName="/customXml/itemProps4.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26" r:id="rId4"/>
  </p:sldMasterIdLst>
  <p:sldIdLst>
    <p:sldId id="288" r:id="rId5"/>
    <p:sldId id="287" r:id="rId6"/>
    <p:sldId id="268" r:id="rId7"/>
    <p:sldId id="258" r:id="rId8"/>
    <p:sldId id="291" r:id="rId9"/>
    <p:sldId id="275" r:id="rId10"/>
    <p:sldId id="283" r:id="rId11"/>
    <p:sldId id="259" r:id="rId12"/>
    <p:sldId id="261" r:id="rId13"/>
    <p:sldId id="284" r:id="rId14"/>
    <p:sldId id="269" r:id="rId15"/>
    <p:sldId id="285" r:id="rId16"/>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5051A2E-A0C1-4552-B34F-17BF5530F55C}" v="217" dt="2023-01-11T12:55:49.828"/>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Style moyen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7" autoAdjust="0"/>
    <p:restoredTop sz="94660"/>
  </p:normalViewPr>
  <p:slideViewPr>
    <p:cSldViewPr snapToGrid="0">
      <p:cViewPr varScale="1">
        <p:scale>
          <a:sx n="86" d="100"/>
          <a:sy n="86" d="100"/>
        </p:scale>
        <p:origin x="562"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customXml" Target="../customXml/item4.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STNER Ivane (Acoss)" userId="aa02f9d6-7d20-4bb5-8703-1abfa156b8a0" providerId="ADAL" clId="{35051A2E-A0C1-4552-B34F-17BF5530F55C}"/>
    <pc:docChg chg="undo custSel addSld delSld modSld">
      <pc:chgData name="KASTNER Ivane (Acoss)" userId="aa02f9d6-7d20-4bb5-8703-1abfa156b8a0" providerId="ADAL" clId="{35051A2E-A0C1-4552-B34F-17BF5530F55C}" dt="2023-01-11T12:58:39.816" v="1333" actId="1076"/>
      <pc:docMkLst>
        <pc:docMk/>
      </pc:docMkLst>
      <pc:sldChg chg="modSp del mod">
        <pc:chgData name="KASTNER Ivane (Acoss)" userId="aa02f9d6-7d20-4bb5-8703-1abfa156b8a0" providerId="ADAL" clId="{35051A2E-A0C1-4552-B34F-17BF5530F55C}" dt="2023-01-11T12:56:05.682" v="1273" actId="47"/>
        <pc:sldMkLst>
          <pc:docMk/>
          <pc:sldMk cId="1627024872" sldId="257"/>
        </pc:sldMkLst>
        <pc:spChg chg="mod">
          <ac:chgData name="KASTNER Ivane (Acoss)" userId="aa02f9d6-7d20-4bb5-8703-1abfa156b8a0" providerId="ADAL" clId="{35051A2E-A0C1-4552-B34F-17BF5530F55C}" dt="2023-01-11T12:52:09.283" v="1165" actId="207"/>
          <ac:spMkLst>
            <pc:docMk/>
            <pc:sldMk cId="1627024872" sldId="257"/>
            <ac:spMk id="2" creationId="{E12FA919-25F5-4F2F-8DEC-7421EC164BF4}"/>
          </ac:spMkLst>
        </pc:spChg>
        <pc:spChg chg="mod">
          <ac:chgData name="KASTNER Ivane (Acoss)" userId="aa02f9d6-7d20-4bb5-8703-1abfa156b8a0" providerId="ADAL" clId="{35051A2E-A0C1-4552-B34F-17BF5530F55C}" dt="2023-01-11T12:52:38.130" v="1195" actId="1076"/>
          <ac:spMkLst>
            <pc:docMk/>
            <pc:sldMk cId="1627024872" sldId="257"/>
            <ac:spMk id="3" creationId="{F7C51DFF-BD3A-4956-86DE-7A20DEEA84CD}"/>
          </ac:spMkLst>
        </pc:spChg>
      </pc:sldChg>
      <pc:sldChg chg="addSp delSp delDesignElem">
        <pc:chgData name="KASTNER Ivane (Acoss)" userId="aa02f9d6-7d20-4bb5-8703-1abfa156b8a0" providerId="ADAL" clId="{35051A2E-A0C1-4552-B34F-17BF5530F55C}" dt="2023-01-11T12:52:31.376" v="1193"/>
        <pc:sldMkLst>
          <pc:docMk/>
          <pc:sldMk cId="3386895017" sldId="258"/>
        </pc:sldMkLst>
        <pc:spChg chg="add del">
          <ac:chgData name="KASTNER Ivane (Acoss)" userId="aa02f9d6-7d20-4bb5-8703-1abfa156b8a0" providerId="ADAL" clId="{35051A2E-A0C1-4552-B34F-17BF5530F55C}" dt="2023-01-11T12:52:31.376" v="1193"/>
          <ac:spMkLst>
            <pc:docMk/>
            <pc:sldMk cId="3386895017" sldId="258"/>
            <ac:spMk id="8" creationId="{827B839B-9ADE-406B-8590-F1CAEDED45A1}"/>
          </ac:spMkLst>
        </pc:spChg>
        <pc:spChg chg="add del">
          <ac:chgData name="KASTNER Ivane (Acoss)" userId="aa02f9d6-7d20-4bb5-8703-1abfa156b8a0" providerId="ADAL" clId="{35051A2E-A0C1-4552-B34F-17BF5530F55C}" dt="2023-01-11T12:52:31.376" v="1193"/>
          <ac:spMkLst>
            <pc:docMk/>
            <pc:sldMk cId="3386895017" sldId="258"/>
            <ac:spMk id="10" creationId="{CFE45BF0-46DB-408C-B5F7-7B11716805D4}"/>
          </ac:spMkLst>
        </pc:spChg>
        <pc:spChg chg="add del">
          <ac:chgData name="KASTNER Ivane (Acoss)" userId="aa02f9d6-7d20-4bb5-8703-1abfa156b8a0" providerId="ADAL" clId="{35051A2E-A0C1-4552-B34F-17BF5530F55C}" dt="2023-01-11T12:52:31.376" v="1193"/>
          <ac:spMkLst>
            <pc:docMk/>
            <pc:sldMk cId="3386895017" sldId="258"/>
            <ac:spMk id="12" creationId="{2AEBC8F2-97B1-41B4-93F1-2D289E197FBA}"/>
          </ac:spMkLst>
        </pc:spChg>
        <pc:spChg chg="add del">
          <ac:chgData name="KASTNER Ivane (Acoss)" userId="aa02f9d6-7d20-4bb5-8703-1abfa156b8a0" providerId="ADAL" clId="{35051A2E-A0C1-4552-B34F-17BF5530F55C}" dt="2023-01-11T12:52:31.376" v="1193"/>
          <ac:spMkLst>
            <pc:docMk/>
            <pc:sldMk cId="3386895017" sldId="258"/>
            <ac:spMk id="14" creationId="{472E3A19-F5D5-48FC-BB9C-48C2F68F598B}"/>
          </ac:spMkLst>
        </pc:spChg>
        <pc:spChg chg="add del">
          <ac:chgData name="KASTNER Ivane (Acoss)" userId="aa02f9d6-7d20-4bb5-8703-1abfa156b8a0" providerId="ADAL" clId="{35051A2E-A0C1-4552-B34F-17BF5530F55C}" dt="2023-01-11T12:52:31.376" v="1193"/>
          <ac:spMkLst>
            <pc:docMk/>
            <pc:sldMk cId="3386895017" sldId="258"/>
            <ac:spMk id="16" creationId="{7A62E32F-BB65-43A8-8EB5-92346890E549}"/>
          </ac:spMkLst>
        </pc:spChg>
        <pc:spChg chg="add del">
          <ac:chgData name="KASTNER Ivane (Acoss)" userId="aa02f9d6-7d20-4bb5-8703-1abfa156b8a0" providerId="ADAL" clId="{35051A2E-A0C1-4552-B34F-17BF5530F55C}" dt="2023-01-11T12:52:31.376" v="1193"/>
          <ac:spMkLst>
            <pc:docMk/>
            <pc:sldMk cId="3386895017" sldId="258"/>
            <ac:spMk id="18" creationId="{14E91B64-9FCC-451E-AFB4-A827D6329367}"/>
          </ac:spMkLst>
        </pc:spChg>
      </pc:sldChg>
      <pc:sldChg chg="addSp delSp modSp mod delDesignElem">
        <pc:chgData name="KASTNER Ivane (Acoss)" userId="aa02f9d6-7d20-4bb5-8703-1abfa156b8a0" providerId="ADAL" clId="{35051A2E-A0C1-4552-B34F-17BF5530F55C}" dt="2023-01-11T12:58:14.867" v="1330" actId="403"/>
        <pc:sldMkLst>
          <pc:docMk/>
          <pc:sldMk cId="3541387679" sldId="259"/>
        </pc:sldMkLst>
        <pc:spChg chg="mod">
          <ac:chgData name="KASTNER Ivane (Acoss)" userId="aa02f9d6-7d20-4bb5-8703-1abfa156b8a0" providerId="ADAL" clId="{35051A2E-A0C1-4552-B34F-17BF5530F55C}" dt="2023-01-11T12:57:28.654" v="1321" actId="26606"/>
          <ac:spMkLst>
            <pc:docMk/>
            <pc:sldMk cId="3541387679" sldId="259"/>
            <ac:spMk id="2" creationId="{44040FFE-AD80-4A71-8723-9A454A58CF7A}"/>
          </ac:spMkLst>
        </pc:spChg>
        <pc:spChg chg="mod">
          <ac:chgData name="KASTNER Ivane (Acoss)" userId="aa02f9d6-7d20-4bb5-8703-1abfa156b8a0" providerId="ADAL" clId="{35051A2E-A0C1-4552-B34F-17BF5530F55C}" dt="2023-01-11T12:58:14.867" v="1330" actId="403"/>
          <ac:spMkLst>
            <pc:docMk/>
            <pc:sldMk cId="3541387679" sldId="259"/>
            <ac:spMk id="3" creationId="{A874C550-4C24-44DB-9986-36499A50BDE6}"/>
          </ac:spMkLst>
        </pc:spChg>
        <pc:spChg chg="add del">
          <ac:chgData name="KASTNER Ivane (Acoss)" userId="aa02f9d6-7d20-4bb5-8703-1abfa156b8a0" providerId="ADAL" clId="{35051A2E-A0C1-4552-B34F-17BF5530F55C}" dt="2023-01-11T12:57:28.654" v="1321" actId="26606"/>
          <ac:spMkLst>
            <pc:docMk/>
            <pc:sldMk cId="3541387679" sldId="259"/>
            <ac:spMk id="27" creationId="{6A1473A6-3F22-483E-8A30-80B9D2B14592}"/>
          </ac:spMkLst>
        </pc:spChg>
        <pc:spChg chg="add">
          <ac:chgData name="KASTNER Ivane (Acoss)" userId="aa02f9d6-7d20-4bb5-8703-1abfa156b8a0" providerId="ADAL" clId="{35051A2E-A0C1-4552-B34F-17BF5530F55C}" dt="2023-01-11T12:57:28.654" v="1321" actId="26606"/>
          <ac:spMkLst>
            <pc:docMk/>
            <pc:sldMk cId="3541387679" sldId="259"/>
            <ac:spMk id="37" creationId="{827B839B-9ADE-406B-8590-F1CAEDED45A1}"/>
          </ac:spMkLst>
        </pc:spChg>
        <pc:spChg chg="add">
          <ac:chgData name="KASTNER Ivane (Acoss)" userId="aa02f9d6-7d20-4bb5-8703-1abfa156b8a0" providerId="ADAL" clId="{35051A2E-A0C1-4552-B34F-17BF5530F55C}" dt="2023-01-11T12:57:28.654" v="1321" actId="26606"/>
          <ac:spMkLst>
            <pc:docMk/>
            <pc:sldMk cId="3541387679" sldId="259"/>
            <ac:spMk id="39" creationId="{CFE45BF0-46DB-408C-B5F7-7B11716805D4}"/>
          </ac:spMkLst>
        </pc:spChg>
        <pc:spChg chg="add">
          <ac:chgData name="KASTNER Ivane (Acoss)" userId="aa02f9d6-7d20-4bb5-8703-1abfa156b8a0" providerId="ADAL" clId="{35051A2E-A0C1-4552-B34F-17BF5530F55C}" dt="2023-01-11T12:57:28.654" v="1321" actId="26606"/>
          <ac:spMkLst>
            <pc:docMk/>
            <pc:sldMk cId="3541387679" sldId="259"/>
            <ac:spMk id="41" creationId="{2AEBC8F2-97B1-41B4-93F1-2D289E197FBA}"/>
          </ac:spMkLst>
        </pc:spChg>
        <pc:spChg chg="add">
          <ac:chgData name="KASTNER Ivane (Acoss)" userId="aa02f9d6-7d20-4bb5-8703-1abfa156b8a0" providerId="ADAL" clId="{35051A2E-A0C1-4552-B34F-17BF5530F55C}" dt="2023-01-11T12:57:28.654" v="1321" actId="26606"/>
          <ac:spMkLst>
            <pc:docMk/>
            <pc:sldMk cId="3541387679" sldId="259"/>
            <ac:spMk id="43" creationId="{472E3A19-F5D5-48FC-BB9C-48C2F68F598B}"/>
          </ac:spMkLst>
        </pc:spChg>
        <pc:spChg chg="add">
          <ac:chgData name="KASTNER Ivane (Acoss)" userId="aa02f9d6-7d20-4bb5-8703-1abfa156b8a0" providerId="ADAL" clId="{35051A2E-A0C1-4552-B34F-17BF5530F55C}" dt="2023-01-11T12:57:28.654" v="1321" actId="26606"/>
          <ac:spMkLst>
            <pc:docMk/>
            <pc:sldMk cId="3541387679" sldId="259"/>
            <ac:spMk id="45" creationId="{7A62E32F-BB65-43A8-8EB5-92346890E549}"/>
          </ac:spMkLst>
        </pc:spChg>
        <pc:spChg chg="add">
          <ac:chgData name="KASTNER Ivane (Acoss)" userId="aa02f9d6-7d20-4bb5-8703-1abfa156b8a0" providerId="ADAL" clId="{35051A2E-A0C1-4552-B34F-17BF5530F55C}" dt="2023-01-11T12:57:28.654" v="1321" actId="26606"/>
          <ac:spMkLst>
            <pc:docMk/>
            <pc:sldMk cId="3541387679" sldId="259"/>
            <ac:spMk id="47" creationId="{14E91B64-9FCC-451E-AFB4-A827D6329367}"/>
          </ac:spMkLst>
        </pc:spChg>
        <pc:grpChg chg="add del">
          <ac:chgData name="KASTNER Ivane (Acoss)" userId="aa02f9d6-7d20-4bb5-8703-1abfa156b8a0" providerId="ADAL" clId="{35051A2E-A0C1-4552-B34F-17BF5530F55C}" dt="2023-01-11T12:57:28.654" v="1321" actId="26606"/>
          <ac:grpSpMkLst>
            <pc:docMk/>
            <pc:sldMk cId="3541387679" sldId="259"/>
            <ac:grpSpMk id="29" creationId="{AA1375E3-3E53-4D75-BAB7-E5929BFCB25F}"/>
          </ac:grpSpMkLst>
        </pc:grpChg>
      </pc:sldChg>
      <pc:sldChg chg="addSp delSp modSp mod delDesignElem">
        <pc:chgData name="KASTNER Ivane (Acoss)" userId="aa02f9d6-7d20-4bb5-8703-1abfa156b8a0" providerId="ADAL" clId="{35051A2E-A0C1-4552-B34F-17BF5530F55C}" dt="2023-01-11T12:58:23.598" v="1331" actId="14100"/>
        <pc:sldMkLst>
          <pc:docMk/>
          <pc:sldMk cId="1178160209" sldId="260"/>
        </pc:sldMkLst>
        <pc:spChg chg="add del">
          <ac:chgData name="KASTNER Ivane (Acoss)" userId="aa02f9d6-7d20-4bb5-8703-1abfa156b8a0" providerId="ADAL" clId="{35051A2E-A0C1-4552-B34F-17BF5530F55C}" dt="2023-01-11T12:52:31.376" v="1193"/>
          <ac:spMkLst>
            <pc:docMk/>
            <pc:sldMk cId="1178160209" sldId="260"/>
            <ac:spMk id="56" creationId="{B5FA7C47-B7C1-4D2E-AB49-ED23BA34BA83}"/>
          </ac:spMkLst>
        </pc:spChg>
        <pc:spChg chg="add del">
          <ac:chgData name="KASTNER Ivane (Acoss)" userId="aa02f9d6-7d20-4bb5-8703-1abfa156b8a0" providerId="ADAL" clId="{35051A2E-A0C1-4552-B34F-17BF5530F55C}" dt="2023-01-11T12:52:31.376" v="1193"/>
          <ac:spMkLst>
            <pc:docMk/>
            <pc:sldMk cId="1178160209" sldId="260"/>
            <ac:spMk id="58" creationId="{596EE156-ABF1-4329-A6BA-03B4254E0877}"/>
          </ac:spMkLst>
        </pc:spChg>
        <pc:spChg chg="add del">
          <ac:chgData name="KASTNER Ivane (Acoss)" userId="aa02f9d6-7d20-4bb5-8703-1abfa156b8a0" providerId="ADAL" clId="{35051A2E-A0C1-4552-B34F-17BF5530F55C}" dt="2023-01-11T12:52:31.376" v="1193"/>
          <ac:spMkLst>
            <pc:docMk/>
            <pc:sldMk cId="1178160209" sldId="260"/>
            <ac:spMk id="60" creationId="{19B9933F-AAB3-444A-8BB5-9CA194A8BC63}"/>
          </ac:spMkLst>
        </pc:spChg>
        <pc:spChg chg="add del">
          <ac:chgData name="KASTNER Ivane (Acoss)" userId="aa02f9d6-7d20-4bb5-8703-1abfa156b8a0" providerId="ADAL" clId="{35051A2E-A0C1-4552-B34F-17BF5530F55C}" dt="2023-01-11T12:52:31.376" v="1193"/>
          <ac:spMkLst>
            <pc:docMk/>
            <pc:sldMk cId="1178160209" sldId="260"/>
            <ac:spMk id="62" creationId="{7D20183A-0B1D-4A1F-89B1-ADBEDBC6E54E}"/>
          </ac:spMkLst>
        </pc:spChg>
        <pc:spChg chg="add del">
          <ac:chgData name="KASTNER Ivane (Acoss)" userId="aa02f9d6-7d20-4bb5-8703-1abfa156b8a0" providerId="ADAL" clId="{35051A2E-A0C1-4552-B34F-17BF5530F55C}" dt="2023-01-11T12:52:31.376" v="1193"/>
          <ac:spMkLst>
            <pc:docMk/>
            <pc:sldMk cId="1178160209" sldId="260"/>
            <ac:spMk id="64" creationId="{131031D3-26CD-4214-A9A4-5857EFA15A0C}"/>
          </ac:spMkLst>
        </pc:spChg>
        <pc:picChg chg="mod">
          <ac:chgData name="KASTNER Ivane (Acoss)" userId="aa02f9d6-7d20-4bb5-8703-1abfa156b8a0" providerId="ADAL" clId="{35051A2E-A0C1-4552-B34F-17BF5530F55C}" dt="2023-01-11T12:58:23.598" v="1331" actId="14100"/>
          <ac:picMkLst>
            <pc:docMk/>
            <pc:sldMk cId="1178160209" sldId="260"/>
            <ac:picMk id="11" creationId="{E186D911-0ED2-44B1-A087-9226347EF0DA}"/>
          </ac:picMkLst>
        </pc:picChg>
      </pc:sldChg>
      <pc:sldChg chg="addSp delSp delDesignElem">
        <pc:chgData name="KASTNER Ivane (Acoss)" userId="aa02f9d6-7d20-4bb5-8703-1abfa156b8a0" providerId="ADAL" clId="{35051A2E-A0C1-4552-B34F-17BF5530F55C}" dt="2023-01-11T12:52:31.376" v="1193"/>
        <pc:sldMkLst>
          <pc:docMk/>
          <pc:sldMk cId="1026005228" sldId="262"/>
        </pc:sldMkLst>
        <pc:spChg chg="add del">
          <ac:chgData name="KASTNER Ivane (Acoss)" userId="aa02f9d6-7d20-4bb5-8703-1abfa156b8a0" providerId="ADAL" clId="{35051A2E-A0C1-4552-B34F-17BF5530F55C}" dt="2023-01-11T12:52:31.376" v="1193"/>
          <ac:spMkLst>
            <pc:docMk/>
            <pc:sldMk cId="1026005228" sldId="262"/>
            <ac:spMk id="15" creationId="{B5FA7C47-B7C1-4D2E-AB49-ED23BA34BA83}"/>
          </ac:spMkLst>
        </pc:spChg>
        <pc:spChg chg="add del">
          <ac:chgData name="KASTNER Ivane (Acoss)" userId="aa02f9d6-7d20-4bb5-8703-1abfa156b8a0" providerId="ADAL" clId="{35051A2E-A0C1-4552-B34F-17BF5530F55C}" dt="2023-01-11T12:52:31.376" v="1193"/>
          <ac:spMkLst>
            <pc:docMk/>
            <pc:sldMk cId="1026005228" sldId="262"/>
            <ac:spMk id="17" creationId="{596EE156-ABF1-4329-A6BA-03B4254E0877}"/>
          </ac:spMkLst>
        </pc:spChg>
        <pc:spChg chg="add del">
          <ac:chgData name="KASTNER Ivane (Acoss)" userId="aa02f9d6-7d20-4bb5-8703-1abfa156b8a0" providerId="ADAL" clId="{35051A2E-A0C1-4552-B34F-17BF5530F55C}" dt="2023-01-11T12:52:31.376" v="1193"/>
          <ac:spMkLst>
            <pc:docMk/>
            <pc:sldMk cId="1026005228" sldId="262"/>
            <ac:spMk id="19" creationId="{19B9933F-AAB3-444A-8BB5-9CA194A8BC63}"/>
          </ac:spMkLst>
        </pc:spChg>
        <pc:spChg chg="add del">
          <ac:chgData name="KASTNER Ivane (Acoss)" userId="aa02f9d6-7d20-4bb5-8703-1abfa156b8a0" providerId="ADAL" clId="{35051A2E-A0C1-4552-B34F-17BF5530F55C}" dt="2023-01-11T12:52:31.376" v="1193"/>
          <ac:spMkLst>
            <pc:docMk/>
            <pc:sldMk cId="1026005228" sldId="262"/>
            <ac:spMk id="21" creationId="{7D20183A-0B1D-4A1F-89B1-ADBEDBC6E54E}"/>
          </ac:spMkLst>
        </pc:spChg>
        <pc:spChg chg="add del">
          <ac:chgData name="KASTNER Ivane (Acoss)" userId="aa02f9d6-7d20-4bb5-8703-1abfa156b8a0" providerId="ADAL" clId="{35051A2E-A0C1-4552-B34F-17BF5530F55C}" dt="2023-01-11T12:52:31.376" v="1193"/>
          <ac:spMkLst>
            <pc:docMk/>
            <pc:sldMk cId="1026005228" sldId="262"/>
            <ac:spMk id="23" creationId="{131031D3-26CD-4214-A9A4-5857EFA15A0C}"/>
          </ac:spMkLst>
        </pc:spChg>
      </pc:sldChg>
      <pc:sldChg chg="addSp delSp modSp mod delDesignElem">
        <pc:chgData name="KASTNER Ivane (Acoss)" userId="aa02f9d6-7d20-4bb5-8703-1abfa156b8a0" providerId="ADAL" clId="{35051A2E-A0C1-4552-B34F-17BF5530F55C}" dt="2023-01-11T12:52:31.376" v="1193"/>
        <pc:sldMkLst>
          <pc:docMk/>
          <pc:sldMk cId="3658098685" sldId="264"/>
        </pc:sldMkLst>
        <pc:spChg chg="mod">
          <ac:chgData name="KASTNER Ivane (Acoss)" userId="aa02f9d6-7d20-4bb5-8703-1abfa156b8a0" providerId="ADAL" clId="{35051A2E-A0C1-4552-B34F-17BF5530F55C}" dt="2023-01-11T12:33:07.743" v="859"/>
          <ac:spMkLst>
            <pc:docMk/>
            <pc:sldMk cId="3658098685" sldId="264"/>
            <ac:spMk id="3" creationId="{A2504CEA-61C2-41C8-B6A3-DAA64BA2B26D}"/>
          </ac:spMkLst>
        </pc:spChg>
        <pc:spChg chg="add del">
          <ac:chgData name="KASTNER Ivane (Acoss)" userId="aa02f9d6-7d20-4bb5-8703-1abfa156b8a0" providerId="ADAL" clId="{35051A2E-A0C1-4552-B34F-17BF5530F55C}" dt="2023-01-11T12:52:31.376" v="1193"/>
          <ac:spMkLst>
            <pc:docMk/>
            <pc:sldMk cId="3658098685" sldId="264"/>
            <ac:spMk id="10" creationId="{B5FA7C47-B7C1-4D2E-AB49-ED23BA34BA83}"/>
          </ac:spMkLst>
        </pc:spChg>
        <pc:spChg chg="add del">
          <ac:chgData name="KASTNER Ivane (Acoss)" userId="aa02f9d6-7d20-4bb5-8703-1abfa156b8a0" providerId="ADAL" clId="{35051A2E-A0C1-4552-B34F-17BF5530F55C}" dt="2023-01-11T12:52:31.376" v="1193"/>
          <ac:spMkLst>
            <pc:docMk/>
            <pc:sldMk cId="3658098685" sldId="264"/>
            <ac:spMk id="12" creationId="{596EE156-ABF1-4329-A6BA-03B4254E0877}"/>
          </ac:spMkLst>
        </pc:spChg>
        <pc:spChg chg="add del">
          <ac:chgData name="KASTNER Ivane (Acoss)" userId="aa02f9d6-7d20-4bb5-8703-1abfa156b8a0" providerId="ADAL" clId="{35051A2E-A0C1-4552-B34F-17BF5530F55C}" dt="2023-01-11T12:52:31.376" v="1193"/>
          <ac:spMkLst>
            <pc:docMk/>
            <pc:sldMk cId="3658098685" sldId="264"/>
            <ac:spMk id="14" creationId="{19B9933F-AAB3-444A-8BB5-9CA194A8BC63}"/>
          </ac:spMkLst>
        </pc:spChg>
        <pc:spChg chg="add mod">
          <ac:chgData name="KASTNER Ivane (Acoss)" userId="aa02f9d6-7d20-4bb5-8703-1abfa156b8a0" providerId="ADAL" clId="{35051A2E-A0C1-4552-B34F-17BF5530F55C}" dt="2023-01-11T12:33:47.272" v="909" actId="20577"/>
          <ac:spMkLst>
            <pc:docMk/>
            <pc:sldMk cId="3658098685" sldId="264"/>
            <ac:spMk id="15" creationId="{0E08AD81-8904-4C02-86C4-6E344CCB8FB2}"/>
          </ac:spMkLst>
        </pc:spChg>
        <pc:spChg chg="add del">
          <ac:chgData name="KASTNER Ivane (Acoss)" userId="aa02f9d6-7d20-4bb5-8703-1abfa156b8a0" providerId="ADAL" clId="{35051A2E-A0C1-4552-B34F-17BF5530F55C}" dt="2023-01-11T12:52:31.376" v="1193"/>
          <ac:spMkLst>
            <pc:docMk/>
            <pc:sldMk cId="3658098685" sldId="264"/>
            <ac:spMk id="16" creationId="{7D20183A-0B1D-4A1F-89B1-ADBEDBC6E54E}"/>
          </ac:spMkLst>
        </pc:spChg>
        <pc:spChg chg="add del">
          <ac:chgData name="KASTNER Ivane (Acoss)" userId="aa02f9d6-7d20-4bb5-8703-1abfa156b8a0" providerId="ADAL" clId="{35051A2E-A0C1-4552-B34F-17BF5530F55C}" dt="2023-01-11T12:52:31.376" v="1193"/>
          <ac:spMkLst>
            <pc:docMk/>
            <pc:sldMk cId="3658098685" sldId="264"/>
            <ac:spMk id="18" creationId="{131031D3-26CD-4214-A9A4-5857EFA15A0C}"/>
          </ac:spMkLst>
        </pc:spChg>
        <pc:picChg chg="mod">
          <ac:chgData name="KASTNER Ivane (Acoss)" userId="aa02f9d6-7d20-4bb5-8703-1abfa156b8a0" providerId="ADAL" clId="{35051A2E-A0C1-4552-B34F-17BF5530F55C}" dt="2023-01-11T12:32:45.682" v="852" actId="14100"/>
          <ac:picMkLst>
            <pc:docMk/>
            <pc:sldMk cId="3658098685" sldId="264"/>
            <ac:picMk id="5" creationId="{4FCC4A47-E9B9-4D6E-8703-7BE296C2F041}"/>
          </ac:picMkLst>
        </pc:picChg>
        <pc:picChg chg="add mod">
          <ac:chgData name="KASTNER Ivane (Acoss)" userId="aa02f9d6-7d20-4bb5-8703-1abfa156b8a0" providerId="ADAL" clId="{35051A2E-A0C1-4552-B34F-17BF5530F55C}" dt="2023-01-11T12:32:57.024" v="854" actId="1076"/>
          <ac:picMkLst>
            <pc:docMk/>
            <pc:sldMk cId="3658098685" sldId="264"/>
            <ac:picMk id="11" creationId="{EE9DC3D5-8A35-406B-9A35-F95556B9D9D5}"/>
          </ac:picMkLst>
        </pc:picChg>
        <pc:picChg chg="add del mod">
          <ac:chgData name="KASTNER Ivane (Acoss)" userId="aa02f9d6-7d20-4bb5-8703-1abfa156b8a0" providerId="ADAL" clId="{35051A2E-A0C1-4552-B34F-17BF5530F55C}" dt="2023-01-11T12:33:02.706" v="856" actId="478"/>
          <ac:picMkLst>
            <pc:docMk/>
            <pc:sldMk cId="3658098685" sldId="264"/>
            <ac:picMk id="13" creationId="{324FE3E0-5939-400D-AC6B-1C9752A3652C}"/>
          </ac:picMkLst>
        </pc:picChg>
      </pc:sldChg>
      <pc:sldChg chg="addSp delSp delDesignElem">
        <pc:chgData name="KASTNER Ivane (Acoss)" userId="aa02f9d6-7d20-4bb5-8703-1abfa156b8a0" providerId="ADAL" clId="{35051A2E-A0C1-4552-B34F-17BF5530F55C}" dt="2023-01-11T12:52:31.376" v="1193"/>
        <pc:sldMkLst>
          <pc:docMk/>
          <pc:sldMk cId="3280086354" sldId="268"/>
        </pc:sldMkLst>
        <pc:spChg chg="add del">
          <ac:chgData name="KASTNER Ivane (Acoss)" userId="aa02f9d6-7d20-4bb5-8703-1abfa156b8a0" providerId="ADAL" clId="{35051A2E-A0C1-4552-B34F-17BF5530F55C}" dt="2023-01-11T12:52:31.376" v="1193"/>
          <ac:spMkLst>
            <pc:docMk/>
            <pc:sldMk cId="3280086354" sldId="268"/>
            <ac:spMk id="17" creationId="{B5FA7C47-B7C1-4D2E-AB49-ED23BA34BA83}"/>
          </ac:spMkLst>
        </pc:spChg>
        <pc:spChg chg="add del">
          <ac:chgData name="KASTNER Ivane (Acoss)" userId="aa02f9d6-7d20-4bb5-8703-1abfa156b8a0" providerId="ADAL" clId="{35051A2E-A0C1-4552-B34F-17BF5530F55C}" dt="2023-01-11T12:52:31.376" v="1193"/>
          <ac:spMkLst>
            <pc:docMk/>
            <pc:sldMk cId="3280086354" sldId="268"/>
            <ac:spMk id="19" creationId="{596EE156-ABF1-4329-A6BA-03B4254E0877}"/>
          </ac:spMkLst>
        </pc:spChg>
        <pc:spChg chg="add del">
          <ac:chgData name="KASTNER Ivane (Acoss)" userId="aa02f9d6-7d20-4bb5-8703-1abfa156b8a0" providerId="ADAL" clId="{35051A2E-A0C1-4552-B34F-17BF5530F55C}" dt="2023-01-11T12:52:31.376" v="1193"/>
          <ac:spMkLst>
            <pc:docMk/>
            <pc:sldMk cId="3280086354" sldId="268"/>
            <ac:spMk id="21" creationId="{19B9933F-AAB3-444A-8BB5-9CA194A8BC63}"/>
          </ac:spMkLst>
        </pc:spChg>
        <pc:spChg chg="add del">
          <ac:chgData name="KASTNER Ivane (Acoss)" userId="aa02f9d6-7d20-4bb5-8703-1abfa156b8a0" providerId="ADAL" clId="{35051A2E-A0C1-4552-B34F-17BF5530F55C}" dt="2023-01-11T12:52:31.376" v="1193"/>
          <ac:spMkLst>
            <pc:docMk/>
            <pc:sldMk cId="3280086354" sldId="268"/>
            <ac:spMk id="23" creationId="{7D20183A-0B1D-4A1F-89B1-ADBEDBC6E54E}"/>
          </ac:spMkLst>
        </pc:spChg>
        <pc:spChg chg="add del">
          <ac:chgData name="KASTNER Ivane (Acoss)" userId="aa02f9d6-7d20-4bb5-8703-1abfa156b8a0" providerId="ADAL" clId="{35051A2E-A0C1-4552-B34F-17BF5530F55C}" dt="2023-01-11T12:52:31.376" v="1193"/>
          <ac:spMkLst>
            <pc:docMk/>
            <pc:sldMk cId="3280086354" sldId="268"/>
            <ac:spMk id="25" creationId="{131031D3-26CD-4214-A9A4-5857EFA15A0C}"/>
          </ac:spMkLst>
        </pc:spChg>
      </pc:sldChg>
      <pc:sldChg chg="addSp delSp modSp mod delDesignElem">
        <pc:chgData name="KASTNER Ivane (Acoss)" userId="aa02f9d6-7d20-4bb5-8703-1abfa156b8a0" providerId="ADAL" clId="{35051A2E-A0C1-4552-B34F-17BF5530F55C}" dt="2023-01-11T12:52:31.376" v="1193"/>
        <pc:sldMkLst>
          <pc:docMk/>
          <pc:sldMk cId="2010168843" sldId="269"/>
        </pc:sldMkLst>
        <pc:spChg chg="add del">
          <ac:chgData name="KASTNER Ivane (Acoss)" userId="aa02f9d6-7d20-4bb5-8703-1abfa156b8a0" providerId="ADAL" clId="{35051A2E-A0C1-4552-B34F-17BF5530F55C}" dt="2023-01-11T12:52:31.376" v="1193"/>
          <ac:spMkLst>
            <pc:docMk/>
            <pc:sldMk cId="2010168843" sldId="269"/>
            <ac:spMk id="17" creationId="{B5FA7C47-B7C1-4D2E-AB49-ED23BA34BA83}"/>
          </ac:spMkLst>
        </pc:spChg>
        <pc:spChg chg="add del">
          <ac:chgData name="KASTNER Ivane (Acoss)" userId="aa02f9d6-7d20-4bb5-8703-1abfa156b8a0" providerId="ADAL" clId="{35051A2E-A0C1-4552-B34F-17BF5530F55C}" dt="2023-01-11T12:52:31.376" v="1193"/>
          <ac:spMkLst>
            <pc:docMk/>
            <pc:sldMk cId="2010168843" sldId="269"/>
            <ac:spMk id="19" creationId="{596EE156-ABF1-4329-A6BA-03B4254E0877}"/>
          </ac:spMkLst>
        </pc:spChg>
        <pc:spChg chg="add del">
          <ac:chgData name="KASTNER Ivane (Acoss)" userId="aa02f9d6-7d20-4bb5-8703-1abfa156b8a0" providerId="ADAL" clId="{35051A2E-A0C1-4552-B34F-17BF5530F55C}" dt="2023-01-11T12:52:31.376" v="1193"/>
          <ac:spMkLst>
            <pc:docMk/>
            <pc:sldMk cId="2010168843" sldId="269"/>
            <ac:spMk id="21" creationId="{19B9933F-AAB3-444A-8BB5-9CA194A8BC63}"/>
          </ac:spMkLst>
        </pc:spChg>
        <pc:spChg chg="add del">
          <ac:chgData name="KASTNER Ivane (Acoss)" userId="aa02f9d6-7d20-4bb5-8703-1abfa156b8a0" providerId="ADAL" clId="{35051A2E-A0C1-4552-B34F-17BF5530F55C}" dt="2023-01-11T12:52:31.376" v="1193"/>
          <ac:spMkLst>
            <pc:docMk/>
            <pc:sldMk cId="2010168843" sldId="269"/>
            <ac:spMk id="23" creationId="{7D20183A-0B1D-4A1F-89B1-ADBEDBC6E54E}"/>
          </ac:spMkLst>
        </pc:spChg>
        <pc:spChg chg="add del">
          <ac:chgData name="KASTNER Ivane (Acoss)" userId="aa02f9d6-7d20-4bb5-8703-1abfa156b8a0" providerId="ADAL" clId="{35051A2E-A0C1-4552-B34F-17BF5530F55C}" dt="2023-01-11T12:52:31.376" v="1193"/>
          <ac:spMkLst>
            <pc:docMk/>
            <pc:sldMk cId="2010168843" sldId="269"/>
            <ac:spMk id="25" creationId="{131031D3-26CD-4214-A9A4-5857EFA15A0C}"/>
          </ac:spMkLst>
        </pc:spChg>
        <pc:picChg chg="add mod">
          <ac:chgData name="KASTNER Ivane (Acoss)" userId="aa02f9d6-7d20-4bb5-8703-1abfa156b8a0" providerId="ADAL" clId="{35051A2E-A0C1-4552-B34F-17BF5530F55C}" dt="2023-01-11T08:27:04.231" v="114" actId="1076"/>
          <ac:picMkLst>
            <pc:docMk/>
            <pc:sldMk cId="2010168843" sldId="269"/>
            <ac:picMk id="10" creationId="{CAB273A0-7C7E-488C-97DC-C9CE8BB2140A}"/>
          </ac:picMkLst>
        </pc:picChg>
        <pc:picChg chg="del mod">
          <ac:chgData name="KASTNER Ivane (Acoss)" userId="aa02f9d6-7d20-4bb5-8703-1abfa156b8a0" providerId="ADAL" clId="{35051A2E-A0C1-4552-B34F-17BF5530F55C}" dt="2023-01-11T08:26:56.045" v="109" actId="478"/>
          <ac:picMkLst>
            <pc:docMk/>
            <pc:sldMk cId="2010168843" sldId="269"/>
            <ac:picMk id="12" creationId="{9C5EA2AF-1408-4323-BF2C-1BFBDC52C963}"/>
          </ac:picMkLst>
        </pc:picChg>
      </pc:sldChg>
      <pc:sldChg chg="addSp delSp modSp mod delDesignElem">
        <pc:chgData name="KASTNER Ivane (Acoss)" userId="aa02f9d6-7d20-4bb5-8703-1abfa156b8a0" providerId="ADAL" clId="{35051A2E-A0C1-4552-B34F-17BF5530F55C}" dt="2023-01-11T12:52:31.376" v="1193"/>
        <pc:sldMkLst>
          <pc:docMk/>
          <pc:sldMk cId="3502642062" sldId="271"/>
        </pc:sldMkLst>
        <pc:spChg chg="add del">
          <ac:chgData name="KASTNER Ivane (Acoss)" userId="aa02f9d6-7d20-4bb5-8703-1abfa156b8a0" providerId="ADAL" clId="{35051A2E-A0C1-4552-B34F-17BF5530F55C}" dt="2023-01-11T12:52:31.376" v="1193"/>
          <ac:spMkLst>
            <pc:docMk/>
            <pc:sldMk cId="3502642062" sldId="271"/>
            <ac:spMk id="17" creationId="{B5FA7C47-B7C1-4D2E-AB49-ED23BA34BA83}"/>
          </ac:spMkLst>
        </pc:spChg>
        <pc:spChg chg="add del">
          <ac:chgData name="KASTNER Ivane (Acoss)" userId="aa02f9d6-7d20-4bb5-8703-1abfa156b8a0" providerId="ADAL" clId="{35051A2E-A0C1-4552-B34F-17BF5530F55C}" dt="2023-01-11T12:52:31.376" v="1193"/>
          <ac:spMkLst>
            <pc:docMk/>
            <pc:sldMk cId="3502642062" sldId="271"/>
            <ac:spMk id="19" creationId="{596EE156-ABF1-4329-A6BA-03B4254E0877}"/>
          </ac:spMkLst>
        </pc:spChg>
        <pc:spChg chg="add del">
          <ac:chgData name="KASTNER Ivane (Acoss)" userId="aa02f9d6-7d20-4bb5-8703-1abfa156b8a0" providerId="ADAL" clId="{35051A2E-A0C1-4552-B34F-17BF5530F55C}" dt="2023-01-11T12:52:31.376" v="1193"/>
          <ac:spMkLst>
            <pc:docMk/>
            <pc:sldMk cId="3502642062" sldId="271"/>
            <ac:spMk id="21" creationId="{19B9933F-AAB3-444A-8BB5-9CA194A8BC63}"/>
          </ac:spMkLst>
        </pc:spChg>
        <pc:spChg chg="add del">
          <ac:chgData name="KASTNER Ivane (Acoss)" userId="aa02f9d6-7d20-4bb5-8703-1abfa156b8a0" providerId="ADAL" clId="{35051A2E-A0C1-4552-B34F-17BF5530F55C}" dt="2023-01-11T12:52:31.376" v="1193"/>
          <ac:spMkLst>
            <pc:docMk/>
            <pc:sldMk cId="3502642062" sldId="271"/>
            <ac:spMk id="23" creationId="{7D20183A-0B1D-4A1F-89B1-ADBEDBC6E54E}"/>
          </ac:spMkLst>
        </pc:spChg>
        <pc:spChg chg="add del">
          <ac:chgData name="KASTNER Ivane (Acoss)" userId="aa02f9d6-7d20-4bb5-8703-1abfa156b8a0" providerId="ADAL" clId="{35051A2E-A0C1-4552-B34F-17BF5530F55C}" dt="2023-01-11T12:52:31.376" v="1193"/>
          <ac:spMkLst>
            <pc:docMk/>
            <pc:sldMk cId="3502642062" sldId="271"/>
            <ac:spMk id="25" creationId="{131031D3-26CD-4214-A9A4-5857EFA15A0C}"/>
          </ac:spMkLst>
        </pc:spChg>
        <pc:picChg chg="add mod">
          <ac:chgData name="KASTNER Ivane (Acoss)" userId="aa02f9d6-7d20-4bb5-8703-1abfa156b8a0" providerId="ADAL" clId="{35051A2E-A0C1-4552-B34F-17BF5530F55C}" dt="2023-01-11T08:26:46.673" v="105" actId="1076"/>
          <ac:picMkLst>
            <pc:docMk/>
            <pc:sldMk cId="3502642062" sldId="271"/>
            <ac:picMk id="10" creationId="{8992C762-5509-47A6-ABDF-C014D52C9590}"/>
          </ac:picMkLst>
        </pc:picChg>
        <pc:picChg chg="del">
          <ac:chgData name="KASTNER Ivane (Acoss)" userId="aa02f9d6-7d20-4bb5-8703-1abfa156b8a0" providerId="ADAL" clId="{35051A2E-A0C1-4552-B34F-17BF5530F55C}" dt="2023-01-11T08:26:32.688" v="99" actId="478"/>
          <ac:picMkLst>
            <pc:docMk/>
            <pc:sldMk cId="3502642062" sldId="271"/>
            <ac:picMk id="12" creationId="{BCB8F3D7-0481-4507-82D2-A143D6D4ED5E}"/>
          </ac:picMkLst>
        </pc:picChg>
      </pc:sldChg>
      <pc:sldChg chg="addSp delSp delDesignElem">
        <pc:chgData name="KASTNER Ivane (Acoss)" userId="aa02f9d6-7d20-4bb5-8703-1abfa156b8a0" providerId="ADAL" clId="{35051A2E-A0C1-4552-B34F-17BF5530F55C}" dt="2023-01-11T12:52:31.376" v="1193"/>
        <pc:sldMkLst>
          <pc:docMk/>
          <pc:sldMk cId="389362510" sldId="272"/>
        </pc:sldMkLst>
        <pc:spChg chg="add del">
          <ac:chgData name="KASTNER Ivane (Acoss)" userId="aa02f9d6-7d20-4bb5-8703-1abfa156b8a0" providerId="ADAL" clId="{35051A2E-A0C1-4552-B34F-17BF5530F55C}" dt="2023-01-11T12:52:31.376" v="1193"/>
          <ac:spMkLst>
            <pc:docMk/>
            <pc:sldMk cId="389362510" sldId="272"/>
            <ac:spMk id="20" creationId="{B5FA7C47-B7C1-4D2E-AB49-ED23BA34BA83}"/>
          </ac:spMkLst>
        </pc:spChg>
        <pc:spChg chg="add del">
          <ac:chgData name="KASTNER Ivane (Acoss)" userId="aa02f9d6-7d20-4bb5-8703-1abfa156b8a0" providerId="ADAL" clId="{35051A2E-A0C1-4552-B34F-17BF5530F55C}" dt="2023-01-11T12:52:31.376" v="1193"/>
          <ac:spMkLst>
            <pc:docMk/>
            <pc:sldMk cId="389362510" sldId="272"/>
            <ac:spMk id="21" creationId="{596EE156-ABF1-4329-A6BA-03B4254E0877}"/>
          </ac:spMkLst>
        </pc:spChg>
        <pc:spChg chg="add del">
          <ac:chgData name="KASTNER Ivane (Acoss)" userId="aa02f9d6-7d20-4bb5-8703-1abfa156b8a0" providerId="ADAL" clId="{35051A2E-A0C1-4552-B34F-17BF5530F55C}" dt="2023-01-11T12:52:31.376" v="1193"/>
          <ac:spMkLst>
            <pc:docMk/>
            <pc:sldMk cId="389362510" sldId="272"/>
            <ac:spMk id="22" creationId="{19B9933F-AAB3-444A-8BB5-9CA194A8BC63}"/>
          </ac:spMkLst>
        </pc:spChg>
        <pc:spChg chg="add del">
          <ac:chgData name="KASTNER Ivane (Acoss)" userId="aa02f9d6-7d20-4bb5-8703-1abfa156b8a0" providerId="ADAL" clId="{35051A2E-A0C1-4552-B34F-17BF5530F55C}" dt="2023-01-11T12:52:31.376" v="1193"/>
          <ac:spMkLst>
            <pc:docMk/>
            <pc:sldMk cId="389362510" sldId="272"/>
            <ac:spMk id="23" creationId="{7D20183A-0B1D-4A1F-89B1-ADBEDBC6E54E}"/>
          </ac:spMkLst>
        </pc:spChg>
        <pc:spChg chg="add del">
          <ac:chgData name="KASTNER Ivane (Acoss)" userId="aa02f9d6-7d20-4bb5-8703-1abfa156b8a0" providerId="ADAL" clId="{35051A2E-A0C1-4552-B34F-17BF5530F55C}" dt="2023-01-11T12:52:31.376" v="1193"/>
          <ac:spMkLst>
            <pc:docMk/>
            <pc:sldMk cId="389362510" sldId="272"/>
            <ac:spMk id="24" creationId="{131031D3-26CD-4214-A9A4-5857EFA15A0C}"/>
          </ac:spMkLst>
        </pc:spChg>
      </pc:sldChg>
      <pc:sldChg chg="addSp delSp modSp mod delDesignElem">
        <pc:chgData name="KASTNER Ivane (Acoss)" userId="aa02f9d6-7d20-4bb5-8703-1abfa156b8a0" providerId="ADAL" clId="{35051A2E-A0C1-4552-B34F-17BF5530F55C}" dt="2023-01-11T12:52:31.376" v="1193"/>
        <pc:sldMkLst>
          <pc:docMk/>
          <pc:sldMk cId="2732254799" sldId="275"/>
        </pc:sldMkLst>
        <pc:spChg chg="mod">
          <ac:chgData name="KASTNER Ivane (Acoss)" userId="aa02f9d6-7d20-4bb5-8703-1abfa156b8a0" providerId="ADAL" clId="{35051A2E-A0C1-4552-B34F-17BF5530F55C}" dt="2023-01-11T08:38:50.653" v="160" actId="1076"/>
          <ac:spMkLst>
            <pc:docMk/>
            <pc:sldMk cId="2732254799" sldId="275"/>
            <ac:spMk id="26" creationId="{D4C3B513-C04D-4CA1-B334-94FCAB21FFBC}"/>
          </ac:spMkLst>
        </pc:spChg>
        <pc:spChg chg="add del">
          <ac:chgData name="KASTNER Ivane (Acoss)" userId="aa02f9d6-7d20-4bb5-8703-1abfa156b8a0" providerId="ADAL" clId="{35051A2E-A0C1-4552-B34F-17BF5530F55C}" dt="2023-01-11T12:52:31.376" v="1193"/>
          <ac:spMkLst>
            <pc:docMk/>
            <pc:sldMk cId="2732254799" sldId="275"/>
            <ac:spMk id="37" creationId="{5F24A71D-C0A9-49AC-B2D1-5A9EA2BD383E}"/>
          </ac:spMkLst>
        </pc:spChg>
        <pc:spChg chg="add del">
          <ac:chgData name="KASTNER Ivane (Acoss)" userId="aa02f9d6-7d20-4bb5-8703-1abfa156b8a0" providerId="ADAL" clId="{35051A2E-A0C1-4552-B34F-17BF5530F55C}" dt="2023-01-11T12:52:31.376" v="1193"/>
          <ac:spMkLst>
            <pc:docMk/>
            <pc:sldMk cId="2732254799" sldId="275"/>
            <ac:spMk id="38" creationId="{D4993743-B10A-433C-9996-3035D2C3ABC6}"/>
          </ac:spMkLst>
        </pc:spChg>
        <pc:spChg chg="add del">
          <ac:chgData name="KASTNER Ivane (Acoss)" userId="aa02f9d6-7d20-4bb5-8703-1abfa156b8a0" providerId="ADAL" clId="{35051A2E-A0C1-4552-B34F-17BF5530F55C}" dt="2023-01-11T12:52:31.376" v="1193"/>
          <ac:spMkLst>
            <pc:docMk/>
            <pc:sldMk cId="2732254799" sldId="275"/>
            <ac:spMk id="39" creationId="{14280C55-570C-4284-9850-B2BA33DB6726}"/>
          </ac:spMkLst>
        </pc:spChg>
        <pc:spChg chg="add del">
          <ac:chgData name="KASTNER Ivane (Acoss)" userId="aa02f9d6-7d20-4bb5-8703-1abfa156b8a0" providerId="ADAL" clId="{35051A2E-A0C1-4552-B34F-17BF5530F55C}" dt="2023-01-11T12:52:31.376" v="1193"/>
          <ac:spMkLst>
            <pc:docMk/>
            <pc:sldMk cId="2732254799" sldId="275"/>
            <ac:spMk id="40" creationId="{BB3B8946-A0AA-42D4-8A24-639DC6EA170E}"/>
          </ac:spMkLst>
        </pc:spChg>
        <pc:spChg chg="add del">
          <ac:chgData name="KASTNER Ivane (Acoss)" userId="aa02f9d6-7d20-4bb5-8703-1abfa156b8a0" providerId="ADAL" clId="{35051A2E-A0C1-4552-B34F-17BF5530F55C}" dt="2023-01-11T12:52:31.376" v="1193"/>
          <ac:spMkLst>
            <pc:docMk/>
            <pc:sldMk cId="2732254799" sldId="275"/>
            <ac:spMk id="41" creationId="{AB1038E6-06EF-4DCB-B52E-D3825C50F7C6}"/>
          </ac:spMkLst>
        </pc:spChg>
        <pc:spChg chg="add del">
          <ac:chgData name="KASTNER Ivane (Acoss)" userId="aa02f9d6-7d20-4bb5-8703-1abfa156b8a0" providerId="ADAL" clId="{35051A2E-A0C1-4552-B34F-17BF5530F55C}" dt="2023-01-11T12:52:31.376" v="1193"/>
          <ac:spMkLst>
            <pc:docMk/>
            <pc:sldMk cId="2732254799" sldId="275"/>
            <ac:spMk id="42" creationId="{5C7EF35C-8B7D-4026-8F09-8B2B2250579B}"/>
          </ac:spMkLst>
        </pc:spChg>
        <pc:picChg chg="add mod">
          <ac:chgData name="KASTNER Ivane (Acoss)" userId="aa02f9d6-7d20-4bb5-8703-1abfa156b8a0" providerId="ADAL" clId="{35051A2E-A0C1-4552-B34F-17BF5530F55C}" dt="2023-01-11T08:38:33.724" v="156" actId="571"/>
          <ac:picMkLst>
            <pc:docMk/>
            <pc:sldMk cId="2732254799" sldId="275"/>
            <ac:picMk id="18" creationId="{BD329A95-439F-4778-BD3F-A78B3ABEA12B}"/>
          </ac:picMkLst>
        </pc:picChg>
        <pc:picChg chg="add mod">
          <ac:chgData name="KASTNER Ivane (Acoss)" userId="aa02f9d6-7d20-4bb5-8703-1abfa156b8a0" providerId="ADAL" clId="{35051A2E-A0C1-4552-B34F-17BF5530F55C}" dt="2023-01-11T08:38:33.724" v="156" actId="571"/>
          <ac:picMkLst>
            <pc:docMk/>
            <pc:sldMk cId="2732254799" sldId="275"/>
            <ac:picMk id="19" creationId="{467415ED-39FC-48A6-995A-2C47AC8CD5F0}"/>
          </ac:picMkLst>
        </pc:picChg>
        <pc:picChg chg="mod">
          <ac:chgData name="KASTNER Ivane (Acoss)" userId="aa02f9d6-7d20-4bb5-8703-1abfa156b8a0" providerId="ADAL" clId="{35051A2E-A0C1-4552-B34F-17BF5530F55C}" dt="2023-01-11T08:38:43.671" v="159" actId="14100"/>
          <ac:picMkLst>
            <pc:docMk/>
            <pc:sldMk cId="2732254799" sldId="275"/>
            <ac:picMk id="25" creationId="{28154589-817C-4C7D-8487-E63092CC19ED}"/>
          </ac:picMkLst>
        </pc:picChg>
        <pc:picChg chg="mod">
          <ac:chgData name="KASTNER Ivane (Acoss)" userId="aa02f9d6-7d20-4bb5-8703-1abfa156b8a0" providerId="ADAL" clId="{35051A2E-A0C1-4552-B34F-17BF5530F55C}" dt="2023-01-11T08:38:37.818" v="157" actId="1076"/>
          <ac:picMkLst>
            <pc:docMk/>
            <pc:sldMk cId="2732254799" sldId="275"/>
            <ac:picMk id="27" creationId="{8190E4C2-0738-4DAC-8EA5-2C16C10A6BEE}"/>
          </ac:picMkLst>
        </pc:picChg>
        <pc:picChg chg="mod">
          <ac:chgData name="KASTNER Ivane (Acoss)" userId="aa02f9d6-7d20-4bb5-8703-1abfa156b8a0" providerId="ADAL" clId="{35051A2E-A0C1-4552-B34F-17BF5530F55C}" dt="2023-01-11T08:38:37.818" v="157" actId="1076"/>
          <ac:picMkLst>
            <pc:docMk/>
            <pc:sldMk cId="2732254799" sldId="275"/>
            <ac:picMk id="28" creationId="{EFF2C7F8-6211-437F-841C-8D8819822F25}"/>
          </ac:picMkLst>
        </pc:picChg>
        <pc:picChg chg="mod">
          <ac:chgData name="KASTNER Ivane (Acoss)" userId="aa02f9d6-7d20-4bb5-8703-1abfa156b8a0" providerId="ADAL" clId="{35051A2E-A0C1-4552-B34F-17BF5530F55C}" dt="2023-01-11T08:38:37.818" v="157" actId="1076"/>
          <ac:picMkLst>
            <pc:docMk/>
            <pc:sldMk cId="2732254799" sldId="275"/>
            <ac:picMk id="30" creationId="{D9936C5A-ECE9-4BF7-BAA7-060B4617A5FB}"/>
          </ac:picMkLst>
        </pc:picChg>
        <pc:picChg chg="mod">
          <ac:chgData name="KASTNER Ivane (Acoss)" userId="aa02f9d6-7d20-4bb5-8703-1abfa156b8a0" providerId="ADAL" clId="{35051A2E-A0C1-4552-B34F-17BF5530F55C}" dt="2023-01-11T08:38:37.818" v="157" actId="1076"/>
          <ac:picMkLst>
            <pc:docMk/>
            <pc:sldMk cId="2732254799" sldId="275"/>
            <ac:picMk id="43" creationId="{540DA88E-C2C1-4225-86C2-7B79D2A2E635}"/>
          </ac:picMkLst>
        </pc:picChg>
        <pc:picChg chg="mod">
          <ac:chgData name="KASTNER Ivane (Acoss)" userId="aa02f9d6-7d20-4bb5-8703-1abfa156b8a0" providerId="ADAL" clId="{35051A2E-A0C1-4552-B34F-17BF5530F55C}" dt="2023-01-11T08:38:37.818" v="157" actId="1076"/>
          <ac:picMkLst>
            <pc:docMk/>
            <pc:sldMk cId="2732254799" sldId="275"/>
            <ac:picMk id="44" creationId="{20CC8FF9-64D2-4667-831F-38381429DA0A}"/>
          </ac:picMkLst>
        </pc:picChg>
        <pc:picChg chg="mod">
          <ac:chgData name="KASTNER Ivane (Acoss)" userId="aa02f9d6-7d20-4bb5-8703-1abfa156b8a0" providerId="ADAL" clId="{35051A2E-A0C1-4552-B34F-17BF5530F55C}" dt="2023-01-11T08:38:37.818" v="157" actId="1076"/>
          <ac:picMkLst>
            <pc:docMk/>
            <pc:sldMk cId="2732254799" sldId="275"/>
            <ac:picMk id="45" creationId="{28814883-4DAF-4F65-B81F-DC695BF3FD83}"/>
          </ac:picMkLst>
        </pc:picChg>
      </pc:sldChg>
      <pc:sldChg chg="addSp delSp delDesignElem">
        <pc:chgData name="KASTNER Ivane (Acoss)" userId="aa02f9d6-7d20-4bb5-8703-1abfa156b8a0" providerId="ADAL" clId="{35051A2E-A0C1-4552-B34F-17BF5530F55C}" dt="2023-01-11T12:52:31.376" v="1193"/>
        <pc:sldMkLst>
          <pc:docMk/>
          <pc:sldMk cId="2841160307" sldId="283"/>
        </pc:sldMkLst>
        <pc:spChg chg="add del">
          <ac:chgData name="KASTNER Ivane (Acoss)" userId="aa02f9d6-7d20-4bb5-8703-1abfa156b8a0" providerId="ADAL" clId="{35051A2E-A0C1-4552-B34F-17BF5530F55C}" dt="2023-01-11T12:52:31.376" v="1193"/>
          <ac:spMkLst>
            <pc:docMk/>
            <pc:sldMk cId="2841160307" sldId="283"/>
            <ac:spMk id="37" creationId="{5F24A71D-C0A9-49AC-B2D1-5A9EA2BD383E}"/>
          </ac:spMkLst>
        </pc:spChg>
        <pc:spChg chg="add del">
          <ac:chgData name="KASTNER Ivane (Acoss)" userId="aa02f9d6-7d20-4bb5-8703-1abfa156b8a0" providerId="ADAL" clId="{35051A2E-A0C1-4552-B34F-17BF5530F55C}" dt="2023-01-11T12:52:31.376" v="1193"/>
          <ac:spMkLst>
            <pc:docMk/>
            <pc:sldMk cId="2841160307" sldId="283"/>
            <ac:spMk id="38" creationId="{D4993743-B10A-433C-9996-3035D2C3ABC6}"/>
          </ac:spMkLst>
        </pc:spChg>
        <pc:spChg chg="add del">
          <ac:chgData name="KASTNER Ivane (Acoss)" userId="aa02f9d6-7d20-4bb5-8703-1abfa156b8a0" providerId="ADAL" clId="{35051A2E-A0C1-4552-B34F-17BF5530F55C}" dt="2023-01-11T12:52:31.376" v="1193"/>
          <ac:spMkLst>
            <pc:docMk/>
            <pc:sldMk cId="2841160307" sldId="283"/>
            <ac:spMk id="39" creationId="{14280C55-570C-4284-9850-B2BA33DB6726}"/>
          </ac:spMkLst>
        </pc:spChg>
        <pc:spChg chg="add del">
          <ac:chgData name="KASTNER Ivane (Acoss)" userId="aa02f9d6-7d20-4bb5-8703-1abfa156b8a0" providerId="ADAL" clId="{35051A2E-A0C1-4552-B34F-17BF5530F55C}" dt="2023-01-11T12:52:31.376" v="1193"/>
          <ac:spMkLst>
            <pc:docMk/>
            <pc:sldMk cId="2841160307" sldId="283"/>
            <ac:spMk id="40" creationId="{BB3B8946-A0AA-42D4-8A24-639DC6EA170E}"/>
          </ac:spMkLst>
        </pc:spChg>
        <pc:spChg chg="add del">
          <ac:chgData name="KASTNER Ivane (Acoss)" userId="aa02f9d6-7d20-4bb5-8703-1abfa156b8a0" providerId="ADAL" clId="{35051A2E-A0C1-4552-B34F-17BF5530F55C}" dt="2023-01-11T12:52:31.376" v="1193"/>
          <ac:spMkLst>
            <pc:docMk/>
            <pc:sldMk cId="2841160307" sldId="283"/>
            <ac:spMk id="41" creationId="{AB1038E6-06EF-4DCB-B52E-D3825C50F7C6}"/>
          </ac:spMkLst>
        </pc:spChg>
        <pc:spChg chg="add del">
          <ac:chgData name="KASTNER Ivane (Acoss)" userId="aa02f9d6-7d20-4bb5-8703-1abfa156b8a0" providerId="ADAL" clId="{35051A2E-A0C1-4552-B34F-17BF5530F55C}" dt="2023-01-11T12:52:31.376" v="1193"/>
          <ac:spMkLst>
            <pc:docMk/>
            <pc:sldMk cId="2841160307" sldId="283"/>
            <ac:spMk id="42" creationId="{5C7EF35C-8B7D-4026-8F09-8B2B2250579B}"/>
          </ac:spMkLst>
        </pc:spChg>
      </pc:sldChg>
      <pc:sldChg chg="addSp delSp modSp mod setBg delDesignElem">
        <pc:chgData name="KASTNER Ivane (Acoss)" userId="aa02f9d6-7d20-4bb5-8703-1abfa156b8a0" providerId="ADAL" clId="{35051A2E-A0C1-4552-B34F-17BF5530F55C}" dt="2023-01-11T12:58:39.816" v="1333" actId="1076"/>
        <pc:sldMkLst>
          <pc:docMk/>
          <pc:sldMk cId="995549526" sldId="284"/>
        </pc:sldMkLst>
        <pc:spChg chg="mod">
          <ac:chgData name="KASTNER Ivane (Acoss)" userId="aa02f9d6-7d20-4bb5-8703-1abfa156b8a0" providerId="ADAL" clId="{35051A2E-A0C1-4552-B34F-17BF5530F55C}" dt="2023-01-11T08:39:36.314" v="161" actId="26606"/>
          <ac:spMkLst>
            <pc:docMk/>
            <pc:sldMk cId="995549526" sldId="284"/>
            <ac:spMk id="2" creationId="{B1C90A41-B04E-4CB7-B192-BEE9D5B113E8}"/>
          </ac:spMkLst>
        </pc:spChg>
        <pc:spChg chg="mod">
          <ac:chgData name="KASTNER Ivane (Acoss)" userId="aa02f9d6-7d20-4bb5-8703-1abfa156b8a0" providerId="ADAL" clId="{35051A2E-A0C1-4552-B34F-17BF5530F55C}" dt="2023-01-11T12:58:39.816" v="1333" actId="1076"/>
          <ac:spMkLst>
            <pc:docMk/>
            <pc:sldMk cId="995549526" sldId="284"/>
            <ac:spMk id="3" creationId="{88B27C78-40F6-43B7-8946-8F010A9FEDE6}"/>
          </ac:spMkLst>
        </pc:spChg>
        <pc:spChg chg="add del">
          <ac:chgData name="KASTNER Ivane (Acoss)" userId="aa02f9d6-7d20-4bb5-8703-1abfa156b8a0" providerId="ADAL" clId="{35051A2E-A0C1-4552-B34F-17BF5530F55C}" dt="2023-01-11T12:52:31.376" v="1193"/>
          <ac:spMkLst>
            <pc:docMk/>
            <pc:sldMk cId="995549526" sldId="284"/>
            <ac:spMk id="8" creationId="{827B839B-9ADE-406B-8590-F1CAEDED45A1}"/>
          </ac:spMkLst>
        </pc:spChg>
        <pc:spChg chg="add del">
          <ac:chgData name="KASTNER Ivane (Acoss)" userId="aa02f9d6-7d20-4bb5-8703-1abfa156b8a0" providerId="ADAL" clId="{35051A2E-A0C1-4552-B34F-17BF5530F55C}" dt="2023-01-11T12:52:31.376" v="1193"/>
          <ac:spMkLst>
            <pc:docMk/>
            <pc:sldMk cId="995549526" sldId="284"/>
            <ac:spMk id="10" creationId="{CFE45BF0-46DB-408C-B5F7-7B11716805D4}"/>
          </ac:spMkLst>
        </pc:spChg>
        <pc:spChg chg="add del">
          <ac:chgData name="KASTNER Ivane (Acoss)" userId="aa02f9d6-7d20-4bb5-8703-1abfa156b8a0" providerId="ADAL" clId="{35051A2E-A0C1-4552-B34F-17BF5530F55C}" dt="2023-01-11T12:52:31.376" v="1193"/>
          <ac:spMkLst>
            <pc:docMk/>
            <pc:sldMk cId="995549526" sldId="284"/>
            <ac:spMk id="12" creationId="{2AEBC8F2-97B1-41B4-93F1-2D289E197FBA}"/>
          </ac:spMkLst>
        </pc:spChg>
        <pc:spChg chg="add del">
          <ac:chgData name="KASTNER Ivane (Acoss)" userId="aa02f9d6-7d20-4bb5-8703-1abfa156b8a0" providerId="ADAL" clId="{35051A2E-A0C1-4552-B34F-17BF5530F55C}" dt="2023-01-11T12:52:31.376" v="1193"/>
          <ac:spMkLst>
            <pc:docMk/>
            <pc:sldMk cId="995549526" sldId="284"/>
            <ac:spMk id="14" creationId="{472E3A19-F5D5-48FC-BB9C-48C2F68F598B}"/>
          </ac:spMkLst>
        </pc:spChg>
        <pc:spChg chg="add del">
          <ac:chgData name="KASTNER Ivane (Acoss)" userId="aa02f9d6-7d20-4bb5-8703-1abfa156b8a0" providerId="ADAL" clId="{35051A2E-A0C1-4552-B34F-17BF5530F55C}" dt="2023-01-11T12:52:31.376" v="1193"/>
          <ac:spMkLst>
            <pc:docMk/>
            <pc:sldMk cId="995549526" sldId="284"/>
            <ac:spMk id="16" creationId="{7A62E32F-BB65-43A8-8EB5-92346890E549}"/>
          </ac:spMkLst>
        </pc:spChg>
        <pc:spChg chg="add del">
          <ac:chgData name="KASTNER Ivane (Acoss)" userId="aa02f9d6-7d20-4bb5-8703-1abfa156b8a0" providerId="ADAL" clId="{35051A2E-A0C1-4552-B34F-17BF5530F55C}" dt="2023-01-11T12:52:31.376" v="1193"/>
          <ac:spMkLst>
            <pc:docMk/>
            <pc:sldMk cId="995549526" sldId="284"/>
            <ac:spMk id="18" creationId="{14E91B64-9FCC-451E-AFB4-A827D6329367}"/>
          </ac:spMkLst>
        </pc:spChg>
      </pc:sldChg>
      <pc:sldChg chg="addSp delSp modSp mod">
        <pc:chgData name="KASTNER Ivane (Acoss)" userId="aa02f9d6-7d20-4bb5-8703-1abfa156b8a0" providerId="ADAL" clId="{35051A2E-A0C1-4552-B34F-17BF5530F55C}" dt="2023-01-11T12:51:36.019" v="1160" actId="20577"/>
        <pc:sldMkLst>
          <pc:docMk/>
          <pc:sldMk cId="252131651" sldId="285"/>
        </pc:sldMkLst>
        <pc:spChg chg="mod">
          <ac:chgData name="KASTNER Ivane (Acoss)" userId="aa02f9d6-7d20-4bb5-8703-1abfa156b8a0" providerId="ADAL" clId="{35051A2E-A0C1-4552-B34F-17BF5530F55C}" dt="2023-01-11T10:22:35.361" v="766" actId="1076"/>
          <ac:spMkLst>
            <pc:docMk/>
            <pc:sldMk cId="252131651" sldId="285"/>
            <ac:spMk id="2" creationId="{CD6A8A96-2DAB-405B-9679-674FCD828B6C}"/>
          </ac:spMkLst>
        </pc:spChg>
        <pc:spChg chg="del mod">
          <ac:chgData name="KASTNER Ivane (Acoss)" userId="aa02f9d6-7d20-4bb5-8703-1abfa156b8a0" providerId="ADAL" clId="{35051A2E-A0C1-4552-B34F-17BF5530F55C}" dt="2023-01-11T09:57:25.842" v="473" actId="478"/>
          <ac:spMkLst>
            <pc:docMk/>
            <pc:sldMk cId="252131651" sldId="285"/>
            <ac:spMk id="4" creationId="{720AA20B-32AF-4008-92C6-F795F4A53008}"/>
          </ac:spMkLst>
        </pc:spChg>
        <pc:spChg chg="add del mod">
          <ac:chgData name="KASTNER Ivane (Acoss)" userId="aa02f9d6-7d20-4bb5-8703-1abfa156b8a0" providerId="ADAL" clId="{35051A2E-A0C1-4552-B34F-17BF5530F55C}" dt="2023-01-11T09:05:03.211" v="252" actId="478"/>
          <ac:spMkLst>
            <pc:docMk/>
            <pc:sldMk cId="252131651" sldId="285"/>
            <ac:spMk id="5" creationId="{2B7C2D4F-A1FE-4F7B-B885-48316BDAFD63}"/>
          </ac:spMkLst>
        </pc:spChg>
        <pc:spChg chg="add del mod">
          <ac:chgData name="KASTNER Ivane (Acoss)" userId="aa02f9d6-7d20-4bb5-8703-1abfa156b8a0" providerId="ADAL" clId="{35051A2E-A0C1-4552-B34F-17BF5530F55C}" dt="2023-01-11T09:57:35.867" v="478" actId="478"/>
          <ac:spMkLst>
            <pc:docMk/>
            <pc:sldMk cId="252131651" sldId="285"/>
            <ac:spMk id="8" creationId="{9283064E-8CBE-437A-94C3-670B192F8BA3}"/>
          </ac:spMkLst>
        </pc:spChg>
        <pc:spChg chg="add del mod">
          <ac:chgData name="KASTNER Ivane (Acoss)" userId="aa02f9d6-7d20-4bb5-8703-1abfa156b8a0" providerId="ADAL" clId="{35051A2E-A0C1-4552-B34F-17BF5530F55C}" dt="2023-01-11T09:57:32.743" v="476" actId="478"/>
          <ac:spMkLst>
            <pc:docMk/>
            <pc:sldMk cId="252131651" sldId="285"/>
            <ac:spMk id="14" creationId="{DC0A3189-197E-41ED-8237-6ED5C82208E4}"/>
          </ac:spMkLst>
        </pc:spChg>
        <pc:spChg chg="add del mod">
          <ac:chgData name="KASTNER Ivane (Acoss)" userId="aa02f9d6-7d20-4bb5-8703-1abfa156b8a0" providerId="ADAL" clId="{35051A2E-A0C1-4552-B34F-17BF5530F55C}" dt="2023-01-11T09:57:34.304" v="477" actId="478"/>
          <ac:spMkLst>
            <pc:docMk/>
            <pc:sldMk cId="252131651" sldId="285"/>
            <ac:spMk id="16" creationId="{18A53389-C7BD-476D-BCB6-AB24294D0FB3}"/>
          </ac:spMkLst>
        </pc:spChg>
        <pc:graphicFrameChg chg="add mod modGraphic">
          <ac:chgData name="KASTNER Ivane (Acoss)" userId="aa02f9d6-7d20-4bb5-8703-1abfa156b8a0" providerId="ADAL" clId="{35051A2E-A0C1-4552-B34F-17BF5530F55C}" dt="2023-01-11T12:51:36.019" v="1160" actId="20577"/>
          <ac:graphicFrameMkLst>
            <pc:docMk/>
            <pc:sldMk cId="252131651" sldId="285"/>
            <ac:graphicFrameMk id="10" creationId="{C78CD20C-C315-4B80-A6E1-3DDF9114696A}"/>
          </ac:graphicFrameMkLst>
        </pc:graphicFrameChg>
        <pc:picChg chg="del">
          <ac:chgData name="KASTNER Ivane (Acoss)" userId="aa02f9d6-7d20-4bb5-8703-1abfa156b8a0" providerId="ADAL" clId="{35051A2E-A0C1-4552-B34F-17BF5530F55C}" dt="2023-01-11T09:04:59.994" v="249" actId="478"/>
          <ac:picMkLst>
            <pc:docMk/>
            <pc:sldMk cId="252131651" sldId="285"/>
            <ac:picMk id="6" creationId="{325E8860-8CED-4B28-BDCD-350D7DF08BE7}"/>
          </ac:picMkLst>
        </pc:picChg>
        <pc:picChg chg="add del mod">
          <ac:chgData name="KASTNER Ivane (Acoss)" userId="aa02f9d6-7d20-4bb5-8703-1abfa156b8a0" providerId="ADAL" clId="{35051A2E-A0C1-4552-B34F-17BF5530F55C}" dt="2023-01-11T09:57:26.874" v="475" actId="478"/>
          <ac:picMkLst>
            <pc:docMk/>
            <pc:sldMk cId="252131651" sldId="285"/>
            <ac:picMk id="7" creationId="{9CDB981C-ADEE-4CBC-90CD-C078FAB857FC}"/>
          </ac:picMkLst>
        </pc:picChg>
        <pc:picChg chg="add del mod">
          <ac:chgData name="KASTNER Ivane (Acoss)" userId="aa02f9d6-7d20-4bb5-8703-1abfa156b8a0" providerId="ADAL" clId="{35051A2E-A0C1-4552-B34F-17BF5530F55C}" dt="2023-01-11T09:57:24.256" v="471" actId="478"/>
          <ac:picMkLst>
            <pc:docMk/>
            <pc:sldMk cId="252131651" sldId="285"/>
            <ac:picMk id="9" creationId="{1B5AA236-227E-494F-8AFD-04EEC5F336C3}"/>
          </ac:picMkLst>
        </pc:picChg>
        <pc:picChg chg="add mod">
          <ac:chgData name="KASTNER Ivane (Acoss)" userId="aa02f9d6-7d20-4bb5-8703-1abfa156b8a0" providerId="ADAL" clId="{35051A2E-A0C1-4552-B34F-17BF5530F55C}" dt="2023-01-11T10:34:18.180" v="803" actId="1076"/>
          <ac:picMkLst>
            <pc:docMk/>
            <pc:sldMk cId="252131651" sldId="285"/>
            <ac:picMk id="11" creationId="{041BA6CB-F290-4EEF-8B71-FD151FDE1AE7}"/>
          </ac:picMkLst>
        </pc:picChg>
        <pc:picChg chg="add mod">
          <ac:chgData name="KASTNER Ivane (Acoss)" userId="aa02f9d6-7d20-4bb5-8703-1abfa156b8a0" providerId="ADAL" clId="{35051A2E-A0C1-4552-B34F-17BF5530F55C}" dt="2023-01-11T10:34:52.887" v="820" actId="1035"/>
          <ac:picMkLst>
            <pc:docMk/>
            <pc:sldMk cId="252131651" sldId="285"/>
            <ac:picMk id="12" creationId="{67E36B8E-01E2-4CAF-A439-A538BF73A452}"/>
          </ac:picMkLst>
        </pc:picChg>
        <pc:picChg chg="add mod">
          <ac:chgData name="KASTNER Ivane (Acoss)" userId="aa02f9d6-7d20-4bb5-8703-1abfa156b8a0" providerId="ADAL" clId="{35051A2E-A0C1-4552-B34F-17BF5530F55C}" dt="2023-01-11T10:34:50.294" v="814" actId="1076"/>
          <ac:picMkLst>
            <pc:docMk/>
            <pc:sldMk cId="252131651" sldId="285"/>
            <ac:picMk id="17" creationId="{66EAF4E8-1ADF-491E-9358-F8B61002453F}"/>
          </ac:picMkLst>
        </pc:picChg>
        <pc:picChg chg="add mod">
          <ac:chgData name="KASTNER Ivane (Acoss)" userId="aa02f9d6-7d20-4bb5-8703-1abfa156b8a0" providerId="ADAL" clId="{35051A2E-A0C1-4552-B34F-17BF5530F55C}" dt="2023-01-11T10:35:04.432" v="822" actId="1076"/>
          <ac:picMkLst>
            <pc:docMk/>
            <pc:sldMk cId="252131651" sldId="285"/>
            <ac:picMk id="18" creationId="{9BD7FDDD-68FF-4521-B8BB-215FA0726C12}"/>
          </ac:picMkLst>
        </pc:picChg>
        <pc:picChg chg="add mod">
          <ac:chgData name="KASTNER Ivane (Acoss)" userId="aa02f9d6-7d20-4bb5-8703-1abfa156b8a0" providerId="ADAL" clId="{35051A2E-A0C1-4552-B34F-17BF5530F55C}" dt="2023-01-11T12:38:11.676" v="1039" actId="14100"/>
          <ac:picMkLst>
            <pc:docMk/>
            <pc:sldMk cId="252131651" sldId="285"/>
            <ac:picMk id="19" creationId="{DA6D04CD-39CE-4A40-AE70-E45DFE4C70F2}"/>
          </ac:picMkLst>
        </pc:picChg>
        <pc:picChg chg="add mod">
          <ac:chgData name="KASTNER Ivane (Acoss)" userId="aa02f9d6-7d20-4bb5-8703-1abfa156b8a0" providerId="ADAL" clId="{35051A2E-A0C1-4552-B34F-17BF5530F55C}" dt="2023-01-11T12:38:18.351" v="1049" actId="1038"/>
          <ac:picMkLst>
            <pc:docMk/>
            <pc:sldMk cId="252131651" sldId="285"/>
            <ac:picMk id="20" creationId="{F8862B43-290C-4C9B-AA66-28AC5851B76F}"/>
          </ac:picMkLst>
        </pc:picChg>
        <pc:picChg chg="add del mod">
          <ac:chgData name="KASTNER Ivane (Acoss)" userId="aa02f9d6-7d20-4bb5-8703-1abfa156b8a0" providerId="ADAL" clId="{35051A2E-A0C1-4552-B34F-17BF5530F55C}" dt="2023-01-11T12:50:50.502" v="1085" actId="478"/>
          <ac:picMkLst>
            <pc:docMk/>
            <pc:sldMk cId="252131651" sldId="285"/>
            <ac:picMk id="21" creationId="{A12D909F-F059-44F8-A708-D56C2A9C6593}"/>
          </ac:picMkLst>
        </pc:picChg>
        <pc:picChg chg="add mod">
          <ac:chgData name="KASTNER Ivane (Acoss)" userId="aa02f9d6-7d20-4bb5-8703-1abfa156b8a0" providerId="ADAL" clId="{35051A2E-A0C1-4552-B34F-17BF5530F55C}" dt="2023-01-11T12:38:31.992" v="1061" actId="1037"/>
          <ac:picMkLst>
            <pc:docMk/>
            <pc:sldMk cId="252131651" sldId="285"/>
            <ac:picMk id="22" creationId="{92402F10-50C2-4088-AFD0-2E1195D36314}"/>
          </ac:picMkLst>
        </pc:picChg>
      </pc:sldChg>
      <pc:sldChg chg="addSp delSp modSp new del mod">
        <pc:chgData name="KASTNER Ivane (Acoss)" userId="aa02f9d6-7d20-4bb5-8703-1abfa156b8a0" providerId="ADAL" clId="{35051A2E-A0C1-4552-B34F-17BF5530F55C}" dt="2023-01-11T12:56:04.830" v="1272" actId="47"/>
        <pc:sldMkLst>
          <pc:docMk/>
          <pc:sldMk cId="272628669" sldId="286"/>
        </pc:sldMkLst>
        <pc:spChg chg="del">
          <ac:chgData name="KASTNER Ivane (Acoss)" userId="aa02f9d6-7d20-4bb5-8703-1abfa156b8a0" providerId="ADAL" clId="{35051A2E-A0C1-4552-B34F-17BF5530F55C}" dt="2023-01-11T12:52:46.998" v="1197" actId="478"/>
          <ac:spMkLst>
            <pc:docMk/>
            <pc:sldMk cId="272628669" sldId="286"/>
            <ac:spMk id="2" creationId="{E4A11AA9-56DF-4C50-8343-E07EE5C897C3}"/>
          </ac:spMkLst>
        </pc:spChg>
        <pc:spChg chg="del">
          <ac:chgData name="KASTNER Ivane (Acoss)" userId="aa02f9d6-7d20-4bb5-8703-1abfa156b8a0" providerId="ADAL" clId="{35051A2E-A0C1-4552-B34F-17BF5530F55C}" dt="2023-01-11T12:52:43.153" v="1196" actId="478"/>
          <ac:spMkLst>
            <pc:docMk/>
            <pc:sldMk cId="272628669" sldId="286"/>
            <ac:spMk id="3" creationId="{FEE80AE5-9A92-450F-AB60-6E30CCC2EE52}"/>
          </ac:spMkLst>
        </pc:spChg>
        <pc:spChg chg="add mod">
          <ac:chgData name="KASTNER Ivane (Acoss)" userId="aa02f9d6-7d20-4bb5-8703-1abfa156b8a0" providerId="ADAL" clId="{35051A2E-A0C1-4552-B34F-17BF5530F55C}" dt="2023-01-11T12:52:54.301" v="1199" actId="207"/>
          <ac:spMkLst>
            <pc:docMk/>
            <pc:sldMk cId="272628669" sldId="286"/>
            <ac:spMk id="4" creationId="{EF5966F0-57E0-4D14-BA16-4D024ADDF297}"/>
          </ac:spMkLst>
        </pc:spChg>
        <pc:spChg chg="add mod">
          <ac:chgData name="KASTNER Ivane (Acoss)" userId="aa02f9d6-7d20-4bb5-8703-1abfa156b8a0" providerId="ADAL" clId="{35051A2E-A0C1-4552-B34F-17BF5530F55C}" dt="2023-01-11T12:53:04.092" v="1201" actId="207"/>
          <ac:spMkLst>
            <pc:docMk/>
            <pc:sldMk cId="272628669" sldId="286"/>
            <ac:spMk id="5" creationId="{C23FC526-C02D-43AC-ADA3-DC2B93BFB659}"/>
          </ac:spMkLst>
        </pc:spChg>
        <pc:picChg chg="add mod">
          <ac:chgData name="KASTNER Ivane (Acoss)" userId="aa02f9d6-7d20-4bb5-8703-1abfa156b8a0" providerId="ADAL" clId="{35051A2E-A0C1-4552-B34F-17BF5530F55C}" dt="2023-01-11T12:54:42.555" v="1238" actId="1076"/>
          <ac:picMkLst>
            <pc:docMk/>
            <pc:sldMk cId="272628669" sldId="286"/>
            <ac:picMk id="6" creationId="{D177E45D-DF87-454A-A88E-907278A1989D}"/>
          </ac:picMkLst>
        </pc:picChg>
        <pc:picChg chg="add del mod">
          <ac:chgData name="KASTNER Ivane (Acoss)" userId="aa02f9d6-7d20-4bb5-8703-1abfa156b8a0" providerId="ADAL" clId="{35051A2E-A0C1-4552-B34F-17BF5530F55C}" dt="2023-01-11T12:54:25.773" v="1229" actId="478"/>
          <ac:picMkLst>
            <pc:docMk/>
            <pc:sldMk cId="272628669" sldId="286"/>
            <ac:picMk id="7" creationId="{8B29ED49-C0E8-4DA2-AA3C-DBEAC492FC7F}"/>
          </ac:picMkLst>
        </pc:picChg>
        <pc:picChg chg="add del mod">
          <ac:chgData name="KASTNER Ivane (Acoss)" userId="aa02f9d6-7d20-4bb5-8703-1abfa156b8a0" providerId="ADAL" clId="{35051A2E-A0C1-4552-B34F-17BF5530F55C}" dt="2023-01-11T12:54:29.500" v="1232" actId="478"/>
          <ac:picMkLst>
            <pc:docMk/>
            <pc:sldMk cId="272628669" sldId="286"/>
            <ac:picMk id="8" creationId="{53C72232-9BC6-4F12-AD1A-FDAA6DAA1DD8}"/>
          </ac:picMkLst>
        </pc:picChg>
        <pc:picChg chg="add del mod">
          <ac:chgData name="KASTNER Ivane (Acoss)" userId="aa02f9d6-7d20-4bb5-8703-1abfa156b8a0" providerId="ADAL" clId="{35051A2E-A0C1-4552-B34F-17BF5530F55C}" dt="2023-01-11T12:54:26.808" v="1230" actId="478"/>
          <ac:picMkLst>
            <pc:docMk/>
            <pc:sldMk cId="272628669" sldId="286"/>
            <ac:picMk id="9" creationId="{4EF43713-6D8E-43AA-B345-A8011C86B115}"/>
          </ac:picMkLst>
        </pc:picChg>
        <pc:picChg chg="add del mod">
          <ac:chgData name="KASTNER Ivane (Acoss)" userId="aa02f9d6-7d20-4bb5-8703-1abfa156b8a0" providerId="ADAL" clId="{35051A2E-A0C1-4552-B34F-17BF5530F55C}" dt="2023-01-11T12:54:27.594" v="1231" actId="478"/>
          <ac:picMkLst>
            <pc:docMk/>
            <pc:sldMk cId="272628669" sldId="286"/>
            <ac:picMk id="10" creationId="{CBDF9339-A043-4AA8-8735-B72F62A9BDA1}"/>
          </ac:picMkLst>
        </pc:picChg>
        <pc:picChg chg="add del mod">
          <ac:chgData name="KASTNER Ivane (Acoss)" userId="aa02f9d6-7d20-4bb5-8703-1abfa156b8a0" providerId="ADAL" clId="{35051A2E-A0C1-4552-B34F-17BF5530F55C}" dt="2023-01-11T12:55:36.630" v="1252" actId="21"/>
          <ac:picMkLst>
            <pc:docMk/>
            <pc:sldMk cId="272628669" sldId="286"/>
            <ac:picMk id="11" creationId="{29CBBCB0-3C93-479C-BBC4-E69895327152}"/>
          </ac:picMkLst>
        </pc:picChg>
        <pc:picChg chg="add del mod">
          <ac:chgData name="KASTNER Ivane (Acoss)" userId="aa02f9d6-7d20-4bb5-8703-1abfa156b8a0" providerId="ADAL" clId="{35051A2E-A0C1-4552-B34F-17BF5530F55C}" dt="2023-01-11T12:54:10.922" v="1226" actId="478"/>
          <ac:picMkLst>
            <pc:docMk/>
            <pc:sldMk cId="272628669" sldId="286"/>
            <ac:picMk id="12" creationId="{A385ECEF-6D75-4E7F-B2B8-7B650D8476DA}"/>
          </ac:picMkLst>
        </pc:picChg>
        <pc:picChg chg="add del mod">
          <ac:chgData name="KASTNER Ivane (Acoss)" userId="aa02f9d6-7d20-4bb5-8703-1abfa156b8a0" providerId="ADAL" clId="{35051A2E-A0C1-4552-B34F-17BF5530F55C}" dt="2023-01-11T12:54:03.760" v="1218" actId="478"/>
          <ac:picMkLst>
            <pc:docMk/>
            <pc:sldMk cId="272628669" sldId="286"/>
            <ac:picMk id="13" creationId="{3ED7601A-75B4-4164-BA41-0F328003A752}"/>
          </ac:picMkLst>
        </pc:picChg>
        <pc:picChg chg="add mod">
          <ac:chgData name="KASTNER Ivane (Acoss)" userId="aa02f9d6-7d20-4bb5-8703-1abfa156b8a0" providerId="ADAL" clId="{35051A2E-A0C1-4552-B34F-17BF5530F55C}" dt="2023-01-11T12:54:40.682" v="1237" actId="1076"/>
          <ac:picMkLst>
            <pc:docMk/>
            <pc:sldMk cId="272628669" sldId="286"/>
            <ac:picMk id="14" creationId="{9EC09434-9B81-4ECD-9CC9-CC1D839E7B1F}"/>
          </ac:picMkLst>
        </pc:picChg>
        <pc:picChg chg="add del mod">
          <ac:chgData name="KASTNER Ivane (Acoss)" userId="aa02f9d6-7d20-4bb5-8703-1abfa156b8a0" providerId="ADAL" clId="{35051A2E-A0C1-4552-B34F-17BF5530F55C}" dt="2023-01-11T12:55:36.630" v="1252" actId="21"/>
          <ac:picMkLst>
            <pc:docMk/>
            <pc:sldMk cId="272628669" sldId="286"/>
            <ac:picMk id="15" creationId="{B89D188D-DE1A-4862-BF7D-18A288531FCF}"/>
          </ac:picMkLst>
        </pc:picChg>
        <pc:picChg chg="add del mod">
          <ac:chgData name="KASTNER Ivane (Acoss)" userId="aa02f9d6-7d20-4bb5-8703-1abfa156b8a0" providerId="ADAL" clId="{35051A2E-A0C1-4552-B34F-17BF5530F55C}" dt="2023-01-11T12:55:36.630" v="1252" actId="21"/>
          <ac:picMkLst>
            <pc:docMk/>
            <pc:sldMk cId="272628669" sldId="286"/>
            <ac:picMk id="16" creationId="{E68F3B10-41B2-4434-B115-E3D9C71ED47F}"/>
          </ac:picMkLst>
        </pc:picChg>
        <pc:picChg chg="add mod">
          <ac:chgData name="KASTNER Ivane (Acoss)" userId="aa02f9d6-7d20-4bb5-8703-1abfa156b8a0" providerId="ADAL" clId="{35051A2E-A0C1-4552-B34F-17BF5530F55C}" dt="2023-01-11T12:54:40.682" v="1237" actId="1076"/>
          <ac:picMkLst>
            <pc:docMk/>
            <pc:sldMk cId="272628669" sldId="286"/>
            <ac:picMk id="17" creationId="{C6BF9982-3163-4B80-B31A-A18021B8BF7D}"/>
          </ac:picMkLst>
        </pc:picChg>
        <pc:picChg chg="add del mod">
          <ac:chgData name="KASTNER Ivane (Acoss)" userId="aa02f9d6-7d20-4bb5-8703-1abfa156b8a0" providerId="ADAL" clId="{35051A2E-A0C1-4552-B34F-17BF5530F55C}" dt="2023-01-11T12:55:36.630" v="1252" actId="21"/>
          <ac:picMkLst>
            <pc:docMk/>
            <pc:sldMk cId="272628669" sldId="286"/>
            <ac:picMk id="18" creationId="{03266447-031E-445D-8397-FC7EB1A6A2D3}"/>
          </ac:picMkLst>
        </pc:picChg>
        <pc:picChg chg="add del mod">
          <ac:chgData name="KASTNER Ivane (Acoss)" userId="aa02f9d6-7d20-4bb5-8703-1abfa156b8a0" providerId="ADAL" clId="{35051A2E-A0C1-4552-B34F-17BF5530F55C}" dt="2023-01-11T12:55:36.630" v="1252" actId="21"/>
          <ac:picMkLst>
            <pc:docMk/>
            <pc:sldMk cId="272628669" sldId="286"/>
            <ac:picMk id="19" creationId="{B9243E92-2862-40F8-8A2D-478E24DC87C4}"/>
          </ac:picMkLst>
        </pc:picChg>
      </pc:sldChg>
      <pc:sldChg chg="addSp delSp modSp add del mod">
        <pc:chgData name="KASTNER Ivane (Acoss)" userId="aa02f9d6-7d20-4bb5-8703-1abfa156b8a0" providerId="ADAL" clId="{35051A2E-A0C1-4552-B34F-17BF5530F55C}" dt="2023-01-11T12:28:28.958" v="824" actId="47"/>
        <pc:sldMkLst>
          <pc:docMk/>
          <pc:sldMk cId="555553734" sldId="286"/>
        </pc:sldMkLst>
        <pc:spChg chg="mod">
          <ac:chgData name="KASTNER Ivane (Acoss)" userId="aa02f9d6-7d20-4bb5-8703-1abfa156b8a0" providerId="ADAL" clId="{35051A2E-A0C1-4552-B34F-17BF5530F55C}" dt="2023-01-11T09:05:33.830" v="273" actId="20577"/>
          <ac:spMkLst>
            <pc:docMk/>
            <pc:sldMk cId="555553734" sldId="286"/>
            <ac:spMk id="2" creationId="{76593A63-7284-4CFA-9D14-CE075FB9B150}"/>
          </ac:spMkLst>
        </pc:spChg>
        <pc:spChg chg="del mod">
          <ac:chgData name="KASTNER Ivane (Acoss)" userId="aa02f9d6-7d20-4bb5-8703-1abfa156b8a0" providerId="ADAL" clId="{35051A2E-A0C1-4552-B34F-17BF5530F55C}" dt="2023-01-11T09:05:33.795" v="260"/>
          <ac:spMkLst>
            <pc:docMk/>
            <pc:sldMk cId="555553734" sldId="286"/>
            <ac:spMk id="3" creationId="{ABDE4BFD-312E-4B66-9266-FE598A62E4B0}"/>
          </ac:spMkLst>
        </pc:spChg>
        <pc:spChg chg="add del mod">
          <ac:chgData name="KASTNER Ivane (Acoss)" userId="aa02f9d6-7d20-4bb5-8703-1abfa156b8a0" providerId="ADAL" clId="{35051A2E-A0C1-4552-B34F-17BF5530F55C}" dt="2023-01-11T09:05:40.516" v="275" actId="21"/>
          <ac:spMkLst>
            <pc:docMk/>
            <pc:sldMk cId="555553734" sldId="286"/>
            <ac:spMk id="8" creationId="{0687D2C8-9CDB-412E-9A21-ADDCCB9ED027}"/>
          </ac:spMkLst>
        </pc:spChg>
        <pc:spChg chg="add mod">
          <ac:chgData name="KASTNER Ivane (Acoss)" userId="aa02f9d6-7d20-4bb5-8703-1abfa156b8a0" providerId="ADAL" clId="{35051A2E-A0C1-4552-B34F-17BF5530F55C}" dt="2023-01-11T09:05:42.245" v="276" actId="21"/>
          <ac:spMkLst>
            <pc:docMk/>
            <pc:sldMk cId="555553734" sldId="286"/>
            <ac:spMk id="10" creationId="{110B7CE7-755F-496A-98D1-DB75981AF1BB}"/>
          </ac:spMkLst>
        </pc:spChg>
        <pc:picChg chg="add del mod">
          <ac:chgData name="KASTNER Ivane (Acoss)" userId="aa02f9d6-7d20-4bb5-8703-1abfa156b8a0" providerId="ADAL" clId="{35051A2E-A0C1-4552-B34F-17BF5530F55C}" dt="2023-01-11T09:05:42.245" v="276" actId="21"/>
          <ac:picMkLst>
            <pc:docMk/>
            <pc:sldMk cId="555553734" sldId="286"/>
            <ac:picMk id="6" creationId="{FADD50D9-ADBF-4ED3-8B83-4E1BD7650882}"/>
          </ac:picMkLst>
        </pc:picChg>
      </pc:sldChg>
      <pc:sldChg chg="addSp delSp modSp add del mod">
        <pc:chgData name="KASTNER Ivane (Acoss)" userId="aa02f9d6-7d20-4bb5-8703-1abfa156b8a0" providerId="ADAL" clId="{35051A2E-A0C1-4552-B34F-17BF5530F55C}" dt="2023-01-11T12:36:44.260" v="1007" actId="47"/>
        <pc:sldMkLst>
          <pc:docMk/>
          <pc:sldMk cId="1717569333" sldId="286"/>
        </pc:sldMkLst>
        <pc:spChg chg="mod">
          <ac:chgData name="KASTNER Ivane (Acoss)" userId="aa02f9d6-7d20-4bb5-8703-1abfa156b8a0" providerId="ADAL" clId="{35051A2E-A0C1-4552-B34F-17BF5530F55C}" dt="2023-01-11T12:32:27.254" v="848" actId="20577"/>
          <ac:spMkLst>
            <pc:docMk/>
            <pc:sldMk cId="1717569333" sldId="286"/>
            <ac:spMk id="2" creationId="{4D865CF3-6271-4131-9A0F-80331CE27A7A}"/>
          </ac:spMkLst>
        </pc:spChg>
        <pc:spChg chg="del mod">
          <ac:chgData name="KASTNER Ivane (Acoss)" userId="aa02f9d6-7d20-4bb5-8703-1abfa156b8a0" providerId="ADAL" clId="{35051A2E-A0C1-4552-B34F-17BF5530F55C}" dt="2023-01-11T12:32:27.224" v="833"/>
          <ac:spMkLst>
            <pc:docMk/>
            <pc:sldMk cId="1717569333" sldId="286"/>
            <ac:spMk id="3" creationId="{C470797B-2F0C-4540-A5D6-6C4F419E6E52}"/>
          </ac:spMkLst>
        </pc:spChg>
        <pc:spChg chg="add mod">
          <ac:chgData name="KASTNER Ivane (Acoss)" userId="aa02f9d6-7d20-4bb5-8703-1abfa156b8a0" providerId="ADAL" clId="{35051A2E-A0C1-4552-B34F-17BF5530F55C}" dt="2023-01-11T12:32:29.129" v="849" actId="21"/>
          <ac:spMkLst>
            <pc:docMk/>
            <pc:sldMk cId="1717569333" sldId="286"/>
            <ac:spMk id="8" creationId="{F12105B4-A422-4591-9903-6AD7C439C015}"/>
          </ac:spMkLst>
        </pc:spChg>
        <pc:picChg chg="add del mod">
          <ac:chgData name="KASTNER Ivane (Acoss)" userId="aa02f9d6-7d20-4bb5-8703-1abfa156b8a0" providerId="ADAL" clId="{35051A2E-A0C1-4552-B34F-17BF5530F55C}" dt="2023-01-11T12:32:29.129" v="849" actId="21"/>
          <ac:picMkLst>
            <pc:docMk/>
            <pc:sldMk cId="1717569333" sldId="286"/>
            <ac:picMk id="6" creationId="{61D82025-024B-43A1-90C9-F3F1AC9335F0}"/>
          </ac:picMkLst>
        </pc:picChg>
      </pc:sldChg>
      <pc:sldChg chg="addSp delSp modSp add del mod">
        <pc:chgData name="KASTNER Ivane (Acoss)" userId="aa02f9d6-7d20-4bb5-8703-1abfa156b8a0" providerId="ADAL" clId="{35051A2E-A0C1-4552-B34F-17BF5530F55C}" dt="2023-01-11T08:31:55.678" v="115" actId="47"/>
        <pc:sldMkLst>
          <pc:docMk/>
          <pc:sldMk cId="4100771497" sldId="286"/>
        </pc:sldMkLst>
        <pc:spChg chg="mod">
          <ac:chgData name="KASTNER Ivane (Acoss)" userId="aa02f9d6-7d20-4bb5-8703-1abfa156b8a0" providerId="ADAL" clId="{35051A2E-A0C1-4552-B34F-17BF5530F55C}" dt="2023-01-11T08:23:50.331" v="23" actId="27636"/>
          <ac:spMkLst>
            <pc:docMk/>
            <pc:sldMk cId="4100771497" sldId="286"/>
            <ac:spMk id="2" creationId="{0F8A6B82-0465-4272-A854-A2BB3216E5CC}"/>
          </ac:spMkLst>
        </pc:spChg>
        <pc:spChg chg="del mod">
          <ac:chgData name="KASTNER Ivane (Acoss)" userId="aa02f9d6-7d20-4bb5-8703-1abfa156b8a0" providerId="ADAL" clId="{35051A2E-A0C1-4552-B34F-17BF5530F55C}" dt="2023-01-11T08:23:50.298" v="5"/>
          <ac:spMkLst>
            <pc:docMk/>
            <pc:sldMk cId="4100771497" sldId="286"/>
            <ac:spMk id="3" creationId="{DA036F4B-30AD-4D30-A927-E516A3FAFA2A}"/>
          </ac:spMkLst>
        </pc:spChg>
        <pc:spChg chg="add mod">
          <ac:chgData name="KASTNER Ivane (Acoss)" userId="aa02f9d6-7d20-4bb5-8703-1abfa156b8a0" providerId="ADAL" clId="{35051A2E-A0C1-4552-B34F-17BF5530F55C}" dt="2023-01-11T08:24:16.336" v="49" actId="478"/>
          <ac:spMkLst>
            <pc:docMk/>
            <pc:sldMk cId="4100771497" sldId="286"/>
            <ac:spMk id="8" creationId="{3735A717-A5E3-4C1D-9E28-1CE0A7D8B975}"/>
          </ac:spMkLst>
        </pc:spChg>
        <pc:picChg chg="add del mod">
          <ac:chgData name="KASTNER Ivane (Acoss)" userId="aa02f9d6-7d20-4bb5-8703-1abfa156b8a0" providerId="ADAL" clId="{35051A2E-A0C1-4552-B34F-17BF5530F55C}" dt="2023-01-11T08:24:16.336" v="49" actId="478"/>
          <ac:picMkLst>
            <pc:docMk/>
            <pc:sldMk cId="4100771497" sldId="286"/>
            <ac:picMk id="6" creationId="{DB4ECB5A-20BF-4A82-9CB8-99B7E211CF12}"/>
          </ac:picMkLst>
        </pc:picChg>
      </pc:sldChg>
      <pc:sldChg chg="addSp delSp modSp add del mod">
        <pc:chgData name="KASTNER Ivane (Acoss)" userId="aa02f9d6-7d20-4bb5-8703-1abfa156b8a0" providerId="ADAL" clId="{35051A2E-A0C1-4552-B34F-17BF5530F55C}" dt="2023-01-11T08:31:56.574" v="116" actId="47"/>
        <pc:sldMkLst>
          <pc:docMk/>
          <pc:sldMk cId="811473403" sldId="287"/>
        </pc:sldMkLst>
        <pc:spChg chg="mod">
          <ac:chgData name="KASTNER Ivane (Acoss)" userId="aa02f9d6-7d20-4bb5-8703-1abfa156b8a0" providerId="ADAL" clId="{35051A2E-A0C1-4552-B34F-17BF5530F55C}" dt="2023-01-11T08:24:06.102" v="47" actId="27636"/>
          <ac:spMkLst>
            <pc:docMk/>
            <pc:sldMk cId="811473403" sldId="287"/>
            <ac:spMk id="2" creationId="{9C9EE414-F9F1-4E8F-935A-252991DBA5AE}"/>
          </ac:spMkLst>
        </pc:spChg>
        <pc:spChg chg="del mod">
          <ac:chgData name="KASTNER Ivane (Acoss)" userId="aa02f9d6-7d20-4bb5-8703-1abfa156b8a0" providerId="ADAL" clId="{35051A2E-A0C1-4552-B34F-17BF5530F55C}" dt="2023-01-11T08:24:06.067" v="29"/>
          <ac:spMkLst>
            <pc:docMk/>
            <pc:sldMk cId="811473403" sldId="287"/>
            <ac:spMk id="3" creationId="{C78E0476-E38D-4354-ABAA-0731E5587967}"/>
          </ac:spMkLst>
        </pc:spChg>
        <pc:spChg chg="add mod">
          <ac:chgData name="KASTNER Ivane (Acoss)" userId="aa02f9d6-7d20-4bb5-8703-1abfa156b8a0" providerId="ADAL" clId="{35051A2E-A0C1-4552-B34F-17BF5530F55C}" dt="2023-01-11T08:24:14.112" v="48" actId="478"/>
          <ac:spMkLst>
            <pc:docMk/>
            <pc:sldMk cId="811473403" sldId="287"/>
            <ac:spMk id="8" creationId="{7531D566-7779-4847-8B8B-8B9E1661468D}"/>
          </ac:spMkLst>
        </pc:spChg>
        <pc:picChg chg="add del mod">
          <ac:chgData name="KASTNER Ivane (Acoss)" userId="aa02f9d6-7d20-4bb5-8703-1abfa156b8a0" providerId="ADAL" clId="{35051A2E-A0C1-4552-B34F-17BF5530F55C}" dt="2023-01-11T08:24:14.112" v="48" actId="478"/>
          <ac:picMkLst>
            <pc:docMk/>
            <pc:sldMk cId="811473403" sldId="287"/>
            <ac:picMk id="6" creationId="{2AA48214-A9C0-44F5-B85F-0F020A9B6F28}"/>
          </ac:picMkLst>
        </pc:picChg>
      </pc:sldChg>
      <pc:sldChg chg="addSp delSp modSp add del mod">
        <pc:chgData name="KASTNER Ivane (Acoss)" userId="aa02f9d6-7d20-4bb5-8703-1abfa156b8a0" providerId="ADAL" clId="{35051A2E-A0C1-4552-B34F-17BF5530F55C}" dt="2023-01-11T12:36:43.071" v="1006" actId="47"/>
        <pc:sldMkLst>
          <pc:docMk/>
          <pc:sldMk cId="1503540000" sldId="287"/>
        </pc:sldMkLst>
        <pc:spChg chg="mod">
          <ac:chgData name="KASTNER Ivane (Acoss)" userId="aa02f9d6-7d20-4bb5-8703-1abfa156b8a0" providerId="ADAL" clId="{35051A2E-A0C1-4552-B34F-17BF5530F55C}" dt="2023-01-11T12:34:29" v="930" actId="20577"/>
          <ac:spMkLst>
            <pc:docMk/>
            <pc:sldMk cId="1503540000" sldId="287"/>
            <ac:spMk id="2" creationId="{D7F13097-8358-4598-B929-2DDBADF3F3B6}"/>
          </ac:spMkLst>
        </pc:spChg>
        <pc:spChg chg="del mod">
          <ac:chgData name="KASTNER Ivane (Acoss)" userId="aa02f9d6-7d20-4bb5-8703-1abfa156b8a0" providerId="ADAL" clId="{35051A2E-A0C1-4552-B34F-17BF5530F55C}" dt="2023-01-11T12:34:28.983" v="917"/>
          <ac:spMkLst>
            <pc:docMk/>
            <pc:sldMk cId="1503540000" sldId="287"/>
            <ac:spMk id="3" creationId="{AC09444F-4C10-45B0-AF4F-56C1D5977904}"/>
          </ac:spMkLst>
        </pc:spChg>
        <pc:picChg chg="add mod">
          <ac:chgData name="KASTNER Ivane (Acoss)" userId="aa02f9d6-7d20-4bb5-8703-1abfa156b8a0" providerId="ADAL" clId="{35051A2E-A0C1-4552-B34F-17BF5530F55C}" dt="2023-01-11T12:34:29" v="929"/>
          <ac:picMkLst>
            <pc:docMk/>
            <pc:sldMk cId="1503540000" sldId="287"/>
            <ac:picMk id="6" creationId="{3C9A3EC8-DC57-44E1-981C-D5E1E3074B9C}"/>
          </ac:picMkLst>
        </pc:picChg>
      </pc:sldChg>
      <pc:sldChg chg="addSp delSp modSp add del mod">
        <pc:chgData name="KASTNER Ivane (Acoss)" userId="aa02f9d6-7d20-4bb5-8703-1abfa156b8a0" providerId="ADAL" clId="{35051A2E-A0C1-4552-B34F-17BF5530F55C}" dt="2023-01-11T12:28:29.723" v="825" actId="47"/>
        <pc:sldMkLst>
          <pc:docMk/>
          <pc:sldMk cId="2981337323" sldId="287"/>
        </pc:sldMkLst>
        <pc:spChg chg="mod">
          <ac:chgData name="KASTNER Ivane (Acoss)" userId="aa02f9d6-7d20-4bb5-8703-1abfa156b8a0" providerId="ADAL" clId="{35051A2E-A0C1-4552-B34F-17BF5530F55C}" dt="2023-01-11T09:52:24.959" v="305" actId="20577"/>
          <ac:spMkLst>
            <pc:docMk/>
            <pc:sldMk cId="2981337323" sldId="287"/>
            <ac:spMk id="2" creationId="{57AF6E47-ED73-4F5A-B823-915EFAB049C6}"/>
          </ac:spMkLst>
        </pc:spChg>
        <pc:spChg chg="del mod">
          <ac:chgData name="KASTNER Ivane (Acoss)" userId="aa02f9d6-7d20-4bb5-8703-1abfa156b8a0" providerId="ADAL" clId="{35051A2E-A0C1-4552-B34F-17BF5530F55C}" dt="2023-01-11T09:52:24.939" v="292"/>
          <ac:spMkLst>
            <pc:docMk/>
            <pc:sldMk cId="2981337323" sldId="287"/>
            <ac:spMk id="3" creationId="{3A30CEED-2B08-417C-A388-1795426629F5}"/>
          </ac:spMkLst>
        </pc:spChg>
        <pc:spChg chg="add mod">
          <ac:chgData name="KASTNER Ivane (Acoss)" userId="aa02f9d6-7d20-4bb5-8703-1abfa156b8a0" providerId="ADAL" clId="{35051A2E-A0C1-4552-B34F-17BF5530F55C}" dt="2023-01-11T09:52:32.216" v="306" actId="21"/>
          <ac:spMkLst>
            <pc:docMk/>
            <pc:sldMk cId="2981337323" sldId="287"/>
            <ac:spMk id="8" creationId="{47ACD812-13C6-4E09-9E98-132410359954}"/>
          </ac:spMkLst>
        </pc:spChg>
        <pc:picChg chg="add del mod">
          <ac:chgData name="KASTNER Ivane (Acoss)" userId="aa02f9d6-7d20-4bb5-8703-1abfa156b8a0" providerId="ADAL" clId="{35051A2E-A0C1-4552-B34F-17BF5530F55C}" dt="2023-01-11T09:52:32.216" v="306" actId="21"/>
          <ac:picMkLst>
            <pc:docMk/>
            <pc:sldMk cId="2981337323" sldId="287"/>
            <ac:picMk id="6" creationId="{5F3A1EA6-44BF-441C-A51D-D2755704E702}"/>
          </ac:picMkLst>
        </pc:picChg>
      </pc:sldChg>
      <pc:sldChg chg="addSp delSp modSp add mod setBg">
        <pc:chgData name="KASTNER Ivane (Acoss)" userId="aa02f9d6-7d20-4bb5-8703-1abfa156b8a0" providerId="ADAL" clId="{35051A2E-A0C1-4552-B34F-17BF5530F55C}" dt="2023-01-11T12:55:59.083" v="1271" actId="1076"/>
        <pc:sldMkLst>
          <pc:docMk/>
          <pc:sldMk cId="3145439748" sldId="287"/>
        </pc:sldMkLst>
        <pc:spChg chg="mod ord">
          <ac:chgData name="KASTNER Ivane (Acoss)" userId="aa02f9d6-7d20-4bb5-8703-1abfa156b8a0" providerId="ADAL" clId="{35051A2E-A0C1-4552-B34F-17BF5530F55C}" dt="2023-01-11T12:55:17.321" v="1246" actId="26606"/>
          <ac:spMkLst>
            <pc:docMk/>
            <pc:sldMk cId="3145439748" sldId="287"/>
            <ac:spMk id="4" creationId="{EF5966F0-57E0-4D14-BA16-4D024ADDF297}"/>
          </ac:spMkLst>
        </pc:spChg>
        <pc:spChg chg="mod">
          <ac:chgData name="KASTNER Ivane (Acoss)" userId="aa02f9d6-7d20-4bb5-8703-1abfa156b8a0" providerId="ADAL" clId="{35051A2E-A0C1-4552-B34F-17BF5530F55C}" dt="2023-01-11T12:55:17.321" v="1246" actId="26606"/>
          <ac:spMkLst>
            <pc:docMk/>
            <pc:sldMk cId="3145439748" sldId="287"/>
            <ac:spMk id="5" creationId="{C23FC526-C02D-43AC-ADA3-DC2B93BFB659}"/>
          </ac:spMkLst>
        </pc:spChg>
        <pc:spChg chg="add">
          <ac:chgData name="KASTNER Ivane (Acoss)" userId="aa02f9d6-7d20-4bb5-8703-1abfa156b8a0" providerId="ADAL" clId="{35051A2E-A0C1-4552-B34F-17BF5530F55C}" dt="2023-01-11T12:55:17.321" v="1246" actId="26606"/>
          <ac:spMkLst>
            <pc:docMk/>
            <pc:sldMk cId="3145439748" sldId="287"/>
            <ac:spMk id="8" creationId="{B5FA7C47-B7C1-4D2E-AB49-ED23BA34BA83}"/>
          </ac:spMkLst>
        </pc:spChg>
        <pc:spChg chg="add">
          <ac:chgData name="KASTNER Ivane (Acoss)" userId="aa02f9d6-7d20-4bb5-8703-1abfa156b8a0" providerId="ADAL" clId="{35051A2E-A0C1-4552-B34F-17BF5530F55C}" dt="2023-01-11T12:55:17.321" v="1246" actId="26606"/>
          <ac:spMkLst>
            <pc:docMk/>
            <pc:sldMk cId="3145439748" sldId="287"/>
            <ac:spMk id="9" creationId="{19B9933F-AAB3-444A-8BB5-9CA194A8BC63}"/>
          </ac:spMkLst>
        </pc:spChg>
        <pc:spChg chg="add">
          <ac:chgData name="KASTNER Ivane (Acoss)" userId="aa02f9d6-7d20-4bb5-8703-1abfa156b8a0" providerId="ADAL" clId="{35051A2E-A0C1-4552-B34F-17BF5530F55C}" dt="2023-01-11T12:55:17.321" v="1246" actId="26606"/>
          <ac:spMkLst>
            <pc:docMk/>
            <pc:sldMk cId="3145439748" sldId="287"/>
            <ac:spMk id="10" creationId="{7D20183A-0B1D-4A1F-89B1-ADBEDBC6E54E}"/>
          </ac:spMkLst>
        </pc:spChg>
        <pc:spChg chg="add">
          <ac:chgData name="KASTNER Ivane (Acoss)" userId="aa02f9d6-7d20-4bb5-8703-1abfa156b8a0" providerId="ADAL" clId="{35051A2E-A0C1-4552-B34F-17BF5530F55C}" dt="2023-01-11T12:55:17.321" v="1246" actId="26606"/>
          <ac:spMkLst>
            <pc:docMk/>
            <pc:sldMk cId="3145439748" sldId="287"/>
            <ac:spMk id="13" creationId="{596EE156-ABF1-4329-A6BA-03B4254E0877}"/>
          </ac:spMkLst>
        </pc:spChg>
        <pc:spChg chg="add">
          <ac:chgData name="KASTNER Ivane (Acoss)" userId="aa02f9d6-7d20-4bb5-8703-1abfa156b8a0" providerId="ADAL" clId="{35051A2E-A0C1-4552-B34F-17BF5530F55C}" dt="2023-01-11T12:55:17.321" v="1246" actId="26606"/>
          <ac:spMkLst>
            <pc:docMk/>
            <pc:sldMk cId="3145439748" sldId="287"/>
            <ac:spMk id="19" creationId="{131031D3-26CD-4214-A9A4-5857EFA15A0C}"/>
          </ac:spMkLst>
        </pc:spChg>
        <pc:picChg chg="mod">
          <ac:chgData name="KASTNER Ivane (Acoss)" userId="aa02f9d6-7d20-4bb5-8703-1abfa156b8a0" providerId="ADAL" clId="{35051A2E-A0C1-4552-B34F-17BF5530F55C}" dt="2023-01-11T12:55:22.583" v="1248" actId="1076"/>
          <ac:picMkLst>
            <pc:docMk/>
            <pc:sldMk cId="3145439748" sldId="287"/>
            <ac:picMk id="6" creationId="{D177E45D-DF87-454A-A88E-907278A1989D}"/>
          </ac:picMkLst>
        </pc:picChg>
        <pc:picChg chg="del mod">
          <ac:chgData name="KASTNER Ivane (Acoss)" userId="aa02f9d6-7d20-4bb5-8703-1abfa156b8a0" providerId="ADAL" clId="{35051A2E-A0C1-4552-B34F-17BF5530F55C}" dt="2023-01-11T12:55:08.251" v="1244" actId="478"/>
          <ac:picMkLst>
            <pc:docMk/>
            <pc:sldMk cId="3145439748" sldId="287"/>
            <ac:picMk id="11" creationId="{29CBBCB0-3C93-479C-BBC4-E69895327152}"/>
          </ac:picMkLst>
        </pc:picChg>
        <pc:picChg chg="del">
          <ac:chgData name="KASTNER Ivane (Acoss)" userId="aa02f9d6-7d20-4bb5-8703-1abfa156b8a0" providerId="ADAL" clId="{35051A2E-A0C1-4552-B34F-17BF5530F55C}" dt="2023-01-11T12:55:06.655" v="1240" actId="478"/>
          <ac:picMkLst>
            <pc:docMk/>
            <pc:sldMk cId="3145439748" sldId="287"/>
            <ac:picMk id="14" creationId="{9EC09434-9B81-4ECD-9CC9-CC1D839E7B1F}"/>
          </ac:picMkLst>
        </pc:picChg>
        <pc:picChg chg="del">
          <ac:chgData name="KASTNER Ivane (Acoss)" userId="aa02f9d6-7d20-4bb5-8703-1abfa156b8a0" providerId="ADAL" clId="{35051A2E-A0C1-4552-B34F-17BF5530F55C}" dt="2023-01-11T12:55:07.075" v="1241" actId="478"/>
          <ac:picMkLst>
            <pc:docMk/>
            <pc:sldMk cId="3145439748" sldId="287"/>
            <ac:picMk id="15" creationId="{B89D188D-DE1A-4862-BF7D-18A288531FCF}"/>
          </ac:picMkLst>
        </pc:picChg>
        <pc:picChg chg="del">
          <ac:chgData name="KASTNER Ivane (Acoss)" userId="aa02f9d6-7d20-4bb5-8703-1abfa156b8a0" providerId="ADAL" clId="{35051A2E-A0C1-4552-B34F-17BF5530F55C}" dt="2023-01-11T12:55:07.974" v="1242" actId="478"/>
          <ac:picMkLst>
            <pc:docMk/>
            <pc:sldMk cId="3145439748" sldId="287"/>
            <ac:picMk id="16" creationId="{E68F3B10-41B2-4434-B115-E3D9C71ED47F}"/>
          </ac:picMkLst>
        </pc:picChg>
        <pc:picChg chg="del">
          <ac:chgData name="KASTNER Ivane (Acoss)" userId="aa02f9d6-7d20-4bb5-8703-1abfa156b8a0" providerId="ADAL" clId="{35051A2E-A0C1-4552-B34F-17BF5530F55C}" dt="2023-01-11T12:55:08.590" v="1245" actId="478"/>
          <ac:picMkLst>
            <pc:docMk/>
            <pc:sldMk cId="3145439748" sldId="287"/>
            <ac:picMk id="17" creationId="{C6BF9982-3163-4B80-B31A-A18021B8BF7D}"/>
          </ac:picMkLst>
        </pc:picChg>
        <pc:picChg chg="add mod">
          <ac:chgData name="KASTNER Ivane (Acoss)" userId="aa02f9d6-7d20-4bb5-8703-1abfa156b8a0" providerId="ADAL" clId="{35051A2E-A0C1-4552-B34F-17BF5530F55C}" dt="2023-01-11T12:55:59.083" v="1271" actId="1076"/>
          <ac:picMkLst>
            <pc:docMk/>
            <pc:sldMk cId="3145439748" sldId="287"/>
            <ac:picMk id="18" creationId="{380DCEE6-C998-48EE-8991-E4093E1258A8}"/>
          </ac:picMkLst>
        </pc:picChg>
        <pc:picChg chg="add mod">
          <ac:chgData name="KASTNER Ivane (Acoss)" userId="aa02f9d6-7d20-4bb5-8703-1abfa156b8a0" providerId="ADAL" clId="{35051A2E-A0C1-4552-B34F-17BF5530F55C}" dt="2023-01-11T12:55:49.828" v="1262" actId="1076"/>
          <ac:picMkLst>
            <pc:docMk/>
            <pc:sldMk cId="3145439748" sldId="287"/>
            <ac:picMk id="20" creationId="{0C2F73D8-C60C-42FC-9E68-D094A7C7330F}"/>
          </ac:picMkLst>
        </pc:picChg>
        <pc:picChg chg="add mod">
          <ac:chgData name="KASTNER Ivane (Acoss)" userId="aa02f9d6-7d20-4bb5-8703-1abfa156b8a0" providerId="ADAL" clId="{35051A2E-A0C1-4552-B34F-17BF5530F55C}" dt="2023-01-11T12:55:50.345" v="1263" actId="1076"/>
          <ac:picMkLst>
            <pc:docMk/>
            <pc:sldMk cId="3145439748" sldId="287"/>
            <ac:picMk id="21" creationId="{456CFF5A-4A91-4902-985B-3CB2BEA9EC61}"/>
          </ac:picMkLst>
        </pc:picChg>
        <pc:picChg chg="add mod">
          <ac:chgData name="KASTNER Ivane (Acoss)" userId="aa02f9d6-7d20-4bb5-8703-1abfa156b8a0" providerId="ADAL" clId="{35051A2E-A0C1-4552-B34F-17BF5530F55C}" dt="2023-01-11T12:55:56.601" v="1268" actId="1076"/>
          <ac:picMkLst>
            <pc:docMk/>
            <pc:sldMk cId="3145439748" sldId="287"/>
            <ac:picMk id="22" creationId="{A133FEDC-24FA-42BC-B860-B85BF7C0788D}"/>
          </ac:picMkLst>
        </pc:picChg>
        <pc:picChg chg="add mod">
          <ac:chgData name="KASTNER Ivane (Acoss)" userId="aa02f9d6-7d20-4bb5-8703-1abfa156b8a0" providerId="ADAL" clId="{35051A2E-A0C1-4552-B34F-17BF5530F55C}" dt="2023-01-11T12:55:57.803" v="1269" actId="1076"/>
          <ac:picMkLst>
            <pc:docMk/>
            <pc:sldMk cId="3145439748" sldId="287"/>
            <ac:picMk id="23" creationId="{6EAB9C7E-0F3E-4596-94B0-00F3CEF36C54}"/>
          </ac:picMkLst>
        </pc:picChg>
      </pc:sldChg>
      <pc:sldChg chg="addSp delSp modSp new mod setBg addAnim">
        <pc:chgData name="KASTNER Ivane (Acoss)" userId="aa02f9d6-7d20-4bb5-8703-1abfa156b8a0" providerId="ADAL" clId="{35051A2E-A0C1-4552-B34F-17BF5530F55C}" dt="2023-01-11T12:56:28.308" v="1318"/>
        <pc:sldMkLst>
          <pc:docMk/>
          <pc:sldMk cId="46029039" sldId="288"/>
        </pc:sldMkLst>
        <pc:spChg chg="mod">
          <ac:chgData name="KASTNER Ivane (Acoss)" userId="aa02f9d6-7d20-4bb5-8703-1abfa156b8a0" providerId="ADAL" clId="{35051A2E-A0C1-4552-B34F-17BF5530F55C}" dt="2023-01-11T12:56:28.291" v="1317" actId="26606"/>
          <ac:spMkLst>
            <pc:docMk/>
            <pc:sldMk cId="46029039" sldId="288"/>
            <ac:spMk id="2" creationId="{3621D8FF-FD0C-4B52-B62B-5365EBB3A6AA}"/>
          </ac:spMkLst>
        </pc:spChg>
        <pc:spChg chg="del">
          <ac:chgData name="KASTNER Ivane (Acoss)" userId="aa02f9d6-7d20-4bb5-8703-1abfa156b8a0" providerId="ADAL" clId="{35051A2E-A0C1-4552-B34F-17BF5530F55C}" dt="2023-01-11T12:56:22.349" v="1316" actId="478"/>
          <ac:spMkLst>
            <pc:docMk/>
            <pc:sldMk cId="46029039" sldId="288"/>
            <ac:spMk id="3" creationId="{5ABB64CB-9E64-4F2E-9D20-4462407C7DDC}"/>
          </ac:spMkLst>
        </pc:spChg>
        <pc:spChg chg="add">
          <ac:chgData name="KASTNER Ivane (Acoss)" userId="aa02f9d6-7d20-4bb5-8703-1abfa156b8a0" providerId="ADAL" clId="{35051A2E-A0C1-4552-B34F-17BF5530F55C}" dt="2023-01-11T12:56:28.291" v="1317" actId="26606"/>
          <ac:spMkLst>
            <pc:docMk/>
            <pc:sldMk cId="46029039" sldId="288"/>
            <ac:spMk id="7" creationId="{26355CF0-422E-4E6A-95EA-261971F670F4}"/>
          </ac:spMkLst>
        </pc:spChg>
        <pc:spChg chg="add">
          <ac:chgData name="KASTNER Ivane (Acoss)" userId="aa02f9d6-7d20-4bb5-8703-1abfa156b8a0" providerId="ADAL" clId="{35051A2E-A0C1-4552-B34F-17BF5530F55C}" dt="2023-01-11T12:56:28.291" v="1317" actId="26606"/>
          <ac:spMkLst>
            <pc:docMk/>
            <pc:sldMk cId="46029039" sldId="288"/>
            <ac:spMk id="9" creationId="{8AA5B50B-519E-4763-9EFB-2C80373D1F75}"/>
          </ac:spMkLst>
        </pc:spChg>
        <pc:spChg chg="add">
          <ac:chgData name="KASTNER Ivane (Acoss)" userId="aa02f9d6-7d20-4bb5-8703-1abfa156b8a0" providerId="ADAL" clId="{35051A2E-A0C1-4552-B34F-17BF5530F55C}" dt="2023-01-11T12:56:28.291" v="1317" actId="26606"/>
          <ac:spMkLst>
            <pc:docMk/>
            <pc:sldMk cId="46029039" sldId="288"/>
            <ac:spMk id="11" creationId="{298FD7FF-CB14-4A07-B879-0731A18473E7}"/>
          </ac:spMkLst>
        </pc:spChg>
        <pc:spChg chg="add">
          <ac:chgData name="KASTNER Ivane (Acoss)" userId="aa02f9d6-7d20-4bb5-8703-1abfa156b8a0" providerId="ADAL" clId="{35051A2E-A0C1-4552-B34F-17BF5530F55C}" dt="2023-01-11T12:56:28.291" v="1317" actId="26606"/>
          <ac:spMkLst>
            <pc:docMk/>
            <pc:sldMk cId="46029039" sldId="288"/>
            <ac:spMk id="13" creationId="{CA0D5741-1590-4555-A7A7-DC9B4E2EE457}"/>
          </ac:spMkLst>
        </pc:spChg>
        <pc:spChg chg="add">
          <ac:chgData name="KASTNER Ivane (Acoss)" userId="aa02f9d6-7d20-4bb5-8703-1abfa156b8a0" providerId="ADAL" clId="{35051A2E-A0C1-4552-B34F-17BF5530F55C}" dt="2023-01-11T12:56:28.291" v="1317" actId="26606"/>
          <ac:spMkLst>
            <pc:docMk/>
            <pc:sldMk cId="46029039" sldId="288"/>
            <ac:spMk id="15" creationId="{3E9C0339-B0D3-40BA-96EF-3C1DB738AE2C}"/>
          </ac:spMkLst>
        </pc:spChg>
        <pc:spChg chg="add">
          <ac:chgData name="KASTNER Ivane (Acoss)" userId="aa02f9d6-7d20-4bb5-8703-1abfa156b8a0" providerId="ADAL" clId="{35051A2E-A0C1-4552-B34F-17BF5530F55C}" dt="2023-01-11T12:56:28.291" v="1317" actId="26606"/>
          <ac:spMkLst>
            <pc:docMk/>
            <pc:sldMk cId="46029039" sldId="288"/>
            <ac:spMk id="17" creationId="{A4B9A42A-C5B8-4470-8743-670E34420507}"/>
          </ac:spMkLst>
        </pc:spChg>
        <pc:spChg chg="add">
          <ac:chgData name="KASTNER Ivane (Acoss)" userId="aa02f9d6-7d20-4bb5-8703-1abfa156b8a0" providerId="ADAL" clId="{35051A2E-A0C1-4552-B34F-17BF5530F55C}" dt="2023-01-11T12:56:28.291" v="1317" actId="26606"/>
          <ac:spMkLst>
            <pc:docMk/>
            <pc:sldMk cId="46029039" sldId="288"/>
            <ac:spMk id="19" creationId="{EDB12AFC-55F8-4AE8-9351-0F38D0C5DDA4}"/>
          </ac:spMkLst>
        </pc:spChg>
        <pc:spChg chg="add">
          <ac:chgData name="KASTNER Ivane (Acoss)" userId="aa02f9d6-7d20-4bb5-8703-1abfa156b8a0" providerId="ADAL" clId="{35051A2E-A0C1-4552-B34F-17BF5530F55C}" dt="2023-01-11T12:56:28.291" v="1317" actId="26606"/>
          <ac:spMkLst>
            <pc:docMk/>
            <pc:sldMk cId="46029039" sldId="288"/>
            <ac:spMk id="21" creationId="{C58506DD-7B3D-4594-846B-F78590BE9FA3}"/>
          </ac:spMkLst>
        </pc:spChg>
      </pc:sldChg>
      <pc:sldChg chg="addSp delSp modSp add del mod">
        <pc:chgData name="KASTNER Ivane (Acoss)" userId="aa02f9d6-7d20-4bb5-8703-1abfa156b8a0" providerId="ADAL" clId="{35051A2E-A0C1-4552-B34F-17BF5530F55C}" dt="2023-01-11T12:51:39.928" v="1161" actId="47"/>
        <pc:sldMkLst>
          <pc:docMk/>
          <pc:sldMk cId="482104116" sldId="288"/>
        </pc:sldMkLst>
        <pc:spChg chg="mod">
          <ac:chgData name="KASTNER Ivane (Acoss)" userId="aa02f9d6-7d20-4bb5-8703-1abfa156b8a0" providerId="ADAL" clId="{35051A2E-A0C1-4552-B34F-17BF5530F55C}" dt="2023-01-11T12:34:40.676" v="951" actId="20577"/>
          <ac:spMkLst>
            <pc:docMk/>
            <pc:sldMk cId="482104116" sldId="288"/>
            <ac:spMk id="2" creationId="{2F6D4E67-E45E-4EBF-9B15-11C164EB851C}"/>
          </ac:spMkLst>
        </pc:spChg>
        <pc:spChg chg="del mod">
          <ac:chgData name="KASTNER Ivane (Acoss)" userId="aa02f9d6-7d20-4bb5-8703-1abfa156b8a0" providerId="ADAL" clId="{35051A2E-A0C1-4552-B34F-17BF5530F55C}" dt="2023-01-11T12:34:40.638" v="936"/>
          <ac:spMkLst>
            <pc:docMk/>
            <pc:sldMk cId="482104116" sldId="288"/>
            <ac:spMk id="3" creationId="{9949AE56-6493-4964-92B6-F4C0BDE14965}"/>
          </ac:spMkLst>
        </pc:spChg>
        <pc:spChg chg="add mod">
          <ac:chgData name="KASTNER Ivane (Acoss)" userId="aa02f9d6-7d20-4bb5-8703-1abfa156b8a0" providerId="ADAL" clId="{35051A2E-A0C1-4552-B34F-17BF5530F55C}" dt="2023-01-11T12:36:48.782" v="1008" actId="21"/>
          <ac:spMkLst>
            <pc:docMk/>
            <pc:sldMk cId="482104116" sldId="288"/>
            <ac:spMk id="8" creationId="{FA2E93EC-2091-4924-AF90-12F1061803CA}"/>
          </ac:spMkLst>
        </pc:spChg>
        <pc:picChg chg="add del mod">
          <ac:chgData name="KASTNER Ivane (Acoss)" userId="aa02f9d6-7d20-4bb5-8703-1abfa156b8a0" providerId="ADAL" clId="{35051A2E-A0C1-4552-B34F-17BF5530F55C}" dt="2023-01-11T12:36:48.782" v="1008" actId="21"/>
          <ac:picMkLst>
            <pc:docMk/>
            <pc:sldMk cId="482104116" sldId="288"/>
            <ac:picMk id="6" creationId="{9DE04199-BAC8-43C5-99F2-01563DA4ACE4}"/>
          </ac:picMkLst>
        </pc:picChg>
      </pc:sldChg>
      <pc:sldChg chg="addSp delSp modSp add del mod">
        <pc:chgData name="KASTNER Ivane (Acoss)" userId="aa02f9d6-7d20-4bb5-8703-1abfa156b8a0" providerId="ADAL" clId="{35051A2E-A0C1-4552-B34F-17BF5530F55C}" dt="2023-01-11T08:31:57.251" v="117" actId="47"/>
        <pc:sldMkLst>
          <pc:docMk/>
          <pc:sldMk cId="3189927780" sldId="288"/>
        </pc:sldMkLst>
        <pc:spChg chg="mod">
          <ac:chgData name="KASTNER Ivane (Acoss)" userId="aa02f9d6-7d20-4bb5-8703-1abfa156b8a0" providerId="ADAL" clId="{35051A2E-A0C1-4552-B34F-17BF5530F55C}" dt="2023-01-11T08:25:30.496" v="73" actId="27636"/>
          <ac:spMkLst>
            <pc:docMk/>
            <pc:sldMk cId="3189927780" sldId="288"/>
            <ac:spMk id="2" creationId="{2BAED87C-8444-4CEE-BA31-EC6094DB75BD}"/>
          </ac:spMkLst>
        </pc:spChg>
        <pc:spChg chg="del mod">
          <ac:chgData name="KASTNER Ivane (Acoss)" userId="aa02f9d6-7d20-4bb5-8703-1abfa156b8a0" providerId="ADAL" clId="{35051A2E-A0C1-4552-B34F-17BF5530F55C}" dt="2023-01-11T08:25:30.466" v="55"/>
          <ac:spMkLst>
            <pc:docMk/>
            <pc:sldMk cId="3189927780" sldId="288"/>
            <ac:spMk id="3" creationId="{DA9FA096-2CD9-4B92-A9E8-EB0C5C5FA9E4}"/>
          </ac:spMkLst>
        </pc:spChg>
        <pc:spChg chg="add mod">
          <ac:chgData name="KASTNER Ivane (Acoss)" userId="aa02f9d6-7d20-4bb5-8703-1abfa156b8a0" providerId="ADAL" clId="{35051A2E-A0C1-4552-B34F-17BF5530F55C}" dt="2023-01-11T08:26:25.655" v="98" actId="21"/>
          <ac:spMkLst>
            <pc:docMk/>
            <pc:sldMk cId="3189927780" sldId="288"/>
            <ac:spMk id="8" creationId="{D212C71E-D084-49C9-A0B8-FDBB34DCF257}"/>
          </ac:spMkLst>
        </pc:spChg>
        <pc:picChg chg="add del mod">
          <ac:chgData name="KASTNER Ivane (Acoss)" userId="aa02f9d6-7d20-4bb5-8703-1abfa156b8a0" providerId="ADAL" clId="{35051A2E-A0C1-4552-B34F-17BF5530F55C}" dt="2023-01-11T08:26:25.655" v="98" actId="21"/>
          <ac:picMkLst>
            <pc:docMk/>
            <pc:sldMk cId="3189927780" sldId="288"/>
            <ac:picMk id="6" creationId="{7DB2E908-4044-4AE9-9F84-A2FBE1623FAC}"/>
          </ac:picMkLst>
        </pc:picChg>
      </pc:sldChg>
      <pc:sldChg chg="addSp delSp modSp add del mod">
        <pc:chgData name="KASTNER Ivane (Acoss)" userId="aa02f9d6-7d20-4bb5-8703-1abfa156b8a0" providerId="ADAL" clId="{35051A2E-A0C1-4552-B34F-17BF5530F55C}" dt="2023-01-11T12:28:30.149" v="826" actId="47"/>
        <pc:sldMkLst>
          <pc:docMk/>
          <pc:sldMk cId="4155220039" sldId="288"/>
        </pc:sldMkLst>
        <pc:spChg chg="mod">
          <ac:chgData name="KASTNER Ivane (Acoss)" userId="aa02f9d6-7d20-4bb5-8703-1abfa156b8a0" providerId="ADAL" clId="{35051A2E-A0C1-4552-B34F-17BF5530F55C}" dt="2023-01-11T09:58:44.993" v="538" actId="20577"/>
          <ac:spMkLst>
            <pc:docMk/>
            <pc:sldMk cId="4155220039" sldId="288"/>
            <ac:spMk id="2" creationId="{E6D2B602-BD12-4C79-BEE6-8ED482C5D52D}"/>
          </ac:spMkLst>
        </pc:spChg>
        <pc:spChg chg="del mod">
          <ac:chgData name="KASTNER Ivane (Acoss)" userId="aa02f9d6-7d20-4bb5-8703-1abfa156b8a0" providerId="ADAL" clId="{35051A2E-A0C1-4552-B34F-17BF5530F55C}" dt="2023-01-11T09:58:44.958" v="523"/>
          <ac:spMkLst>
            <pc:docMk/>
            <pc:sldMk cId="4155220039" sldId="288"/>
            <ac:spMk id="3" creationId="{2EFE664D-D03D-4390-A98B-E889598C5270}"/>
          </ac:spMkLst>
        </pc:spChg>
        <pc:spChg chg="add del mod">
          <ac:chgData name="KASTNER Ivane (Acoss)" userId="aa02f9d6-7d20-4bb5-8703-1abfa156b8a0" providerId="ADAL" clId="{35051A2E-A0C1-4552-B34F-17BF5530F55C}" dt="2023-01-11T09:58:50.751" v="540" actId="21"/>
          <ac:spMkLst>
            <pc:docMk/>
            <pc:sldMk cId="4155220039" sldId="288"/>
            <ac:spMk id="8" creationId="{D5182AB8-60B0-4487-A857-2730CA59858D}"/>
          </ac:spMkLst>
        </pc:spChg>
        <pc:spChg chg="add mod">
          <ac:chgData name="KASTNER Ivane (Acoss)" userId="aa02f9d6-7d20-4bb5-8703-1abfa156b8a0" providerId="ADAL" clId="{35051A2E-A0C1-4552-B34F-17BF5530F55C}" dt="2023-01-11T09:58:52.200" v="541" actId="21"/>
          <ac:spMkLst>
            <pc:docMk/>
            <pc:sldMk cId="4155220039" sldId="288"/>
            <ac:spMk id="10" creationId="{2357D40E-FA73-42D6-AA3A-1DA71A6000C3}"/>
          </ac:spMkLst>
        </pc:spChg>
        <pc:picChg chg="add del mod">
          <ac:chgData name="KASTNER Ivane (Acoss)" userId="aa02f9d6-7d20-4bb5-8703-1abfa156b8a0" providerId="ADAL" clId="{35051A2E-A0C1-4552-B34F-17BF5530F55C}" dt="2023-01-11T09:58:52.200" v="541" actId="21"/>
          <ac:picMkLst>
            <pc:docMk/>
            <pc:sldMk cId="4155220039" sldId="288"/>
            <ac:picMk id="6" creationId="{FE40416B-D0C4-4A2E-B773-F68310688833}"/>
          </ac:picMkLst>
        </pc:picChg>
      </pc:sldChg>
      <pc:sldChg chg="addSp delSp modSp add del mod">
        <pc:chgData name="KASTNER Ivane (Acoss)" userId="aa02f9d6-7d20-4bb5-8703-1abfa156b8a0" providerId="ADAL" clId="{35051A2E-A0C1-4552-B34F-17BF5530F55C}" dt="2023-01-11T08:31:58.081" v="118" actId="47"/>
        <pc:sldMkLst>
          <pc:docMk/>
          <pc:sldMk cId="1952763380" sldId="289"/>
        </pc:sldMkLst>
        <pc:spChg chg="mod">
          <ac:chgData name="KASTNER Ivane (Acoss)" userId="aa02f9d6-7d20-4bb5-8703-1abfa156b8a0" providerId="ADAL" clId="{35051A2E-A0C1-4552-B34F-17BF5530F55C}" dt="2023-01-11T08:26:13.444" v="97" actId="27636"/>
          <ac:spMkLst>
            <pc:docMk/>
            <pc:sldMk cId="1952763380" sldId="289"/>
            <ac:spMk id="2" creationId="{29B44076-3E90-4D68-823B-903D5E316A12}"/>
          </ac:spMkLst>
        </pc:spChg>
        <pc:spChg chg="del mod">
          <ac:chgData name="KASTNER Ivane (Acoss)" userId="aa02f9d6-7d20-4bb5-8703-1abfa156b8a0" providerId="ADAL" clId="{35051A2E-A0C1-4552-B34F-17BF5530F55C}" dt="2023-01-11T08:26:13.416" v="79"/>
          <ac:spMkLst>
            <pc:docMk/>
            <pc:sldMk cId="1952763380" sldId="289"/>
            <ac:spMk id="3" creationId="{805A9046-BD2C-4182-9CCA-57DD32F0DA7E}"/>
          </ac:spMkLst>
        </pc:spChg>
        <pc:spChg chg="add mod">
          <ac:chgData name="KASTNER Ivane (Acoss)" userId="aa02f9d6-7d20-4bb5-8703-1abfa156b8a0" providerId="ADAL" clId="{35051A2E-A0C1-4552-B34F-17BF5530F55C}" dt="2023-01-11T08:26:51.451" v="107" actId="21"/>
          <ac:spMkLst>
            <pc:docMk/>
            <pc:sldMk cId="1952763380" sldId="289"/>
            <ac:spMk id="8" creationId="{0601B505-7185-4AE2-A164-5E236EBEEF5B}"/>
          </ac:spMkLst>
        </pc:spChg>
        <pc:picChg chg="add del mod">
          <ac:chgData name="KASTNER Ivane (Acoss)" userId="aa02f9d6-7d20-4bb5-8703-1abfa156b8a0" providerId="ADAL" clId="{35051A2E-A0C1-4552-B34F-17BF5530F55C}" dt="2023-01-11T08:26:51.451" v="107" actId="21"/>
          <ac:picMkLst>
            <pc:docMk/>
            <pc:sldMk cId="1952763380" sldId="289"/>
            <ac:picMk id="6" creationId="{0708F7D8-389C-4E14-97B5-307B2D68057E}"/>
          </ac:picMkLst>
        </pc:picChg>
      </pc:sldChg>
      <pc:sldChg chg="addSp delSp modSp add del mod">
        <pc:chgData name="KASTNER Ivane (Acoss)" userId="aa02f9d6-7d20-4bb5-8703-1abfa156b8a0" providerId="ADAL" clId="{35051A2E-A0C1-4552-B34F-17BF5530F55C}" dt="2023-01-11T12:28:30.568" v="827" actId="47"/>
        <pc:sldMkLst>
          <pc:docMk/>
          <pc:sldMk cId="1983114520" sldId="289"/>
        </pc:sldMkLst>
        <pc:spChg chg="mod">
          <ac:chgData name="KASTNER Ivane (Acoss)" userId="aa02f9d6-7d20-4bb5-8703-1abfa156b8a0" providerId="ADAL" clId="{35051A2E-A0C1-4552-B34F-17BF5530F55C}" dt="2023-01-11T10:19:25.411" v="604" actId="20577"/>
          <ac:spMkLst>
            <pc:docMk/>
            <pc:sldMk cId="1983114520" sldId="289"/>
            <ac:spMk id="2" creationId="{C69F5E87-D798-47F9-AC6B-0EB5F826717A}"/>
          </ac:spMkLst>
        </pc:spChg>
        <pc:spChg chg="del mod">
          <ac:chgData name="KASTNER Ivane (Acoss)" userId="aa02f9d6-7d20-4bb5-8703-1abfa156b8a0" providerId="ADAL" clId="{35051A2E-A0C1-4552-B34F-17BF5530F55C}" dt="2023-01-11T10:19:25.379" v="589"/>
          <ac:spMkLst>
            <pc:docMk/>
            <pc:sldMk cId="1983114520" sldId="289"/>
            <ac:spMk id="3" creationId="{D6EF6E6C-A78F-4A98-ACA7-FD2CBB74926C}"/>
          </ac:spMkLst>
        </pc:spChg>
        <pc:spChg chg="add mod">
          <ac:chgData name="KASTNER Ivane (Acoss)" userId="aa02f9d6-7d20-4bb5-8703-1abfa156b8a0" providerId="ADAL" clId="{35051A2E-A0C1-4552-B34F-17BF5530F55C}" dt="2023-01-11T10:19:29.859" v="605" actId="21"/>
          <ac:spMkLst>
            <pc:docMk/>
            <pc:sldMk cId="1983114520" sldId="289"/>
            <ac:spMk id="8" creationId="{83128AA8-F459-472C-9C5B-F4B5EA2BD372}"/>
          </ac:spMkLst>
        </pc:spChg>
        <pc:picChg chg="add del mod">
          <ac:chgData name="KASTNER Ivane (Acoss)" userId="aa02f9d6-7d20-4bb5-8703-1abfa156b8a0" providerId="ADAL" clId="{35051A2E-A0C1-4552-B34F-17BF5530F55C}" dt="2023-01-11T10:19:29.859" v="605" actId="21"/>
          <ac:picMkLst>
            <pc:docMk/>
            <pc:sldMk cId="1983114520" sldId="289"/>
            <ac:picMk id="6" creationId="{2D8A0AB6-AC55-4FC9-8D38-98B28B556DE8}"/>
          </ac:picMkLst>
        </pc:picChg>
      </pc:sldChg>
      <pc:sldChg chg="addSp delSp modSp add del mod">
        <pc:chgData name="KASTNER Ivane (Acoss)" userId="aa02f9d6-7d20-4bb5-8703-1abfa156b8a0" providerId="ADAL" clId="{35051A2E-A0C1-4552-B34F-17BF5530F55C}" dt="2023-01-11T12:51:40.650" v="1162" actId="47"/>
        <pc:sldMkLst>
          <pc:docMk/>
          <pc:sldMk cId="2724471904" sldId="289"/>
        </pc:sldMkLst>
        <pc:spChg chg="mod">
          <ac:chgData name="KASTNER Ivane (Acoss)" userId="aa02f9d6-7d20-4bb5-8703-1abfa156b8a0" providerId="ADAL" clId="{35051A2E-A0C1-4552-B34F-17BF5530F55C}" dt="2023-01-11T12:34:52.585" v="972" actId="20577"/>
          <ac:spMkLst>
            <pc:docMk/>
            <pc:sldMk cId="2724471904" sldId="289"/>
            <ac:spMk id="2" creationId="{F3DEB5CD-2DBB-4FBD-86A8-0CFB9D265583}"/>
          </ac:spMkLst>
        </pc:spChg>
        <pc:spChg chg="del mod">
          <ac:chgData name="KASTNER Ivane (Acoss)" userId="aa02f9d6-7d20-4bb5-8703-1abfa156b8a0" providerId="ADAL" clId="{35051A2E-A0C1-4552-B34F-17BF5530F55C}" dt="2023-01-11T12:34:52.552" v="957"/>
          <ac:spMkLst>
            <pc:docMk/>
            <pc:sldMk cId="2724471904" sldId="289"/>
            <ac:spMk id="3" creationId="{B035FCA6-555D-4B1E-A965-FB46A344C67B}"/>
          </ac:spMkLst>
        </pc:spChg>
        <pc:spChg chg="add mod">
          <ac:chgData name="KASTNER Ivane (Acoss)" userId="aa02f9d6-7d20-4bb5-8703-1abfa156b8a0" providerId="ADAL" clId="{35051A2E-A0C1-4552-B34F-17BF5530F55C}" dt="2023-01-11T12:36:53.912" v="1011" actId="21"/>
          <ac:spMkLst>
            <pc:docMk/>
            <pc:sldMk cId="2724471904" sldId="289"/>
            <ac:spMk id="8" creationId="{3687DDE9-FEB8-484C-87EB-D81F904C1101}"/>
          </ac:spMkLst>
        </pc:spChg>
        <pc:picChg chg="add del mod">
          <ac:chgData name="KASTNER Ivane (Acoss)" userId="aa02f9d6-7d20-4bb5-8703-1abfa156b8a0" providerId="ADAL" clId="{35051A2E-A0C1-4552-B34F-17BF5530F55C}" dt="2023-01-11T12:36:53.912" v="1011" actId="21"/>
          <ac:picMkLst>
            <pc:docMk/>
            <pc:sldMk cId="2724471904" sldId="289"/>
            <ac:picMk id="6" creationId="{1EF3C240-B305-4901-A10F-B91724339C0E}"/>
          </ac:picMkLst>
        </pc:picChg>
      </pc:sldChg>
      <pc:sldChg chg="addSp delSp modSp add del mod">
        <pc:chgData name="KASTNER Ivane (Acoss)" userId="aa02f9d6-7d20-4bb5-8703-1abfa156b8a0" providerId="ADAL" clId="{35051A2E-A0C1-4552-B34F-17BF5530F55C}" dt="2023-01-11T12:51:41.378" v="1163" actId="47"/>
        <pc:sldMkLst>
          <pc:docMk/>
          <pc:sldMk cId="2025455304" sldId="290"/>
        </pc:sldMkLst>
        <pc:spChg chg="mod">
          <ac:chgData name="KASTNER Ivane (Acoss)" userId="aa02f9d6-7d20-4bb5-8703-1abfa156b8a0" providerId="ADAL" clId="{35051A2E-A0C1-4552-B34F-17BF5530F55C}" dt="2023-01-11T12:36:04.855" v="993" actId="20577"/>
          <ac:spMkLst>
            <pc:docMk/>
            <pc:sldMk cId="2025455304" sldId="290"/>
            <ac:spMk id="2" creationId="{D1F52A3E-DB1A-491A-8989-1DC222854A1E}"/>
          </ac:spMkLst>
        </pc:spChg>
        <pc:spChg chg="del mod">
          <ac:chgData name="KASTNER Ivane (Acoss)" userId="aa02f9d6-7d20-4bb5-8703-1abfa156b8a0" providerId="ADAL" clId="{35051A2E-A0C1-4552-B34F-17BF5530F55C}" dt="2023-01-11T12:36:04.839" v="978"/>
          <ac:spMkLst>
            <pc:docMk/>
            <pc:sldMk cId="2025455304" sldId="290"/>
            <ac:spMk id="3" creationId="{A236BF72-B313-4C93-959A-226F0D0190F3}"/>
          </ac:spMkLst>
        </pc:spChg>
        <pc:spChg chg="add mod">
          <ac:chgData name="KASTNER Ivane (Acoss)" userId="aa02f9d6-7d20-4bb5-8703-1abfa156b8a0" providerId="ADAL" clId="{35051A2E-A0C1-4552-B34F-17BF5530F55C}" dt="2023-01-11T12:36:58.074" v="1013" actId="21"/>
          <ac:spMkLst>
            <pc:docMk/>
            <pc:sldMk cId="2025455304" sldId="290"/>
            <ac:spMk id="8" creationId="{E1098C0C-AE21-43C8-97BA-C56835D1A49E}"/>
          </ac:spMkLst>
        </pc:spChg>
        <pc:picChg chg="add del mod">
          <ac:chgData name="KASTNER Ivane (Acoss)" userId="aa02f9d6-7d20-4bb5-8703-1abfa156b8a0" providerId="ADAL" clId="{35051A2E-A0C1-4552-B34F-17BF5530F55C}" dt="2023-01-11T12:36:58.074" v="1013" actId="21"/>
          <ac:picMkLst>
            <pc:docMk/>
            <pc:sldMk cId="2025455304" sldId="290"/>
            <ac:picMk id="6" creationId="{988CD0A1-CE4E-425D-B80C-563BB8473B7B}"/>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E9A0437-BF39-48AB-89E3-9EFC65713631}"/>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9B858979-13FD-47C2-BC43-83D6932BEFF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5C57C60F-D149-4ADA-A15A-F5EAA91DED81}"/>
              </a:ext>
            </a:extLst>
          </p:cNvPr>
          <p:cNvSpPr>
            <a:spLocks noGrp="1"/>
          </p:cNvSpPr>
          <p:nvPr>
            <p:ph type="dt" sz="half" idx="10"/>
          </p:nvPr>
        </p:nvSpPr>
        <p:spPr/>
        <p:txBody>
          <a:bodyPr/>
          <a:lstStyle/>
          <a:p>
            <a:fld id="{B8DA702C-8D24-4A8B-852B-7D7446223EDD}" type="datetimeFigureOut">
              <a:rPr lang="fr-FR" smtClean="0"/>
              <a:t>27/10/2023</a:t>
            </a:fld>
            <a:endParaRPr lang="fr-FR"/>
          </a:p>
        </p:txBody>
      </p:sp>
      <p:sp>
        <p:nvSpPr>
          <p:cNvPr id="5" name="Espace réservé du pied de page 4">
            <a:extLst>
              <a:ext uri="{FF2B5EF4-FFF2-40B4-BE49-F238E27FC236}">
                <a16:creationId xmlns:a16="http://schemas.microsoft.com/office/drawing/2014/main" id="{E986D675-C17F-4263-9C15-AF2939A29103}"/>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CD0E4EFF-3C82-465E-901B-600E71F7ACE1}"/>
              </a:ext>
            </a:extLst>
          </p:cNvPr>
          <p:cNvSpPr>
            <a:spLocks noGrp="1"/>
          </p:cNvSpPr>
          <p:nvPr>
            <p:ph type="sldNum" sz="quarter" idx="12"/>
          </p:nvPr>
        </p:nvSpPr>
        <p:spPr/>
        <p:txBody>
          <a:bodyPr/>
          <a:lstStyle/>
          <a:p>
            <a:fld id="{22F2CE5E-F604-4337-BFD6-D5BC6C443F4B}" type="slidenum">
              <a:rPr lang="fr-FR" smtClean="0"/>
              <a:t>‹N°›</a:t>
            </a:fld>
            <a:endParaRPr lang="fr-FR"/>
          </a:p>
        </p:txBody>
      </p:sp>
    </p:spTree>
    <p:extLst>
      <p:ext uri="{BB962C8B-B14F-4D97-AF65-F5344CB8AC3E}">
        <p14:creationId xmlns:p14="http://schemas.microsoft.com/office/powerpoint/2010/main" val="35152552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AC6CC60-1380-4ADF-A5B3-71BE07CF8741}"/>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A00D6FBB-A25B-447C-B9A9-23370786E775}"/>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BB202DA2-3F3E-47D2-984E-4B0283D3B19E}"/>
              </a:ext>
            </a:extLst>
          </p:cNvPr>
          <p:cNvSpPr>
            <a:spLocks noGrp="1"/>
          </p:cNvSpPr>
          <p:nvPr>
            <p:ph type="dt" sz="half" idx="10"/>
          </p:nvPr>
        </p:nvSpPr>
        <p:spPr/>
        <p:txBody>
          <a:bodyPr/>
          <a:lstStyle/>
          <a:p>
            <a:fld id="{B8DA702C-8D24-4A8B-852B-7D7446223EDD}" type="datetimeFigureOut">
              <a:rPr lang="fr-FR" smtClean="0"/>
              <a:t>27/10/2023</a:t>
            </a:fld>
            <a:endParaRPr lang="fr-FR"/>
          </a:p>
        </p:txBody>
      </p:sp>
      <p:sp>
        <p:nvSpPr>
          <p:cNvPr id="5" name="Espace réservé du pied de page 4">
            <a:extLst>
              <a:ext uri="{FF2B5EF4-FFF2-40B4-BE49-F238E27FC236}">
                <a16:creationId xmlns:a16="http://schemas.microsoft.com/office/drawing/2014/main" id="{955C0CCE-FD8C-467F-A9E1-A36A5CEEFC64}"/>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3721CBC3-94D7-4B18-926E-C11F31F99AFB}"/>
              </a:ext>
            </a:extLst>
          </p:cNvPr>
          <p:cNvSpPr>
            <a:spLocks noGrp="1"/>
          </p:cNvSpPr>
          <p:nvPr>
            <p:ph type="sldNum" sz="quarter" idx="12"/>
          </p:nvPr>
        </p:nvSpPr>
        <p:spPr/>
        <p:txBody>
          <a:bodyPr/>
          <a:lstStyle/>
          <a:p>
            <a:fld id="{22F2CE5E-F604-4337-BFD6-D5BC6C443F4B}" type="slidenum">
              <a:rPr lang="fr-FR" smtClean="0"/>
              <a:t>‹N°›</a:t>
            </a:fld>
            <a:endParaRPr lang="fr-FR"/>
          </a:p>
        </p:txBody>
      </p:sp>
    </p:spTree>
    <p:extLst>
      <p:ext uri="{BB962C8B-B14F-4D97-AF65-F5344CB8AC3E}">
        <p14:creationId xmlns:p14="http://schemas.microsoft.com/office/powerpoint/2010/main" val="34325196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470EE69-8598-4253-B6E5-F41EDCFF0394}"/>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C8117F18-AE16-42D6-82E8-813F014AB76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E8B11454-0687-4B24-A80D-23E7A49100FE}"/>
              </a:ext>
            </a:extLst>
          </p:cNvPr>
          <p:cNvSpPr>
            <a:spLocks noGrp="1"/>
          </p:cNvSpPr>
          <p:nvPr>
            <p:ph type="dt" sz="half" idx="10"/>
          </p:nvPr>
        </p:nvSpPr>
        <p:spPr/>
        <p:txBody>
          <a:bodyPr/>
          <a:lstStyle/>
          <a:p>
            <a:fld id="{B8DA702C-8D24-4A8B-852B-7D7446223EDD}" type="datetimeFigureOut">
              <a:rPr lang="fr-FR" smtClean="0"/>
              <a:t>27/10/2023</a:t>
            </a:fld>
            <a:endParaRPr lang="fr-FR"/>
          </a:p>
        </p:txBody>
      </p:sp>
      <p:sp>
        <p:nvSpPr>
          <p:cNvPr id="5" name="Espace réservé du pied de page 4">
            <a:extLst>
              <a:ext uri="{FF2B5EF4-FFF2-40B4-BE49-F238E27FC236}">
                <a16:creationId xmlns:a16="http://schemas.microsoft.com/office/drawing/2014/main" id="{C631A90A-C738-46D8-AF41-F81A5D7764E6}"/>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9CA0EDF1-3299-4CE8-938E-B88C88E374F8}"/>
              </a:ext>
            </a:extLst>
          </p:cNvPr>
          <p:cNvSpPr>
            <a:spLocks noGrp="1"/>
          </p:cNvSpPr>
          <p:nvPr>
            <p:ph type="sldNum" sz="quarter" idx="12"/>
          </p:nvPr>
        </p:nvSpPr>
        <p:spPr/>
        <p:txBody>
          <a:bodyPr/>
          <a:lstStyle/>
          <a:p>
            <a:fld id="{22F2CE5E-F604-4337-BFD6-D5BC6C443F4B}" type="slidenum">
              <a:rPr lang="fr-FR" smtClean="0"/>
              <a:t>‹N°›</a:t>
            </a:fld>
            <a:endParaRPr lang="fr-FR"/>
          </a:p>
        </p:txBody>
      </p:sp>
    </p:spTree>
    <p:extLst>
      <p:ext uri="{BB962C8B-B14F-4D97-AF65-F5344CB8AC3E}">
        <p14:creationId xmlns:p14="http://schemas.microsoft.com/office/powerpoint/2010/main" val="18319154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4E52E03-6ADF-4379-84F4-86B17591CD18}"/>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135416B0-733A-4C2D-841C-3F19EE07C7B5}"/>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E1E783C1-446E-44B4-AC1A-E63F4BE6F7EA}"/>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FE41C9BD-122E-44D3-8922-09BB173F7934}"/>
              </a:ext>
            </a:extLst>
          </p:cNvPr>
          <p:cNvSpPr>
            <a:spLocks noGrp="1"/>
          </p:cNvSpPr>
          <p:nvPr>
            <p:ph type="dt" sz="half" idx="10"/>
          </p:nvPr>
        </p:nvSpPr>
        <p:spPr/>
        <p:txBody>
          <a:bodyPr/>
          <a:lstStyle/>
          <a:p>
            <a:fld id="{B8DA702C-8D24-4A8B-852B-7D7446223EDD}" type="datetimeFigureOut">
              <a:rPr lang="fr-FR" smtClean="0"/>
              <a:t>27/10/2023</a:t>
            </a:fld>
            <a:endParaRPr lang="fr-FR"/>
          </a:p>
        </p:txBody>
      </p:sp>
      <p:sp>
        <p:nvSpPr>
          <p:cNvPr id="6" name="Espace réservé du pied de page 5">
            <a:extLst>
              <a:ext uri="{FF2B5EF4-FFF2-40B4-BE49-F238E27FC236}">
                <a16:creationId xmlns:a16="http://schemas.microsoft.com/office/drawing/2014/main" id="{49139293-2F6C-42B8-9E5B-8D8759BD4C8D}"/>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939410D4-1FAF-4631-B2B6-3BD262DE733B}"/>
              </a:ext>
            </a:extLst>
          </p:cNvPr>
          <p:cNvSpPr>
            <a:spLocks noGrp="1"/>
          </p:cNvSpPr>
          <p:nvPr>
            <p:ph type="sldNum" sz="quarter" idx="12"/>
          </p:nvPr>
        </p:nvSpPr>
        <p:spPr/>
        <p:txBody>
          <a:bodyPr/>
          <a:lstStyle/>
          <a:p>
            <a:fld id="{22F2CE5E-F604-4337-BFD6-D5BC6C443F4B}" type="slidenum">
              <a:rPr lang="fr-FR" smtClean="0"/>
              <a:t>‹N°›</a:t>
            </a:fld>
            <a:endParaRPr lang="fr-FR"/>
          </a:p>
        </p:txBody>
      </p:sp>
    </p:spTree>
    <p:extLst>
      <p:ext uri="{BB962C8B-B14F-4D97-AF65-F5344CB8AC3E}">
        <p14:creationId xmlns:p14="http://schemas.microsoft.com/office/powerpoint/2010/main" val="3932598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C4AB159-0F13-4C0A-B045-A94C31580AAC}"/>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9D9A51F1-3B88-419E-B9FA-7BB6493FD37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237AA023-297B-45B9-831A-A1B087E9E3C0}"/>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4FEDAF78-EE28-4863-81CE-C53FEC0CB30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CF7E4751-2AAF-4216-AE93-CE3FCC7B98D9}"/>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45754759-802E-4457-BF29-D8B6F39DA97D}"/>
              </a:ext>
            </a:extLst>
          </p:cNvPr>
          <p:cNvSpPr>
            <a:spLocks noGrp="1"/>
          </p:cNvSpPr>
          <p:nvPr>
            <p:ph type="dt" sz="half" idx="10"/>
          </p:nvPr>
        </p:nvSpPr>
        <p:spPr/>
        <p:txBody>
          <a:bodyPr/>
          <a:lstStyle/>
          <a:p>
            <a:fld id="{B8DA702C-8D24-4A8B-852B-7D7446223EDD}" type="datetimeFigureOut">
              <a:rPr lang="fr-FR" smtClean="0"/>
              <a:t>27/10/2023</a:t>
            </a:fld>
            <a:endParaRPr lang="fr-FR"/>
          </a:p>
        </p:txBody>
      </p:sp>
      <p:sp>
        <p:nvSpPr>
          <p:cNvPr id="8" name="Espace réservé du pied de page 7">
            <a:extLst>
              <a:ext uri="{FF2B5EF4-FFF2-40B4-BE49-F238E27FC236}">
                <a16:creationId xmlns:a16="http://schemas.microsoft.com/office/drawing/2014/main" id="{CF8EC7E8-994F-42F5-B975-80E78357BBF9}"/>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BD1E6372-CD8D-4C10-BE7D-62EFE7404574}"/>
              </a:ext>
            </a:extLst>
          </p:cNvPr>
          <p:cNvSpPr>
            <a:spLocks noGrp="1"/>
          </p:cNvSpPr>
          <p:nvPr>
            <p:ph type="sldNum" sz="quarter" idx="12"/>
          </p:nvPr>
        </p:nvSpPr>
        <p:spPr/>
        <p:txBody>
          <a:bodyPr/>
          <a:lstStyle/>
          <a:p>
            <a:fld id="{22F2CE5E-F604-4337-BFD6-D5BC6C443F4B}" type="slidenum">
              <a:rPr lang="fr-FR" smtClean="0"/>
              <a:t>‹N°›</a:t>
            </a:fld>
            <a:endParaRPr lang="fr-FR"/>
          </a:p>
        </p:txBody>
      </p:sp>
    </p:spTree>
    <p:extLst>
      <p:ext uri="{BB962C8B-B14F-4D97-AF65-F5344CB8AC3E}">
        <p14:creationId xmlns:p14="http://schemas.microsoft.com/office/powerpoint/2010/main" val="37238936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42A64CE-E1DA-426A-8A16-D6DF750E696E}"/>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3E3BF8CC-90C5-4635-A4CD-6BAC76350D3A}"/>
              </a:ext>
            </a:extLst>
          </p:cNvPr>
          <p:cNvSpPr>
            <a:spLocks noGrp="1"/>
          </p:cNvSpPr>
          <p:nvPr>
            <p:ph type="dt" sz="half" idx="10"/>
          </p:nvPr>
        </p:nvSpPr>
        <p:spPr/>
        <p:txBody>
          <a:bodyPr/>
          <a:lstStyle/>
          <a:p>
            <a:fld id="{B8DA702C-8D24-4A8B-852B-7D7446223EDD}" type="datetimeFigureOut">
              <a:rPr lang="fr-FR" smtClean="0"/>
              <a:t>27/10/2023</a:t>
            </a:fld>
            <a:endParaRPr lang="fr-FR"/>
          </a:p>
        </p:txBody>
      </p:sp>
      <p:sp>
        <p:nvSpPr>
          <p:cNvPr id="4" name="Espace réservé du pied de page 3">
            <a:extLst>
              <a:ext uri="{FF2B5EF4-FFF2-40B4-BE49-F238E27FC236}">
                <a16:creationId xmlns:a16="http://schemas.microsoft.com/office/drawing/2014/main" id="{2D7DD355-41D4-4A78-8A84-8628FF6A9BC1}"/>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34C8719C-BF09-4182-A844-0CBEB2BFDD78}"/>
              </a:ext>
            </a:extLst>
          </p:cNvPr>
          <p:cNvSpPr>
            <a:spLocks noGrp="1"/>
          </p:cNvSpPr>
          <p:nvPr>
            <p:ph type="sldNum" sz="quarter" idx="12"/>
          </p:nvPr>
        </p:nvSpPr>
        <p:spPr/>
        <p:txBody>
          <a:bodyPr/>
          <a:lstStyle/>
          <a:p>
            <a:fld id="{22F2CE5E-F604-4337-BFD6-D5BC6C443F4B}" type="slidenum">
              <a:rPr lang="fr-FR" smtClean="0"/>
              <a:t>‹N°›</a:t>
            </a:fld>
            <a:endParaRPr lang="fr-FR"/>
          </a:p>
        </p:txBody>
      </p:sp>
    </p:spTree>
    <p:extLst>
      <p:ext uri="{BB962C8B-B14F-4D97-AF65-F5344CB8AC3E}">
        <p14:creationId xmlns:p14="http://schemas.microsoft.com/office/powerpoint/2010/main" val="35744830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ED860AFA-8FA6-492E-9B76-EAB0408091D8}"/>
              </a:ext>
            </a:extLst>
          </p:cNvPr>
          <p:cNvSpPr>
            <a:spLocks noGrp="1"/>
          </p:cNvSpPr>
          <p:nvPr>
            <p:ph type="dt" sz="half" idx="10"/>
          </p:nvPr>
        </p:nvSpPr>
        <p:spPr/>
        <p:txBody>
          <a:bodyPr/>
          <a:lstStyle/>
          <a:p>
            <a:fld id="{B8DA702C-8D24-4A8B-852B-7D7446223EDD}" type="datetimeFigureOut">
              <a:rPr lang="fr-FR" smtClean="0"/>
              <a:t>27/10/2023</a:t>
            </a:fld>
            <a:endParaRPr lang="fr-FR"/>
          </a:p>
        </p:txBody>
      </p:sp>
      <p:sp>
        <p:nvSpPr>
          <p:cNvPr id="3" name="Espace réservé du pied de page 2">
            <a:extLst>
              <a:ext uri="{FF2B5EF4-FFF2-40B4-BE49-F238E27FC236}">
                <a16:creationId xmlns:a16="http://schemas.microsoft.com/office/drawing/2014/main" id="{7B498D3E-4531-426B-B8AC-FEA6A1F88F0A}"/>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E90E33D5-AA9D-4F33-9F5B-51C2C9D44EFC}"/>
              </a:ext>
            </a:extLst>
          </p:cNvPr>
          <p:cNvSpPr>
            <a:spLocks noGrp="1"/>
          </p:cNvSpPr>
          <p:nvPr>
            <p:ph type="sldNum" sz="quarter" idx="12"/>
          </p:nvPr>
        </p:nvSpPr>
        <p:spPr/>
        <p:txBody>
          <a:bodyPr/>
          <a:lstStyle/>
          <a:p>
            <a:fld id="{22F2CE5E-F604-4337-BFD6-D5BC6C443F4B}" type="slidenum">
              <a:rPr lang="fr-FR" smtClean="0"/>
              <a:t>‹N°›</a:t>
            </a:fld>
            <a:endParaRPr lang="fr-FR"/>
          </a:p>
        </p:txBody>
      </p:sp>
    </p:spTree>
    <p:extLst>
      <p:ext uri="{BB962C8B-B14F-4D97-AF65-F5344CB8AC3E}">
        <p14:creationId xmlns:p14="http://schemas.microsoft.com/office/powerpoint/2010/main" val="3941525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6346348-D5FE-41F0-A22D-0922C3829523}"/>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195F8766-2D21-43E0-964C-11B97E9CE47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DD905B49-6FCD-46B2-9A2A-E67AEA3EB3E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6FC6C4E5-90B8-41D9-9B69-82BE2FEE55FB}"/>
              </a:ext>
            </a:extLst>
          </p:cNvPr>
          <p:cNvSpPr>
            <a:spLocks noGrp="1"/>
          </p:cNvSpPr>
          <p:nvPr>
            <p:ph type="dt" sz="half" idx="10"/>
          </p:nvPr>
        </p:nvSpPr>
        <p:spPr/>
        <p:txBody>
          <a:bodyPr/>
          <a:lstStyle/>
          <a:p>
            <a:fld id="{B8DA702C-8D24-4A8B-852B-7D7446223EDD}" type="datetimeFigureOut">
              <a:rPr lang="fr-FR" smtClean="0"/>
              <a:t>27/10/2023</a:t>
            </a:fld>
            <a:endParaRPr lang="fr-FR"/>
          </a:p>
        </p:txBody>
      </p:sp>
      <p:sp>
        <p:nvSpPr>
          <p:cNvPr id="6" name="Espace réservé du pied de page 5">
            <a:extLst>
              <a:ext uri="{FF2B5EF4-FFF2-40B4-BE49-F238E27FC236}">
                <a16:creationId xmlns:a16="http://schemas.microsoft.com/office/drawing/2014/main" id="{57ED807F-315A-4149-8C72-24835FF5E288}"/>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E0BF857D-E5FD-4BCB-BFF9-2BAD05BF88B6}"/>
              </a:ext>
            </a:extLst>
          </p:cNvPr>
          <p:cNvSpPr>
            <a:spLocks noGrp="1"/>
          </p:cNvSpPr>
          <p:nvPr>
            <p:ph type="sldNum" sz="quarter" idx="12"/>
          </p:nvPr>
        </p:nvSpPr>
        <p:spPr/>
        <p:txBody>
          <a:bodyPr/>
          <a:lstStyle/>
          <a:p>
            <a:fld id="{22F2CE5E-F604-4337-BFD6-D5BC6C443F4B}" type="slidenum">
              <a:rPr lang="fr-FR" smtClean="0"/>
              <a:t>‹N°›</a:t>
            </a:fld>
            <a:endParaRPr lang="fr-FR"/>
          </a:p>
        </p:txBody>
      </p:sp>
    </p:spTree>
    <p:extLst>
      <p:ext uri="{BB962C8B-B14F-4D97-AF65-F5344CB8AC3E}">
        <p14:creationId xmlns:p14="http://schemas.microsoft.com/office/powerpoint/2010/main" val="20555102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178F4C3-3AD5-4241-BA05-50B915AC142C}"/>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9DFA69B1-92A1-4A9A-BDCB-92E495B674D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804E18D5-3E23-47AF-85FE-6B469102310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07FC1C49-D6A0-42E9-92FC-155061765F0C}"/>
              </a:ext>
            </a:extLst>
          </p:cNvPr>
          <p:cNvSpPr>
            <a:spLocks noGrp="1"/>
          </p:cNvSpPr>
          <p:nvPr>
            <p:ph type="dt" sz="half" idx="10"/>
          </p:nvPr>
        </p:nvSpPr>
        <p:spPr/>
        <p:txBody>
          <a:bodyPr/>
          <a:lstStyle/>
          <a:p>
            <a:fld id="{B8DA702C-8D24-4A8B-852B-7D7446223EDD}" type="datetimeFigureOut">
              <a:rPr lang="fr-FR" smtClean="0"/>
              <a:t>27/10/2023</a:t>
            </a:fld>
            <a:endParaRPr lang="fr-FR"/>
          </a:p>
        </p:txBody>
      </p:sp>
      <p:sp>
        <p:nvSpPr>
          <p:cNvPr id="6" name="Espace réservé du pied de page 5">
            <a:extLst>
              <a:ext uri="{FF2B5EF4-FFF2-40B4-BE49-F238E27FC236}">
                <a16:creationId xmlns:a16="http://schemas.microsoft.com/office/drawing/2014/main" id="{4B4E45C9-175A-405D-ABF0-B6C0D5E25A29}"/>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7832ECC0-5129-4B3C-9423-893A472F453D}"/>
              </a:ext>
            </a:extLst>
          </p:cNvPr>
          <p:cNvSpPr>
            <a:spLocks noGrp="1"/>
          </p:cNvSpPr>
          <p:nvPr>
            <p:ph type="sldNum" sz="quarter" idx="12"/>
          </p:nvPr>
        </p:nvSpPr>
        <p:spPr/>
        <p:txBody>
          <a:bodyPr/>
          <a:lstStyle/>
          <a:p>
            <a:fld id="{22F2CE5E-F604-4337-BFD6-D5BC6C443F4B}" type="slidenum">
              <a:rPr lang="fr-FR" smtClean="0"/>
              <a:t>‹N°›</a:t>
            </a:fld>
            <a:endParaRPr lang="fr-FR"/>
          </a:p>
        </p:txBody>
      </p:sp>
    </p:spTree>
    <p:extLst>
      <p:ext uri="{BB962C8B-B14F-4D97-AF65-F5344CB8AC3E}">
        <p14:creationId xmlns:p14="http://schemas.microsoft.com/office/powerpoint/2010/main" val="8380703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0D2F3A7-389F-4360-A8EA-5434FF8F977C}"/>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638A5C98-2B9B-4B91-B0BA-19DC7B2B8EA0}"/>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F2A162FB-6CC3-4B10-BCC6-654BAECE3DD9}"/>
              </a:ext>
            </a:extLst>
          </p:cNvPr>
          <p:cNvSpPr>
            <a:spLocks noGrp="1"/>
          </p:cNvSpPr>
          <p:nvPr>
            <p:ph type="dt" sz="half" idx="10"/>
          </p:nvPr>
        </p:nvSpPr>
        <p:spPr/>
        <p:txBody>
          <a:bodyPr/>
          <a:lstStyle/>
          <a:p>
            <a:fld id="{B8DA702C-8D24-4A8B-852B-7D7446223EDD}" type="datetimeFigureOut">
              <a:rPr lang="fr-FR" smtClean="0"/>
              <a:t>27/10/2023</a:t>
            </a:fld>
            <a:endParaRPr lang="fr-FR"/>
          </a:p>
        </p:txBody>
      </p:sp>
      <p:sp>
        <p:nvSpPr>
          <p:cNvPr id="5" name="Espace réservé du pied de page 4">
            <a:extLst>
              <a:ext uri="{FF2B5EF4-FFF2-40B4-BE49-F238E27FC236}">
                <a16:creationId xmlns:a16="http://schemas.microsoft.com/office/drawing/2014/main" id="{CEFC6283-A82E-494F-9733-CB256A4C9D53}"/>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43916EAB-C8C4-4035-BE05-58A286097AAD}"/>
              </a:ext>
            </a:extLst>
          </p:cNvPr>
          <p:cNvSpPr>
            <a:spLocks noGrp="1"/>
          </p:cNvSpPr>
          <p:nvPr>
            <p:ph type="sldNum" sz="quarter" idx="12"/>
          </p:nvPr>
        </p:nvSpPr>
        <p:spPr/>
        <p:txBody>
          <a:bodyPr/>
          <a:lstStyle/>
          <a:p>
            <a:fld id="{22F2CE5E-F604-4337-BFD6-D5BC6C443F4B}" type="slidenum">
              <a:rPr lang="fr-FR" smtClean="0"/>
              <a:t>‹N°›</a:t>
            </a:fld>
            <a:endParaRPr lang="fr-FR"/>
          </a:p>
        </p:txBody>
      </p:sp>
    </p:spTree>
    <p:extLst>
      <p:ext uri="{BB962C8B-B14F-4D97-AF65-F5344CB8AC3E}">
        <p14:creationId xmlns:p14="http://schemas.microsoft.com/office/powerpoint/2010/main" val="20767087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549561FB-D2CA-4D11-AFED-07ECA103AC9B}"/>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92BF5A5D-0D26-48DB-8594-4C9EFE770678}"/>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28019AF4-9BFD-43BA-A6B8-369582B945DD}"/>
              </a:ext>
            </a:extLst>
          </p:cNvPr>
          <p:cNvSpPr>
            <a:spLocks noGrp="1"/>
          </p:cNvSpPr>
          <p:nvPr>
            <p:ph type="dt" sz="half" idx="10"/>
          </p:nvPr>
        </p:nvSpPr>
        <p:spPr/>
        <p:txBody>
          <a:bodyPr/>
          <a:lstStyle/>
          <a:p>
            <a:fld id="{B8DA702C-8D24-4A8B-852B-7D7446223EDD}" type="datetimeFigureOut">
              <a:rPr lang="fr-FR" smtClean="0"/>
              <a:t>27/10/2023</a:t>
            </a:fld>
            <a:endParaRPr lang="fr-FR"/>
          </a:p>
        </p:txBody>
      </p:sp>
      <p:sp>
        <p:nvSpPr>
          <p:cNvPr id="5" name="Espace réservé du pied de page 4">
            <a:extLst>
              <a:ext uri="{FF2B5EF4-FFF2-40B4-BE49-F238E27FC236}">
                <a16:creationId xmlns:a16="http://schemas.microsoft.com/office/drawing/2014/main" id="{6739F8F6-C535-494F-A91F-F53E32BBEBED}"/>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86DA6C3F-782E-46CB-AE2A-09D47F2710E1}"/>
              </a:ext>
            </a:extLst>
          </p:cNvPr>
          <p:cNvSpPr>
            <a:spLocks noGrp="1"/>
          </p:cNvSpPr>
          <p:nvPr>
            <p:ph type="sldNum" sz="quarter" idx="12"/>
          </p:nvPr>
        </p:nvSpPr>
        <p:spPr/>
        <p:txBody>
          <a:bodyPr/>
          <a:lstStyle/>
          <a:p>
            <a:fld id="{22F2CE5E-F604-4337-BFD6-D5BC6C443F4B}" type="slidenum">
              <a:rPr lang="fr-FR" smtClean="0"/>
              <a:t>‹N°›</a:t>
            </a:fld>
            <a:endParaRPr lang="fr-FR"/>
          </a:p>
        </p:txBody>
      </p:sp>
    </p:spTree>
    <p:extLst>
      <p:ext uri="{BB962C8B-B14F-4D97-AF65-F5344CB8AC3E}">
        <p14:creationId xmlns:p14="http://schemas.microsoft.com/office/powerpoint/2010/main" val="39564341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1F1FCBF7-09C3-45D9-93E5-6BBDEED50F0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DDCE32BA-E66B-41F2-AB87-590CF49A0BE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2226A661-D81C-4B79-B9B3-7145F7CFAD3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8DA702C-8D24-4A8B-852B-7D7446223EDD}" type="datetimeFigureOut">
              <a:rPr lang="fr-FR" smtClean="0"/>
              <a:t>27/10/2023</a:t>
            </a:fld>
            <a:endParaRPr lang="fr-FR"/>
          </a:p>
        </p:txBody>
      </p:sp>
      <p:sp>
        <p:nvSpPr>
          <p:cNvPr id="5" name="Espace réservé du pied de page 4">
            <a:extLst>
              <a:ext uri="{FF2B5EF4-FFF2-40B4-BE49-F238E27FC236}">
                <a16:creationId xmlns:a16="http://schemas.microsoft.com/office/drawing/2014/main" id="{FA3D9386-D8BA-4A6A-B7B4-90C432FC823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F218F6F5-351E-4089-A7FE-FA6AECA44E0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2F2CE5E-F604-4337-BFD6-D5BC6C443F4B}" type="slidenum">
              <a:rPr lang="fr-FR" smtClean="0"/>
              <a:t>‹N°›</a:t>
            </a:fld>
            <a:endParaRPr lang="fr-FR"/>
          </a:p>
        </p:txBody>
      </p:sp>
    </p:spTree>
    <p:extLst>
      <p:ext uri="{BB962C8B-B14F-4D97-AF65-F5344CB8AC3E}">
        <p14:creationId xmlns:p14="http://schemas.microsoft.com/office/powerpoint/2010/main" val="3067715700"/>
      </p:ext>
    </p:extLst>
  </p:cSld>
  <p:clrMap bg1="lt1" tx1="dk1" bg2="lt2" tx2="dk2" accent1="accent1" accent2="accent2" accent3="accent3" accent4="accent4" accent5="accent5" accent6="accent6" hlink="hlink" folHlink="folHlink"/>
  <p:sldLayoutIdLst>
    <p:sldLayoutId id="2147483827" r:id="rId1"/>
    <p:sldLayoutId id="2147483828" r:id="rId2"/>
    <p:sldLayoutId id="2147483829" r:id="rId3"/>
    <p:sldLayoutId id="2147483830" r:id="rId4"/>
    <p:sldLayoutId id="2147483831" r:id="rId5"/>
    <p:sldLayoutId id="2147483832" r:id="rId6"/>
    <p:sldLayoutId id="2147483833" r:id="rId7"/>
    <p:sldLayoutId id="2147483834" r:id="rId8"/>
    <p:sldLayoutId id="2147483835" r:id="rId9"/>
    <p:sldLayoutId id="2147483836" r:id="rId10"/>
    <p:sldLayoutId id="214748383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jp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image" Target="../media/image15.png"/><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image" Target="../media/image22.png"/><Relationship Id="rId1" Type="http://schemas.openxmlformats.org/officeDocument/2006/relationships/slideLayout" Target="../slideLayouts/slideLayout9.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26355CF0-422E-4E6A-95EA-261971F670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3621D8FF-FD0C-4B52-B62B-5365EBB3A6AA}"/>
              </a:ext>
            </a:extLst>
          </p:cNvPr>
          <p:cNvSpPr>
            <a:spLocks noGrp="1"/>
          </p:cNvSpPr>
          <p:nvPr>
            <p:ph type="ctrTitle"/>
          </p:nvPr>
        </p:nvSpPr>
        <p:spPr>
          <a:xfrm>
            <a:off x="1106556" y="637953"/>
            <a:ext cx="9104244" cy="3189507"/>
          </a:xfrm>
        </p:spPr>
        <p:txBody>
          <a:bodyPr>
            <a:normAutofit/>
          </a:bodyPr>
          <a:lstStyle/>
          <a:p>
            <a:pPr algn="l"/>
            <a:r>
              <a:rPr lang="fr-FR" sz="6800" dirty="0">
                <a:solidFill>
                  <a:schemeClr val="tx1">
                    <a:lumMod val="75000"/>
                    <a:lumOff val="25000"/>
                  </a:schemeClr>
                </a:solidFill>
              </a:rPr>
              <a:t>DOCUMENTATION FORMULAIRE DEMANDE Heures supplémentaires</a:t>
            </a:r>
          </a:p>
        </p:txBody>
      </p:sp>
      <p:sp>
        <p:nvSpPr>
          <p:cNvPr id="9" name="Freeform 5">
            <a:extLst>
              <a:ext uri="{FF2B5EF4-FFF2-40B4-BE49-F238E27FC236}">
                <a16:creationId xmlns:a16="http://schemas.microsoft.com/office/drawing/2014/main" id="{8AA5B50B-519E-4763-9EFB-2C80373D1F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H="1">
            <a:off x="789091" y="4356608"/>
            <a:ext cx="542047" cy="1997227"/>
          </a:xfrm>
          <a:custGeom>
            <a:avLst/>
            <a:gdLst>
              <a:gd name="T0" fmla="*/ 491 w 491"/>
              <a:gd name="T1" fmla="*/ 2247 h 2732"/>
              <a:gd name="T2" fmla="*/ 0 w 491"/>
              <a:gd name="T3" fmla="*/ 2732 h 2732"/>
              <a:gd name="T4" fmla="*/ 0 w 491"/>
              <a:gd name="T5" fmla="*/ 486 h 2732"/>
              <a:gd name="T6" fmla="*/ 491 w 491"/>
              <a:gd name="T7" fmla="*/ 0 h 2732"/>
              <a:gd name="T8" fmla="*/ 491 w 491"/>
              <a:gd name="T9" fmla="*/ 2247 h 2732"/>
            </a:gdLst>
            <a:ahLst/>
            <a:cxnLst>
              <a:cxn ang="0">
                <a:pos x="T0" y="T1"/>
              </a:cxn>
              <a:cxn ang="0">
                <a:pos x="T2" y="T3"/>
              </a:cxn>
              <a:cxn ang="0">
                <a:pos x="T4" y="T5"/>
              </a:cxn>
              <a:cxn ang="0">
                <a:pos x="T6" y="T7"/>
              </a:cxn>
              <a:cxn ang="0">
                <a:pos x="T8" y="T9"/>
              </a:cxn>
            </a:cxnLst>
            <a:rect l="0" t="0" r="r" b="b"/>
            <a:pathLst>
              <a:path w="491" h="2732">
                <a:moveTo>
                  <a:pt x="491" y="2247"/>
                </a:moveTo>
                <a:lnTo>
                  <a:pt x="0" y="2732"/>
                </a:lnTo>
                <a:lnTo>
                  <a:pt x="0" y="486"/>
                </a:lnTo>
                <a:lnTo>
                  <a:pt x="491" y="0"/>
                </a:lnTo>
                <a:lnTo>
                  <a:pt x="491" y="224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11" name="Freeform 6">
            <a:extLst>
              <a:ext uri="{FF2B5EF4-FFF2-40B4-BE49-F238E27FC236}">
                <a16:creationId xmlns:a16="http://schemas.microsoft.com/office/drawing/2014/main" id="{298FD7FF-CB14-4A07-B879-0731A18473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H="1">
            <a:off x="783841" y="4214476"/>
            <a:ext cx="369761" cy="1783236"/>
          </a:xfrm>
          <a:custGeom>
            <a:avLst/>
            <a:gdLst>
              <a:gd name="T0" fmla="*/ 414 w 414"/>
              <a:gd name="T1" fmla="*/ 2447 h 2447"/>
              <a:gd name="T2" fmla="*/ 0 w 414"/>
              <a:gd name="T3" fmla="*/ 2247 h 2447"/>
              <a:gd name="T4" fmla="*/ 0 w 414"/>
              <a:gd name="T5" fmla="*/ 0 h 2447"/>
              <a:gd name="T6" fmla="*/ 414 w 414"/>
              <a:gd name="T7" fmla="*/ 200 h 2447"/>
              <a:gd name="T8" fmla="*/ 414 w 414"/>
              <a:gd name="T9" fmla="*/ 2447 h 2447"/>
            </a:gdLst>
            <a:ahLst/>
            <a:cxnLst>
              <a:cxn ang="0">
                <a:pos x="T0" y="T1"/>
              </a:cxn>
              <a:cxn ang="0">
                <a:pos x="T2" y="T3"/>
              </a:cxn>
              <a:cxn ang="0">
                <a:pos x="T4" y="T5"/>
              </a:cxn>
              <a:cxn ang="0">
                <a:pos x="T6" y="T7"/>
              </a:cxn>
              <a:cxn ang="0">
                <a:pos x="T8" y="T9"/>
              </a:cxn>
            </a:cxnLst>
            <a:rect l="0" t="0" r="r" b="b"/>
            <a:pathLst>
              <a:path w="414" h="2447">
                <a:moveTo>
                  <a:pt x="414" y="2447"/>
                </a:moveTo>
                <a:lnTo>
                  <a:pt x="0" y="2247"/>
                </a:lnTo>
                <a:lnTo>
                  <a:pt x="0" y="0"/>
                </a:lnTo>
                <a:lnTo>
                  <a:pt x="414" y="200"/>
                </a:lnTo>
                <a:lnTo>
                  <a:pt x="414" y="244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3" name="Freeform 7">
            <a:extLst>
              <a:ext uri="{FF2B5EF4-FFF2-40B4-BE49-F238E27FC236}">
                <a16:creationId xmlns:a16="http://schemas.microsoft.com/office/drawing/2014/main" id="{CA0D5741-1590-4555-A7A7-DC9B4E2EE4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H="1">
            <a:off x="951746" y="4122185"/>
            <a:ext cx="201857" cy="1727743"/>
          </a:xfrm>
          <a:custGeom>
            <a:avLst/>
            <a:gdLst>
              <a:gd name="T0" fmla="*/ 209 w 209"/>
              <a:gd name="T1" fmla="*/ 2246 h 2358"/>
              <a:gd name="T2" fmla="*/ 0 w 209"/>
              <a:gd name="T3" fmla="*/ 2358 h 2358"/>
              <a:gd name="T4" fmla="*/ 0 w 209"/>
              <a:gd name="T5" fmla="*/ 111 h 2358"/>
              <a:gd name="T6" fmla="*/ 209 w 209"/>
              <a:gd name="T7" fmla="*/ 0 h 2358"/>
              <a:gd name="T8" fmla="*/ 209 w 209"/>
              <a:gd name="T9" fmla="*/ 2246 h 2358"/>
            </a:gdLst>
            <a:ahLst/>
            <a:cxnLst>
              <a:cxn ang="0">
                <a:pos x="T0" y="T1"/>
              </a:cxn>
              <a:cxn ang="0">
                <a:pos x="T2" y="T3"/>
              </a:cxn>
              <a:cxn ang="0">
                <a:pos x="T4" y="T5"/>
              </a:cxn>
              <a:cxn ang="0">
                <a:pos x="T6" y="T7"/>
              </a:cxn>
              <a:cxn ang="0">
                <a:pos x="T8" y="T9"/>
              </a:cxn>
            </a:cxnLst>
            <a:rect l="0" t="0" r="r" b="b"/>
            <a:pathLst>
              <a:path w="209" h="2358">
                <a:moveTo>
                  <a:pt x="209" y="2246"/>
                </a:moveTo>
                <a:lnTo>
                  <a:pt x="0" y="2358"/>
                </a:lnTo>
                <a:lnTo>
                  <a:pt x="0" y="111"/>
                </a:lnTo>
                <a:lnTo>
                  <a:pt x="209" y="0"/>
                </a:lnTo>
                <a:lnTo>
                  <a:pt x="209" y="2246"/>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6">
            <a:extLst>
              <a:ext uri="{FF2B5EF4-FFF2-40B4-BE49-F238E27FC236}">
                <a16:creationId xmlns:a16="http://schemas.microsoft.com/office/drawing/2014/main" id="{3E9C0339-B0D3-40BA-96EF-3C1DB738AE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8726820" y="4214476"/>
            <a:ext cx="339126" cy="1783236"/>
          </a:xfrm>
          <a:custGeom>
            <a:avLst/>
            <a:gdLst>
              <a:gd name="T0" fmla="*/ 414 w 414"/>
              <a:gd name="T1" fmla="*/ 2447 h 2447"/>
              <a:gd name="T2" fmla="*/ 0 w 414"/>
              <a:gd name="T3" fmla="*/ 2247 h 2447"/>
              <a:gd name="T4" fmla="*/ 0 w 414"/>
              <a:gd name="T5" fmla="*/ 0 h 2447"/>
              <a:gd name="T6" fmla="*/ 414 w 414"/>
              <a:gd name="T7" fmla="*/ 200 h 2447"/>
              <a:gd name="T8" fmla="*/ 414 w 414"/>
              <a:gd name="T9" fmla="*/ 2447 h 2447"/>
            </a:gdLst>
            <a:ahLst/>
            <a:cxnLst>
              <a:cxn ang="0">
                <a:pos x="T0" y="T1"/>
              </a:cxn>
              <a:cxn ang="0">
                <a:pos x="T2" y="T3"/>
              </a:cxn>
              <a:cxn ang="0">
                <a:pos x="T4" y="T5"/>
              </a:cxn>
              <a:cxn ang="0">
                <a:pos x="T6" y="T7"/>
              </a:cxn>
              <a:cxn ang="0">
                <a:pos x="T8" y="T9"/>
              </a:cxn>
            </a:cxnLst>
            <a:rect l="0" t="0" r="r" b="b"/>
            <a:pathLst>
              <a:path w="414" h="2447">
                <a:moveTo>
                  <a:pt x="414" y="2447"/>
                </a:moveTo>
                <a:lnTo>
                  <a:pt x="0" y="2247"/>
                </a:lnTo>
                <a:lnTo>
                  <a:pt x="0" y="0"/>
                </a:lnTo>
                <a:lnTo>
                  <a:pt x="414" y="200"/>
                </a:lnTo>
                <a:lnTo>
                  <a:pt x="414" y="244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7" name="Freeform 7">
            <a:extLst>
              <a:ext uri="{FF2B5EF4-FFF2-40B4-BE49-F238E27FC236}">
                <a16:creationId xmlns:a16="http://schemas.microsoft.com/office/drawing/2014/main" id="{A4B9A42A-C5B8-4470-8743-670E344205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8728739" y="4122186"/>
            <a:ext cx="201857" cy="1727743"/>
          </a:xfrm>
          <a:custGeom>
            <a:avLst/>
            <a:gdLst>
              <a:gd name="T0" fmla="*/ 209 w 209"/>
              <a:gd name="T1" fmla="*/ 2246 h 2358"/>
              <a:gd name="T2" fmla="*/ 0 w 209"/>
              <a:gd name="T3" fmla="*/ 2358 h 2358"/>
              <a:gd name="T4" fmla="*/ 0 w 209"/>
              <a:gd name="T5" fmla="*/ 111 h 2358"/>
              <a:gd name="T6" fmla="*/ 209 w 209"/>
              <a:gd name="T7" fmla="*/ 0 h 2358"/>
              <a:gd name="T8" fmla="*/ 209 w 209"/>
              <a:gd name="T9" fmla="*/ 2246 h 2358"/>
            </a:gdLst>
            <a:ahLst/>
            <a:cxnLst>
              <a:cxn ang="0">
                <a:pos x="T0" y="T1"/>
              </a:cxn>
              <a:cxn ang="0">
                <a:pos x="T2" y="T3"/>
              </a:cxn>
              <a:cxn ang="0">
                <a:pos x="T4" y="T5"/>
              </a:cxn>
              <a:cxn ang="0">
                <a:pos x="T6" y="T7"/>
              </a:cxn>
              <a:cxn ang="0">
                <a:pos x="T8" y="T9"/>
              </a:cxn>
            </a:cxnLst>
            <a:rect l="0" t="0" r="r" b="b"/>
            <a:pathLst>
              <a:path w="209" h="2358">
                <a:moveTo>
                  <a:pt x="209" y="2246"/>
                </a:moveTo>
                <a:lnTo>
                  <a:pt x="0" y="2358"/>
                </a:lnTo>
                <a:lnTo>
                  <a:pt x="0" y="111"/>
                </a:lnTo>
                <a:lnTo>
                  <a:pt x="209" y="0"/>
                </a:lnTo>
                <a:lnTo>
                  <a:pt x="209" y="2246"/>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9" name="Rectangle 8">
            <a:extLst>
              <a:ext uri="{FF2B5EF4-FFF2-40B4-BE49-F238E27FC236}">
                <a16:creationId xmlns:a16="http://schemas.microsoft.com/office/drawing/2014/main" id="{EDB12AFC-55F8-4AE8-9351-0F38D0C5DD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951447" y="4122187"/>
            <a:ext cx="7978524" cy="164787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21" name="Rectangle 8">
            <a:extLst>
              <a:ext uri="{FF2B5EF4-FFF2-40B4-BE49-F238E27FC236}">
                <a16:creationId xmlns:a16="http://schemas.microsoft.com/office/drawing/2014/main" id="{C58506DD-7B3D-4594-846B-F78590BE9F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9065946" y="4356608"/>
            <a:ext cx="3122079" cy="1641104"/>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460290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10">
            <a:extLst>
              <a:ext uri="{FF2B5EF4-FFF2-40B4-BE49-F238E27FC236}">
                <a16:creationId xmlns:a16="http://schemas.microsoft.com/office/drawing/2014/main" id="{B5FA7C47-B7C1-4D2E-AB49-ED23BA34BA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6">
            <a:extLst>
              <a:ext uri="{FF2B5EF4-FFF2-40B4-BE49-F238E27FC236}">
                <a16:creationId xmlns:a16="http://schemas.microsoft.com/office/drawing/2014/main" id="{596EE156-ABF1-4329-A6BA-03B4254E08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H="1">
            <a:off x="521144" y="911116"/>
            <a:ext cx="687754" cy="5710965"/>
          </a:xfrm>
          <a:custGeom>
            <a:avLst/>
            <a:gdLst>
              <a:gd name="T0" fmla="*/ 414 w 414"/>
              <a:gd name="T1" fmla="*/ 2447 h 2447"/>
              <a:gd name="T2" fmla="*/ 0 w 414"/>
              <a:gd name="T3" fmla="*/ 2247 h 2447"/>
              <a:gd name="T4" fmla="*/ 0 w 414"/>
              <a:gd name="T5" fmla="*/ 0 h 2447"/>
              <a:gd name="T6" fmla="*/ 414 w 414"/>
              <a:gd name="T7" fmla="*/ 200 h 2447"/>
              <a:gd name="T8" fmla="*/ 414 w 414"/>
              <a:gd name="T9" fmla="*/ 2447 h 2447"/>
            </a:gdLst>
            <a:ahLst/>
            <a:cxnLst>
              <a:cxn ang="0">
                <a:pos x="T0" y="T1"/>
              </a:cxn>
              <a:cxn ang="0">
                <a:pos x="T2" y="T3"/>
              </a:cxn>
              <a:cxn ang="0">
                <a:pos x="T4" y="T5"/>
              </a:cxn>
              <a:cxn ang="0">
                <a:pos x="T6" y="T7"/>
              </a:cxn>
              <a:cxn ang="0">
                <a:pos x="T8" y="T9"/>
              </a:cxn>
            </a:cxnLst>
            <a:rect l="0" t="0" r="r" b="b"/>
            <a:pathLst>
              <a:path w="414" h="2447">
                <a:moveTo>
                  <a:pt x="414" y="2447"/>
                </a:moveTo>
                <a:lnTo>
                  <a:pt x="0" y="2247"/>
                </a:lnTo>
                <a:lnTo>
                  <a:pt x="0" y="0"/>
                </a:lnTo>
                <a:lnTo>
                  <a:pt x="414" y="200"/>
                </a:lnTo>
                <a:lnTo>
                  <a:pt x="414" y="244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9" name="Rectangle 8">
            <a:extLst>
              <a:ext uri="{FF2B5EF4-FFF2-40B4-BE49-F238E27FC236}">
                <a16:creationId xmlns:a16="http://schemas.microsoft.com/office/drawing/2014/main" id="{19B9933F-AAB3-444A-8BB5-9CA194A8BC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H="1">
            <a:off x="0" y="1370435"/>
            <a:ext cx="527226" cy="5251646"/>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10" name="Freeform 7">
            <a:extLst>
              <a:ext uri="{FF2B5EF4-FFF2-40B4-BE49-F238E27FC236}">
                <a16:creationId xmlns:a16="http://schemas.microsoft.com/office/drawing/2014/main" id="{7D20183A-0B1D-4A1F-89B1-ADBEDBC6E5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H="1">
            <a:off x="800164" y="643467"/>
            <a:ext cx="409371" cy="5521414"/>
          </a:xfrm>
          <a:custGeom>
            <a:avLst/>
            <a:gdLst>
              <a:gd name="T0" fmla="*/ 209 w 209"/>
              <a:gd name="T1" fmla="*/ 2246 h 2358"/>
              <a:gd name="T2" fmla="*/ 0 w 209"/>
              <a:gd name="T3" fmla="*/ 2358 h 2358"/>
              <a:gd name="T4" fmla="*/ 0 w 209"/>
              <a:gd name="T5" fmla="*/ 111 h 2358"/>
              <a:gd name="T6" fmla="*/ 209 w 209"/>
              <a:gd name="T7" fmla="*/ 0 h 2358"/>
              <a:gd name="T8" fmla="*/ 209 w 209"/>
              <a:gd name="T9" fmla="*/ 2246 h 2358"/>
            </a:gdLst>
            <a:ahLst/>
            <a:cxnLst>
              <a:cxn ang="0">
                <a:pos x="T0" y="T1"/>
              </a:cxn>
              <a:cxn ang="0">
                <a:pos x="T2" y="T3"/>
              </a:cxn>
              <a:cxn ang="0">
                <a:pos x="T4" y="T5"/>
              </a:cxn>
              <a:cxn ang="0">
                <a:pos x="T6" y="T7"/>
              </a:cxn>
              <a:cxn ang="0">
                <a:pos x="T8" y="T9"/>
              </a:cxn>
            </a:cxnLst>
            <a:rect l="0" t="0" r="r" b="b"/>
            <a:pathLst>
              <a:path w="209" h="2358">
                <a:moveTo>
                  <a:pt x="209" y="2246"/>
                </a:moveTo>
                <a:lnTo>
                  <a:pt x="0" y="2358"/>
                </a:lnTo>
                <a:lnTo>
                  <a:pt x="0" y="111"/>
                </a:lnTo>
                <a:lnTo>
                  <a:pt x="209" y="0"/>
                </a:lnTo>
                <a:lnTo>
                  <a:pt x="209" y="2246"/>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9" name="Rectangle 8">
            <a:extLst>
              <a:ext uri="{FF2B5EF4-FFF2-40B4-BE49-F238E27FC236}">
                <a16:creationId xmlns:a16="http://schemas.microsoft.com/office/drawing/2014/main" id="{131031D3-26CD-4214-A9A4-5857EFA15A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795529" y="644382"/>
            <a:ext cx="3856024" cy="5251646"/>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5" name="Titre 1">
            <a:extLst>
              <a:ext uri="{FF2B5EF4-FFF2-40B4-BE49-F238E27FC236}">
                <a16:creationId xmlns:a16="http://schemas.microsoft.com/office/drawing/2014/main" id="{C23FC526-C02D-43AC-ADA3-DC2B93BFB659}"/>
              </a:ext>
            </a:extLst>
          </p:cNvPr>
          <p:cNvSpPr>
            <a:spLocks noGrp="1"/>
          </p:cNvSpPr>
          <p:nvPr>
            <p:ph type="title"/>
          </p:nvPr>
        </p:nvSpPr>
        <p:spPr>
          <a:xfrm>
            <a:off x="1146879" y="998002"/>
            <a:ext cx="3182940" cy="1471959"/>
          </a:xfrm>
        </p:spPr>
        <p:txBody>
          <a:bodyPr>
            <a:normAutofit/>
          </a:bodyPr>
          <a:lstStyle/>
          <a:p>
            <a:r>
              <a:rPr lang="fr-FR" sz="3300">
                <a:solidFill>
                  <a:srgbClr val="FFFFFF"/>
                </a:solidFill>
              </a:rPr>
              <a:t>Outils utilisé lors du lancement de l’application</a:t>
            </a:r>
          </a:p>
        </p:txBody>
      </p:sp>
      <p:sp>
        <p:nvSpPr>
          <p:cNvPr id="4" name="Espace réservé du contenu 2">
            <a:extLst>
              <a:ext uri="{FF2B5EF4-FFF2-40B4-BE49-F238E27FC236}">
                <a16:creationId xmlns:a16="http://schemas.microsoft.com/office/drawing/2014/main" id="{EF5966F0-57E0-4D14-BA16-4D024ADDF297}"/>
              </a:ext>
            </a:extLst>
          </p:cNvPr>
          <p:cNvSpPr>
            <a:spLocks noGrp="1"/>
          </p:cNvSpPr>
          <p:nvPr>
            <p:ph idx="1"/>
          </p:nvPr>
        </p:nvSpPr>
        <p:spPr>
          <a:xfrm>
            <a:off x="1139635" y="2823581"/>
            <a:ext cx="3200451" cy="2708509"/>
          </a:xfrm>
        </p:spPr>
        <p:txBody>
          <a:bodyPr anchor="t">
            <a:normAutofit/>
          </a:bodyPr>
          <a:lstStyle/>
          <a:p>
            <a:pPr>
              <a:spcAft>
                <a:spcPts val="800"/>
              </a:spcAft>
            </a:pPr>
            <a:r>
              <a:rPr lang="fr-FR" sz="2400" dirty="0">
                <a:solidFill>
                  <a:srgbClr val="FEFFFF"/>
                </a:solidFill>
                <a:effectLst/>
                <a:latin typeface="Calibri" panose="020F0502020204030204" pitchFamily="34" charset="0"/>
                <a:ea typeface="Calibri" panose="020F0502020204030204" pitchFamily="34" charset="0"/>
                <a:cs typeface="Calibri" panose="020F0502020204030204" pitchFamily="34" charset="0"/>
              </a:rPr>
              <a:t>-Office 365 Use</a:t>
            </a:r>
            <a:endParaRPr lang="fr-FR" sz="2400" dirty="0">
              <a:solidFill>
                <a:srgbClr val="FEFFFF"/>
              </a:solidFill>
              <a:effectLst/>
              <a:latin typeface="Calibri" panose="020F0502020204030204" pitchFamily="34" charset="0"/>
              <a:ea typeface="Calibri" panose="020F0502020204030204" pitchFamily="34" charset="0"/>
              <a:cs typeface="Times New Roman" panose="02020603050405020304" pitchFamily="18" charset="0"/>
            </a:endParaRPr>
          </a:p>
          <a:p>
            <a:pPr>
              <a:spcAft>
                <a:spcPts val="800"/>
              </a:spcAft>
            </a:pPr>
            <a:r>
              <a:rPr lang="fr-FR" sz="2400" dirty="0">
                <a:solidFill>
                  <a:srgbClr val="FEFFFF"/>
                </a:solidFill>
                <a:effectLst/>
                <a:latin typeface="Calibri" panose="020F0502020204030204" pitchFamily="34" charset="0"/>
                <a:ea typeface="Calibri" panose="020F0502020204030204" pitchFamily="34" charset="0"/>
                <a:cs typeface="Calibri" panose="020F0502020204030204" pitchFamily="34" charset="0"/>
              </a:rPr>
              <a:t>-SharePoint</a:t>
            </a:r>
            <a:endParaRPr lang="fr-FR" sz="2400" dirty="0">
              <a:solidFill>
                <a:srgbClr val="FEFFFF"/>
              </a:solidFill>
              <a:effectLst/>
              <a:latin typeface="Calibri" panose="020F0502020204030204" pitchFamily="34" charset="0"/>
              <a:ea typeface="Calibri" panose="020F0502020204030204" pitchFamily="34" charset="0"/>
              <a:cs typeface="Times New Roman" panose="02020603050405020304" pitchFamily="18" charset="0"/>
            </a:endParaRPr>
          </a:p>
          <a:p>
            <a:pPr>
              <a:spcAft>
                <a:spcPts val="800"/>
              </a:spcAft>
            </a:pPr>
            <a:r>
              <a:rPr lang="fr-FR" sz="2400" dirty="0">
                <a:solidFill>
                  <a:srgbClr val="FEFFFF"/>
                </a:solidFill>
                <a:effectLst/>
                <a:latin typeface="Calibri" panose="020F0502020204030204" pitchFamily="34" charset="0"/>
                <a:ea typeface="Calibri" panose="020F0502020204030204" pitchFamily="34" charset="0"/>
                <a:cs typeface="Calibri" panose="020F0502020204030204" pitchFamily="34" charset="0"/>
              </a:rPr>
              <a:t>-Power Automate</a:t>
            </a:r>
            <a:endParaRPr lang="fr-FR" sz="2400" dirty="0">
              <a:solidFill>
                <a:srgbClr val="FEFFFF"/>
              </a:solidFill>
            </a:endParaRPr>
          </a:p>
        </p:txBody>
      </p:sp>
      <p:pic>
        <p:nvPicPr>
          <p:cNvPr id="18" name="Image 17">
            <a:extLst>
              <a:ext uri="{FF2B5EF4-FFF2-40B4-BE49-F238E27FC236}">
                <a16:creationId xmlns:a16="http://schemas.microsoft.com/office/drawing/2014/main" id="{380DCEE6-C998-48EE-8991-E4093E1258A8}"/>
              </a:ext>
            </a:extLst>
          </p:cNvPr>
          <p:cNvPicPr>
            <a:picLocks noChangeAspect="1"/>
          </p:cNvPicPr>
          <p:nvPr/>
        </p:nvPicPr>
        <p:blipFill rotWithShape="1">
          <a:blip r:embed="rId2">
            <a:extLst>
              <a:ext uri="{28A0092B-C50C-407E-A947-70E740481C1C}">
                <a14:useLocalDpi xmlns:a14="http://schemas.microsoft.com/office/drawing/2010/main" val="0"/>
              </a:ext>
            </a:extLst>
          </a:blip>
          <a:srcRect l="11012" r="11245" b="-17"/>
          <a:stretch/>
        </p:blipFill>
        <p:spPr>
          <a:xfrm>
            <a:off x="5996542" y="2414084"/>
            <a:ext cx="1996391" cy="1712242"/>
          </a:xfrm>
          <a:custGeom>
            <a:avLst/>
            <a:gdLst/>
            <a:ahLst/>
            <a:cxnLst/>
            <a:rect l="l" t="t" r="r" b="b"/>
            <a:pathLst>
              <a:path w="3178912" h="2726454">
                <a:moveTo>
                  <a:pt x="1837818" y="0"/>
                </a:moveTo>
                <a:cubicBezTo>
                  <a:pt x="2345318" y="0"/>
                  <a:pt x="2804772" y="205705"/>
                  <a:pt x="3137352" y="538285"/>
                </a:cubicBezTo>
                <a:lnTo>
                  <a:pt x="3178912" y="584013"/>
                </a:lnTo>
                <a:lnTo>
                  <a:pt x="3178912" y="2726454"/>
                </a:lnTo>
                <a:lnTo>
                  <a:pt x="229483" y="2726454"/>
                </a:lnTo>
                <a:lnTo>
                  <a:pt x="221815" y="2713832"/>
                </a:lnTo>
                <a:cubicBezTo>
                  <a:pt x="80353" y="2453425"/>
                  <a:pt x="0" y="2155005"/>
                  <a:pt x="0" y="1837818"/>
                </a:cubicBezTo>
                <a:cubicBezTo>
                  <a:pt x="0" y="822819"/>
                  <a:pt x="822819" y="0"/>
                  <a:pt x="1837818" y="0"/>
                </a:cubicBezTo>
                <a:close/>
              </a:path>
            </a:pathLst>
          </a:custGeom>
        </p:spPr>
      </p:pic>
      <p:pic>
        <p:nvPicPr>
          <p:cNvPr id="20" name="Picture 4" descr="Microsoft Teams Logo: valor, história, PNG">
            <a:extLst>
              <a:ext uri="{FF2B5EF4-FFF2-40B4-BE49-F238E27FC236}">
                <a16:creationId xmlns:a16="http://schemas.microsoft.com/office/drawing/2014/main" id="{0C2F73D8-C60C-42FC-9E68-D094A7C7330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6068" r="16853" b="2"/>
          <a:stretch/>
        </p:blipFill>
        <p:spPr bwMode="auto">
          <a:xfrm>
            <a:off x="11391836" y="5801857"/>
            <a:ext cx="541140" cy="528509"/>
          </a:xfrm>
          <a:custGeom>
            <a:avLst/>
            <a:gdLst/>
            <a:ahLst/>
            <a:cxnLst/>
            <a:rect l="l" t="t" r="r" b="b"/>
            <a:pathLst>
              <a:path w="3913376" h="3281569">
                <a:moveTo>
                  <a:pt x="267865" y="0"/>
                </a:moveTo>
                <a:lnTo>
                  <a:pt x="3913376" y="0"/>
                </a:lnTo>
                <a:lnTo>
                  <a:pt x="3913376" y="2499938"/>
                </a:lnTo>
                <a:lnTo>
                  <a:pt x="3794714" y="2630499"/>
                </a:lnTo>
                <a:cubicBezTo>
                  <a:pt x="3392450" y="3032763"/>
                  <a:pt x="2836727" y="3281569"/>
                  <a:pt x="2222892" y="3281569"/>
                </a:cubicBezTo>
                <a:cubicBezTo>
                  <a:pt x="995223" y="3281569"/>
                  <a:pt x="0" y="2286346"/>
                  <a:pt x="0" y="1058677"/>
                </a:cubicBezTo>
                <a:cubicBezTo>
                  <a:pt x="0" y="751760"/>
                  <a:pt x="62202" y="459370"/>
                  <a:pt x="174686" y="193427"/>
                </a:cubicBezTo>
                <a:close/>
              </a:path>
            </a:pathLst>
          </a:custGeom>
          <a:noFill/>
          <a:extLst>
            <a:ext uri="{909E8E84-426E-40DD-AFC4-6F175D3DCCD1}">
              <a14:hiddenFill xmlns:a14="http://schemas.microsoft.com/office/drawing/2010/main">
                <a:solidFill>
                  <a:srgbClr val="FFFFFF"/>
                </a:solidFill>
              </a14:hiddenFill>
            </a:ext>
          </a:extLst>
        </p:spPr>
      </p:pic>
      <p:pic>
        <p:nvPicPr>
          <p:cNvPr id="21" name="Espace réservé pour une image  5" descr="Window">
            <a:extLst>
              <a:ext uri="{FF2B5EF4-FFF2-40B4-BE49-F238E27FC236}">
                <a16:creationId xmlns:a16="http://schemas.microsoft.com/office/drawing/2014/main" id="{456CFF5A-4A91-4902-985B-3CB2BEA9EC61}"/>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a:xfrm>
            <a:off x="4881718" y="2823581"/>
            <a:ext cx="921448" cy="921448"/>
          </a:xfrm>
          <a:prstGeom prst="rect">
            <a:avLst/>
          </a:prstGeom>
        </p:spPr>
      </p:pic>
      <p:pic>
        <p:nvPicPr>
          <p:cNvPr id="22" name="Image 21">
            <a:extLst>
              <a:ext uri="{FF2B5EF4-FFF2-40B4-BE49-F238E27FC236}">
                <a16:creationId xmlns:a16="http://schemas.microsoft.com/office/drawing/2014/main" id="{A133FEDC-24FA-42BC-B860-B85BF7C0788D}"/>
              </a:ext>
            </a:extLst>
          </p:cNvPr>
          <p:cNvPicPr>
            <a:picLocks noChangeAspect="1"/>
          </p:cNvPicPr>
          <p:nvPr/>
        </p:nvPicPr>
        <p:blipFill rotWithShape="1">
          <a:blip r:embed="rId5">
            <a:extLst>
              <a:ext uri="{28A0092B-C50C-407E-A947-70E740481C1C}">
                <a14:useLocalDpi xmlns:a14="http://schemas.microsoft.com/office/drawing/2010/main" val="0"/>
              </a:ext>
            </a:extLst>
          </a:blip>
          <a:srcRect/>
          <a:stretch/>
        </p:blipFill>
        <p:spPr>
          <a:xfrm>
            <a:off x="9891475" y="5746538"/>
            <a:ext cx="854696" cy="632058"/>
          </a:xfrm>
          <a:custGeom>
            <a:avLst/>
            <a:gdLst/>
            <a:ahLst/>
            <a:cxnLst/>
            <a:rect l="l" t="t" r="r" b="b"/>
            <a:pathLst>
              <a:path w="1956816" h="1956816">
                <a:moveTo>
                  <a:pt x="978408" y="0"/>
                </a:moveTo>
                <a:cubicBezTo>
                  <a:pt x="1518768" y="0"/>
                  <a:pt x="1956816" y="438048"/>
                  <a:pt x="1956816" y="978408"/>
                </a:cubicBezTo>
                <a:cubicBezTo>
                  <a:pt x="1956816" y="1518768"/>
                  <a:pt x="1518768" y="1956816"/>
                  <a:pt x="978408" y="1956816"/>
                </a:cubicBezTo>
                <a:cubicBezTo>
                  <a:pt x="438048" y="1956816"/>
                  <a:pt x="0" y="1518768"/>
                  <a:pt x="0" y="978408"/>
                </a:cubicBezTo>
                <a:cubicBezTo>
                  <a:pt x="0" y="438048"/>
                  <a:pt x="438048" y="0"/>
                  <a:pt x="978408" y="0"/>
                </a:cubicBezTo>
                <a:close/>
              </a:path>
            </a:pathLst>
          </a:custGeom>
        </p:spPr>
      </p:pic>
      <p:pic>
        <p:nvPicPr>
          <p:cNvPr id="23" name="Image 22">
            <a:extLst>
              <a:ext uri="{FF2B5EF4-FFF2-40B4-BE49-F238E27FC236}">
                <a16:creationId xmlns:a16="http://schemas.microsoft.com/office/drawing/2014/main" id="{6EAB9C7E-0F3E-4596-94B0-00F3CEF36C54}"/>
              </a:ext>
            </a:extLst>
          </p:cNvPr>
          <p:cNvPicPr>
            <a:picLocks noChangeAspect="1"/>
          </p:cNvPicPr>
          <p:nvPr/>
        </p:nvPicPr>
        <p:blipFill rotWithShape="1">
          <a:blip r:embed="rId6">
            <a:extLst>
              <a:ext uri="{28A0092B-C50C-407E-A947-70E740481C1C}">
                <a14:useLocalDpi xmlns:a14="http://schemas.microsoft.com/office/drawing/2010/main" val="0"/>
              </a:ext>
            </a:extLst>
          </a:blip>
          <a:srcRect l="4738" r="40014" b="3"/>
          <a:stretch/>
        </p:blipFill>
        <p:spPr>
          <a:xfrm>
            <a:off x="10573784" y="5850087"/>
            <a:ext cx="687754" cy="528509"/>
          </a:xfrm>
          <a:custGeom>
            <a:avLst/>
            <a:gdLst/>
            <a:ahLst/>
            <a:cxnLst/>
            <a:rect l="l" t="t" r="r" b="b"/>
            <a:pathLst>
              <a:path w="2834640" h="2834640">
                <a:moveTo>
                  <a:pt x="1417320" y="0"/>
                </a:moveTo>
                <a:cubicBezTo>
                  <a:pt x="2200084" y="0"/>
                  <a:pt x="2834640" y="634556"/>
                  <a:pt x="2834640" y="1417320"/>
                </a:cubicBezTo>
                <a:cubicBezTo>
                  <a:pt x="2834640" y="2200084"/>
                  <a:pt x="2200084" y="2834640"/>
                  <a:pt x="1417320" y="2834640"/>
                </a:cubicBezTo>
                <a:cubicBezTo>
                  <a:pt x="634556" y="2834640"/>
                  <a:pt x="0" y="2200084"/>
                  <a:pt x="0" y="1417320"/>
                </a:cubicBezTo>
                <a:cubicBezTo>
                  <a:pt x="0" y="634556"/>
                  <a:pt x="634556" y="0"/>
                  <a:pt x="1417320" y="0"/>
                </a:cubicBezTo>
                <a:close/>
              </a:path>
            </a:pathLst>
          </a:custGeom>
        </p:spPr>
      </p:pic>
      <p:pic>
        <p:nvPicPr>
          <p:cNvPr id="11" name="Image 10">
            <a:extLst>
              <a:ext uri="{FF2B5EF4-FFF2-40B4-BE49-F238E27FC236}">
                <a16:creationId xmlns:a16="http://schemas.microsoft.com/office/drawing/2014/main" id="{72FF755B-7C87-431C-AA38-508215BB0641}"/>
              </a:ext>
            </a:extLst>
          </p:cNvPr>
          <p:cNvPicPr>
            <a:picLocks noChangeAspect="1"/>
          </p:cNvPicPr>
          <p:nvPr/>
        </p:nvPicPr>
        <p:blipFill>
          <a:blip r:embed="rId7"/>
          <a:stretch>
            <a:fillRect/>
          </a:stretch>
        </p:blipFill>
        <p:spPr>
          <a:xfrm>
            <a:off x="7845937" y="2633566"/>
            <a:ext cx="1490843" cy="1111463"/>
          </a:xfrm>
          <a:prstGeom prst="rect">
            <a:avLst/>
          </a:prstGeom>
        </p:spPr>
      </p:pic>
    </p:spTree>
    <p:extLst>
      <p:ext uri="{BB962C8B-B14F-4D97-AF65-F5344CB8AC3E}">
        <p14:creationId xmlns:p14="http://schemas.microsoft.com/office/powerpoint/2010/main" val="31454397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B5FA7C47-B7C1-4D2E-AB49-ED23BA34BA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6">
            <a:extLst>
              <a:ext uri="{FF2B5EF4-FFF2-40B4-BE49-F238E27FC236}">
                <a16:creationId xmlns:a16="http://schemas.microsoft.com/office/drawing/2014/main" id="{596EE156-ABF1-4329-A6BA-03B4254E08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H="1">
            <a:off x="521144" y="911116"/>
            <a:ext cx="687754" cy="5710965"/>
          </a:xfrm>
          <a:custGeom>
            <a:avLst/>
            <a:gdLst>
              <a:gd name="T0" fmla="*/ 414 w 414"/>
              <a:gd name="T1" fmla="*/ 2447 h 2447"/>
              <a:gd name="T2" fmla="*/ 0 w 414"/>
              <a:gd name="T3" fmla="*/ 2247 h 2447"/>
              <a:gd name="T4" fmla="*/ 0 w 414"/>
              <a:gd name="T5" fmla="*/ 0 h 2447"/>
              <a:gd name="T6" fmla="*/ 414 w 414"/>
              <a:gd name="T7" fmla="*/ 200 h 2447"/>
              <a:gd name="T8" fmla="*/ 414 w 414"/>
              <a:gd name="T9" fmla="*/ 2447 h 2447"/>
            </a:gdLst>
            <a:ahLst/>
            <a:cxnLst>
              <a:cxn ang="0">
                <a:pos x="T0" y="T1"/>
              </a:cxn>
              <a:cxn ang="0">
                <a:pos x="T2" y="T3"/>
              </a:cxn>
              <a:cxn ang="0">
                <a:pos x="T4" y="T5"/>
              </a:cxn>
              <a:cxn ang="0">
                <a:pos x="T6" y="T7"/>
              </a:cxn>
              <a:cxn ang="0">
                <a:pos x="T8" y="T9"/>
              </a:cxn>
            </a:cxnLst>
            <a:rect l="0" t="0" r="r" b="b"/>
            <a:pathLst>
              <a:path w="414" h="2447">
                <a:moveTo>
                  <a:pt x="414" y="2447"/>
                </a:moveTo>
                <a:lnTo>
                  <a:pt x="0" y="2247"/>
                </a:lnTo>
                <a:lnTo>
                  <a:pt x="0" y="0"/>
                </a:lnTo>
                <a:lnTo>
                  <a:pt x="414" y="200"/>
                </a:lnTo>
                <a:lnTo>
                  <a:pt x="414" y="244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1" name="Rectangle 8">
            <a:extLst>
              <a:ext uri="{FF2B5EF4-FFF2-40B4-BE49-F238E27FC236}">
                <a16:creationId xmlns:a16="http://schemas.microsoft.com/office/drawing/2014/main" id="{19B9933F-AAB3-444A-8BB5-9CA194A8BC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H="1">
            <a:off x="0" y="1370435"/>
            <a:ext cx="527226" cy="5251646"/>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23" name="Freeform 7">
            <a:extLst>
              <a:ext uri="{FF2B5EF4-FFF2-40B4-BE49-F238E27FC236}">
                <a16:creationId xmlns:a16="http://schemas.microsoft.com/office/drawing/2014/main" id="{7D20183A-0B1D-4A1F-89B1-ADBEDBC6E5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H="1">
            <a:off x="800164" y="643467"/>
            <a:ext cx="409371" cy="5521414"/>
          </a:xfrm>
          <a:custGeom>
            <a:avLst/>
            <a:gdLst>
              <a:gd name="T0" fmla="*/ 209 w 209"/>
              <a:gd name="T1" fmla="*/ 2246 h 2358"/>
              <a:gd name="T2" fmla="*/ 0 w 209"/>
              <a:gd name="T3" fmla="*/ 2358 h 2358"/>
              <a:gd name="T4" fmla="*/ 0 w 209"/>
              <a:gd name="T5" fmla="*/ 111 h 2358"/>
              <a:gd name="T6" fmla="*/ 209 w 209"/>
              <a:gd name="T7" fmla="*/ 0 h 2358"/>
              <a:gd name="T8" fmla="*/ 209 w 209"/>
              <a:gd name="T9" fmla="*/ 2246 h 2358"/>
            </a:gdLst>
            <a:ahLst/>
            <a:cxnLst>
              <a:cxn ang="0">
                <a:pos x="T0" y="T1"/>
              </a:cxn>
              <a:cxn ang="0">
                <a:pos x="T2" y="T3"/>
              </a:cxn>
              <a:cxn ang="0">
                <a:pos x="T4" y="T5"/>
              </a:cxn>
              <a:cxn ang="0">
                <a:pos x="T6" y="T7"/>
              </a:cxn>
              <a:cxn ang="0">
                <a:pos x="T8" y="T9"/>
              </a:cxn>
            </a:cxnLst>
            <a:rect l="0" t="0" r="r" b="b"/>
            <a:pathLst>
              <a:path w="209" h="2358">
                <a:moveTo>
                  <a:pt x="209" y="2246"/>
                </a:moveTo>
                <a:lnTo>
                  <a:pt x="0" y="2358"/>
                </a:lnTo>
                <a:lnTo>
                  <a:pt x="0" y="111"/>
                </a:lnTo>
                <a:lnTo>
                  <a:pt x="209" y="0"/>
                </a:lnTo>
                <a:lnTo>
                  <a:pt x="209" y="2246"/>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5" name="Rectangle 8">
            <a:extLst>
              <a:ext uri="{FF2B5EF4-FFF2-40B4-BE49-F238E27FC236}">
                <a16:creationId xmlns:a16="http://schemas.microsoft.com/office/drawing/2014/main" id="{131031D3-26CD-4214-A9A4-5857EFA15A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795529" y="644382"/>
            <a:ext cx="3856024" cy="5251646"/>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8" name="Content Placeholder 7">
            <a:extLst>
              <a:ext uri="{FF2B5EF4-FFF2-40B4-BE49-F238E27FC236}">
                <a16:creationId xmlns:a16="http://schemas.microsoft.com/office/drawing/2014/main" id="{8112821A-1597-FC51-DBAE-9940774E5C66}"/>
              </a:ext>
            </a:extLst>
          </p:cNvPr>
          <p:cNvSpPr>
            <a:spLocks noGrp="1"/>
          </p:cNvSpPr>
          <p:nvPr>
            <p:ph idx="1"/>
          </p:nvPr>
        </p:nvSpPr>
        <p:spPr>
          <a:xfrm>
            <a:off x="1139635" y="2546161"/>
            <a:ext cx="3200451" cy="2985929"/>
          </a:xfrm>
        </p:spPr>
        <p:txBody>
          <a:bodyPr anchor="t">
            <a:normAutofit/>
          </a:bodyPr>
          <a:lstStyle/>
          <a:p>
            <a:pPr marL="0" indent="0">
              <a:buNone/>
            </a:pPr>
            <a:r>
              <a:rPr lang="en-US" sz="2400" b="1">
                <a:solidFill>
                  <a:srgbClr val="FEFFFF"/>
                </a:solidFill>
              </a:rPr>
              <a:t>Diagramme des Liaisons entre Les Listes et Power Automate</a:t>
            </a:r>
          </a:p>
        </p:txBody>
      </p:sp>
      <p:sp>
        <p:nvSpPr>
          <p:cNvPr id="2" name="Ellipse 1">
            <a:extLst>
              <a:ext uri="{FF2B5EF4-FFF2-40B4-BE49-F238E27FC236}">
                <a16:creationId xmlns:a16="http://schemas.microsoft.com/office/drawing/2014/main" id="{8B39651C-DC60-462E-A7E1-AC399C0EEFF3}"/>
              </a:ext>
            </a:extLst>
          </p:cNvPr>
          <p:cNvSpPr/>
          <p:nvPr/>
        </p:nvSpPr>
        <p:spPr>
          <a:xfrm>
            <a:off x="7306700" y="911116"/>
            <a:ext cx="2599300" cy="845966"/>
          </a:xfrm>
          <a:prstGeom prst="ellipse">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Demande Heures </a:t>
            </a:r>
            <a:r>
              <a:rPr lang="fr-FR" dirty="0" err="1"/>
              <a:t>supplémenaitres</a:t>
            </a:r>
            <a:endParaRPr lang="fr-FR" dirty="0"/>
          </a:p>
        </p:txBody>
      </p:sp>
      <p:sp>
        <p:nvSpPr>
          <p:cNvPr id="3" name="Rectangle 2">
            <a:extLst>
              <a:ext uri="{FF2B5EF4-FFF2-40B4-BE49-F238E27FC236}">
                <a16:creationId xmlns:a16="http://schemas.microsoft.com/office/drawing/2014/main" id="{1CE289FB-B31D-4DE5-ACF9-E5EC1DC67DAE}"/>
              </a:ext>
            </a:extLst>
          </p:cNvPr>
          <p:cNvSpPr/>
          <p:nvPr/>
        </p:nvSpPr>
        <p:spPr>
          <a:xfrm>
            <a:off x="5628014" y="2172121"/>
            <a:ext cx="1678686" cy="3188954"/>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Rectangle 10">
            <a:extLst>
              <a:ext uri="{FF2B5EF4-FFF2-40B4-BE49-F238E27FC236}">
                <a16:creationId xmlns:a16="http://schemas.microsoft.com/office/drawing/2014/main" id="{1ECEF634-F01E-4DD5-97D4-74FEC81A185E}"/>
              </a:ext>
            </a:extLst>
          </p:cNvPr>
          <p:cNvSpPr/>
          <p:nvPr/>
        </p:nvSpPr>
        <p:spPr>
          <a:xfrm>
            <a:off x="7960166" y="2172121"/>
            <a:ext cx="1678686" cy="3188954"/>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Rectangle 12">
            <a:extLst>
              <a:ext uri="{FF2B5EF4-FFF2-40B4-BE49-F238E27FC236}">
                <a16:creationId xmlns:a16="http://schemas.microsoft.com/office/drawing/2014/main" id="{643158E6-E2DF-472D-819F-E4A5505EC4EE}"/>
              </a:ext>
            </a:extLst>
          </p:cNvPr>
          <p:cNvSpPr/>
          <p:nvPr/>
        </p:nvSpPr>
        <p:spPr>
          <a:xfrm>
            <a:off x="10198249" y="2172121"/>
            <a:ext cx="1570617" cy="3188954"/>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Rectangle : coins arrondis 3">
            <a:extLst>
              <a:ext uri="{FF2B5EF4-FFF2-40B4-BE49-F238E27FC236}">
                <a16:creationId xmlns:a16="http://schemas.microsoft.com/office/drawing/2014/main" id="{E0637C24-E2B5-421D-A500-903FA51B84B7}"/>
              </a:ext>
            </a:extLst>
          </p:cNvPr>
          <p:cNvSpPr/>
          <p:nvPr/>
        </p:nvSpPr>
        <p:spPr>
          <a:xfrm>
            <a:off x="5779663" y="2341581"/>
            <a:ext cx="1204042" cy="650837"/>
          </a:xfrm>
          <a:prstGeom prst="round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solidFill>
                  <a:schemeClr val="tx1"/>
                </a:solidFill>
              </a:rPr>
              <a:t>Power automate</a:t>
            </a:r>
          </a:p>
        </p:txBody>
      </p:sp>
      <p:sp>
        <p:nvSpPr>
          <p:cNvPr id="5" name="Rectangle : coins arrondis 4">
            <a:extLst>
              <a:ext uri="{FF2B5EF4-FFF2-40B4-BE49-F238E27FC236}">
                <a16:creationId xmlns:a16="http://schemas.microsoft.com/office/drawing/2014/main" id="{D20D4578-87D3-470A-B4D2-0661ABBA3304}"/>
              </a:ext>
            </a:extLst>
          </p:cNvPr>
          <p:cNvSpPr/>
          <p:nvPr/>
        </p:nvSpPr>
        <p:spPr>
          <a:xfrm>
            <a:off x="8111267" y="2294965"/>
            <a:ext cx="1391321" cy="744070"/>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solidFill>
                  <a:schemeClr val="tx1"/>
                </a:solidFill>
              </a:rPr>
              <a:t>Liste Heures supplémentaires</a:t>
            </a:r>
          </a:p>
        </p:txBody>
      </p:sp>
      <p:sp>
        <p:nvSpPr>
          <p:cNvPr id="6" name="Rectangle : coins arrondis 5">
            <a:extLst>
              <a:ext uri="{FF2B5EF4-FFF2-40B4-BE49-F238E27FC236}">
                <a16:creationId xmlns:a16="http://schemas.microsoft.com/office/drawing/2014/main" id="{24DB086E-2C97-42C2-8412-D6976296F268}"/>
              </a:ext>
            </a:extLst>
          </p:cNvPr>
          <p:cNvSpPr/>
          <p:nvPr/>
        </p:nvSpPr>
        <p:spPr>
          <a:xfrm>
            <a:off x="10386768" y="2310204"/>
            <a:ext cx="1193578" cy="806824"/>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dirty="0">
                <a:solidFill>
                  <a:schemeClr val="tx1"/>
                </a:solidFill>
              </a:rPr>
              <a:t>Listes</a:t>
            </a:r>
          </a:p>
          <a:p>
            <a:pPr algn="ctr"/>
            <a:r>
              <a:rPr lang="fr-FR" sz="1600" dirty="0">
                <a:solidFill>
                  <a:schemeClr val="tx1"/>
                </a:solidFill>
              </a:rPr>
              <a:t>génériques</a:t>
            </a:r>
          </a:p>
        </p:txBody>
      </p:sp>
      <p:pic>
        <p:nvPicPr>
          <p:cNvPr id="22" name="Image 21">
            <a:extLst>
              <a:ext uri="{FF2B5EF4-FFF2-40B4-BE49-F238E27FC236}">
                <a16:creationId xmlns:a16="http://schemas.microsoft.com/office/drawing/2014/main" id="{0963C555-1D0B-4EE8-AB79-4F5D02115236}"/>
              </a:ext>
            </a:extLst>
          </p:cNvPr>
          <p:cNvPicPr>
            <a:picLocks noChangeAspect="1"/>
          </p:cNvPicPr>
          <p:nvPr/>
        </p:nvPicPr>
        <p:blipFill>
          <a:blip r:embed="rId2"/>
          <a:stretch>
            <a:fillRect/>
          </a:stretch>
        </p:blipFill>
        <p:spPr>
          <a:xfrm>
            <a:off x="5710518" y="4373793"/>
            <a:ext cx="1515036" cy="312091"/>
          </a:xfrm>
          <a:prstGeom prst="rect">
            <a:avLst/>
          </a:prstGeom>
        </p:spPr>
      </p:pic>
      <p:sp>
        <p:nvSpPr>
          <p:cNvPr id="24" name="Rectangle 23">
            <a:extLst>
              <a:ext uri="{FF2B5EF4-FFF2-40B4-BE49-F238E27FC236}">
                <a16:creationId xmlns:a16="http://schemas.microsoft.com/office/drawing/2014/main" id="{9CBD49DA-315F-43E3-821F-670D55361E62}"/>
              </a:ext>
            </a:extLst>
          </p:cNvPr>
          <p:cNvSpPr/>
          <p:nvPr/>
        </p:nvSpPr>
        <p:spPr>
          <a:xfrm>
            <a:off x="8105314" y="3755255"/>
            <a:ext cx="1403226" cy="46390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ATU_Demande</a:t>
            </a:r>
          </a:p>
          <a:p>
            <a:pPr algn="ctr"/>
            <a:r>
              <a:rPr lang="fr-FR" sz="1200" dirty="0">
                <a:solidFill>
                  <a:schemeClr val="tx1"/>
                </a:solidFill>
              </a:rPr>
              <a:t>HS</a:t>
            </a:r>
            <a:endParaRPr lang="fr-FR" sz="1200" dirty="0"/>
          </a:p>
        </p:txBody>
      </p:sp>
      <p:pic>
        <p:nvPicPr>
          <p:cNvPr id="31" name="Image 30">
            <a:extLst>
              <a:ext uri="{FF2B5EF4-FFF2-40B4-BE49-F238E27FC236}">
                <a16:creationId xmlns:a16="http://schemas.microsoft.com/office/drawing/2014/main" id="{4D55CE41-C1DB-4F60-844C-63A783590744}"/>
              </a:ext>
            </a:extLst>
          </p:cNvPr>
          <p:cNvPicPr>
            <a:picLocks noChangeAspect="1"/>
          </p:cNvPicPr>
          <p:nvPr/>
        </p:nvPicPr>
        <p:blipFill>
          <a:blip r:embed="rId3"/>
          <a:stretch>
            <a:fillRect/>
          </a:stretch>
        </p:blipFill>
        <p:spPr>
          <a:xfrm>
            <a:off x="10298440" y="3217452"/>
            <a:ext cx="1400370" cy="409632"/>
          </a:xfrm>
          <a:prstGeom prst="rect">
            <a:avLst/>
          </a:prstGeom>
        </p:spPr>
      </p:pic>
      <p:pic>
        <p:nvPicPr>
          <p:cNvPr id="33" name="Image 32">
            <a:extLst>
              <a:ext uri="{FF2B5EF4-FFF2-40B4-BE49-F238E27FC236}">
                <a16:creationId xmlns:a16="http://schemas.microsoft.com/office/drawing/2014/main" id="{D03504CD-1D25-4705-BEB6-5129EB192B46}"/>
              </a:ext>
            </a:extLst>
          </p:cNvPr>
          <p:cNvPicPr>
            <a:picLocks noChangeAspect="1"/>
          </p:cNvPicPr>
          <p:nvPr/>
        </p:nvPicPr>
        <p:blipFill>
          <a:blip r:embed="rId4"/>
          <a:stretch>
            <a:fillRect/>
          </a:stretch>
        </p:blipFill>
        <p:spPr>
          <a:xfrm>
            <a:off x="10342293" y="3683246"/>
            <a:ext cx="1276528" cy="447737"/>
          </a:xfrm>
          <a:prstGeom prst="rect">
            <a:avLst/>
          </a:prstGeom>
        </p:spPr>
      </p:pic>
      <p:pic>
        <p:nvPicPr>
          <p:cNvPr id="34" name="Image 33">
            <a:extLst>
              <a:ext uri="{FF2B5EF4-FFF2-40B4-BE49-F238E27FC236}">
                <a16:creationId xmlns:a16="http://schemas.microsoft.com/office/drawing/2014/main" id="{F3AD1CF2-756D-4FCB-9E08-294CC0A6AB5B}"/>
              </a:ext>
            </a:extLst>
          </p:cNvPr>
          <p:cNvPicPr>
            <a:picLocks noChangeAspect="1"/>
          </p:cNvPicPr>
          <p:nvPr/>
        </p:nvPicPr>
        <p:blipFill>
          <a:blip r:embed="rId3"/>
          <a:stretch>
            <a:fillRect/>
          </a:stretch>
        </p:blipFill>
        <p:spPr>
          <a:xfrm>
            <a:off x="10298440" y="4131581"/>
            <a:ext cx="1400370" cy="409632"/>
          </a:xfrm>
          <a:prstGeom prst="rect">
            <a:avLst/>
          </a:prstGeom>
        </p:spPr>
      </p:pic>
      <p:sp>
        <p:nvSpPr>
          <p:cNvPr id="35" name="Rectangle 34">
            <a:extLst>
              <a:ext uri="{FF2B5EF4-FFF2-40B4-BE49-F238E27FC236}">
                <a16:creationId xmlns:a16="http://schemas.microsoft.com/office/drawing/2014/main" id="{6C78804F-D7DA-4D3C-8972-7AD55DBFC0EE}"/>
              </a:ext>
            </a:extLst>
          </p:cNvPr>
          <p:cNvSpPr/>
          <p:nvPr/>
        </p:nvSpPr>
        <p:spPr>
          <a:xfrm>
            <a:off x="10342293" y="4187146"/>
            <a:ext cx="1276528" cy="26831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dirty="0">
                <a:solidFill>
                  <a:schemeClr val="tx1"/>
                </a:solidFill>
              </a:rPr>
              <a:t>RET_Agent_planning</a:t>
            </a:r>
          </a:p>
        </p:txBody>
      </p:sp>
      <p:pic>
        <p:nvPicPr>
          <p:cNvPr id="36" name="Image 35">
            <a:extLst>
              <a:ext uri="{FF2B5EF4-FFF2-40B4-BE49-F238E27FC236}">
                <a16:creationId xmlns:a16="http://schemas.microsoft.com/office/drawing/2014/main" id="{451A0319-B542-459E-B2A4-254F8436EE05}"/>
              </a:ext>
            </a:extLst>
          </p:cNvPr>
          <p:cNvPicPr>
            <a:picLocks noChangeAspect="1"/>
          </p:cNvPicPr>
          <p:nvPr/>
        </p:nvPicPr>
        <p:blipFill>
          <a:blip r:embed="rId3"/>
          <a:stretch>
            <a:fillRect/>
          </a:stretch>
        </p:blipFill>
        <p:spPr>
          <a:xfrm>
            <a:off x="10324120" y="4607437"/>
            <a:ext cx="1400370" cy="409632"/>
          </a:xfrm>
          <a:prstGeom prst="rect">
            <a:avLst/>
          </a:prstGeom>
        </p:spPr>
      </p:pic>
      <p:sp>
        <p:nvSpPr>
          <p:cNvPr id="37" name="Rectangle 36">
            <a:extLst>
              <a:ext uri="{FF2B5EF4-FFF2-40B4-BE49-F238E27FC236}">
                <a16:creationId xmlns:a16="http://schemas.microsoft.com/office/drawing/2014/main" id="{2B52E72B-DB50-4CA4-83C9-7E4BE04C2621}"/>
              </a:ext>
            </a:extLst>
          </p:cNvPr>
          <p:cNvSpPr/>
          <p:nvPr/>
        </p:nvSpPr>
        <p:spPr>
          <a:xfrm>
            <a:off x="10367973" y="4663002"/>
            <a:ext cx="1276528" cy="26831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dirty="0">
                <a:solidFill>
                  <a:schemeClr val="tx1"/>
                </a:solidFill>
              </a:rPr>
              <a:t>ATU_StatutCode</a:t>
            </a:r>
          </a:p>
        </p:txBody>
      </p:sp>
      <p:sp>
        <p:nvSpPr>
          <p:cNvPr id="39" name="Rectangle 38">
            <a:extLst>
              <a:ext uri="{FF2B5EF4-FFF2-40B4-BE49-F238E27FC236}">
                <a16:creationId xmlns:a16="http://schemas.microsoft.com/office/drawing/2014/main" id="{2B9AE24D-943B-4557-9000-43466FF55121}"/>
              </a:ext>
            </a:extLst>
          </p:cNvPr>
          <p:cNvSpPr/>
          <p:nvPr/>
        </p:nvSpPr>
        <p:spPr>
          <a:xfrm>
            <a:off x="5898776" y="4432578"/>
            <a:ext cx="1246095" cy="2304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dirty="0">
                <a:solidFill>
                  <a:schemeClr val="tx1"/>
                </a:solidFill>
              </a:rPr>
              <a:t>FAJ_EnvoimailAgentCommut</a:t>
            </a:r>
          </a:p>
        </p:txBody>
      </p:sp>
      <p:cxnSp>
        <p:nvCxnSpPr>
          <p:cNvPr id="44" name="Connecteur droit avec flèche 43">
            <a:extLst>
              <a:ext uri="{FF2B5EF4-FFF2-40B4-BE49-F238E27FC236}">
                <a16:creationId xmlns:a16="http://schemas.microsoft.com/office/drawing/2014/main" id="{F51AF4E2-0781-4C2D-97F4-F1D4B9710423}"/>
              </a:ext>
            </a:extLst>
          </p:cNvPr>
          <p:cNvCxnSpPr>
            <a:cxnSpLocks/>
            <a:stCxn id="24" idx="1"/>
          </p:cNvCxnSpPr>
          <p:nvPr/>
        </p:nvCxnSpPr>
        <p:spPr>
          <a:xfrm flipH="1" flipV="1">
            <a:off x="7306700" y="3517691"/>
            <a:ext cx="798614" cy="469517"/>
          </a:xfrm>
          <a:prstGeom prst="straightConnector1">
            <a:avLst/>
          </a:prstGeom>
          <a:ln>
            <a:solidFill>
              <a:schemeClr val="tx1"/>
            </a:solidFill>
            <a:prstDash val="lgDash"/>
            <a:tailEnd type="triangle"/>
          </a:ln>
        </p:spPr>
        <p:style>
          <a:lnRef idx="1">
            <a:schemeClr val="accent1"/>
          </a:lnRef>
          <a:fillRef idx="0">
            <a:schemeClr val="accent1"/>
          </a:fillRef>
          <a:effectRef idx="0">
            <a:schemeClr val="accent1"/>
          </a:effectRef>
          <a:fontRef idx="minor">
            <a:schemeClr val="tx1"/>
          </a:fontRef>
        </p:style>
      </p:cxnSp>
      <p:cxnSp>
        <p:nvCxnSpPr>
          <p:cNvPr id="45" name="Connecteur droit avec flèche 44">
            <a:extLst>
              <a:ext uri="{FF2B5EF4-FFF2-40B4-BE49-F238E27FC236}">
                <a16:creationId xmlns:a16="http://schemas.microsoft.com/office/drawing/2014/main" id="{87F9511F-152A-407C-BFEC-8146D7A1FA0B}"/>
              </a:ext>
            </a:extLst>
          </p:cNvPr>
          <p:cNvCxnSpPr>
            <a:cxnSpLocks/>
          </p:cNvCxnSpPr>
          <p:nvPr/>
        </p:nvCxnSpPr>
        <p:spPr>
          <a:xfrm flipH="1">
            <a:off x="7306700" y="3987208"/>
            <a:ext cx="804566" cy="0"/>
          </a:xfrm>
          <a:prstGeom prst="straightConnector1">
            <a:avLst/>
          </a:prstGeom>
          <a:ln>
            <a:solidFill>
              <a:schemeClr val="tx1"/>
            </a:solidFill>
            <a:prstDash val="lgDash"/>
            <a:tailEnd type="triangle"/>
          </a:ln>
        </p:spPr>
        <p:style>
          <a:lnRef idx="1">
            <a:schemeClr val="accent1"/>
          </a:lnRef>
          <a:fillRef idx="0">
            <a:schemeClr val="accent1"/>
          </a:fillRef>
          <a:effectRef idx="0">
            <a:schemeClr val="accent1"/>
          </a:effectRef>
          <a:fontRef idx="minor">
            <a:schemeClr val="tx1"/>
          </a:fontRef>
        </p:style>
      </p:cxnSp>
      <p:cxnSp>
        <p:nvCxnSpPr>
          <p:cNvPr id="48" name="Connecteur droit avec flèche 47">
            <a:extLst>
              <a:ext uri="{FF2B5EF4-FFF2-40B4-BE49-F238E27FC236}">
                <a16:creationId xmlns:a16="http://schemas.microsoft.com/office/drawing/2014/main" id="{4310CF59-9813-4BD3-9B21-7BB33CE79488}"/>
              </a:ext>
            </a:extLst>
          </p:cNvPr>
          <p:cNvCxnSpPr>
            <a:cxnSpLocks/>
            <a:stCxn id="24" idx="1"/>
          </p:cNvCxnSpPr>
          <p:nvPr/>
        </p:nvCxnSpPr>
        <p:spPr>
          <a:xfrm flipH="1">
            <a:off x="7306700" y="3987208"/>
            <a:ext cx="798614" cy="554005"/>
          </a:xfrm>
          <a:prstGeom prst="straightConnector1">
            <a:avLst/>
          </a:prstGeom>
          <a:ln>
            <a:solidFill>
              <a:schemeClr val="tx1"/>
            </a:solidFill>
            <a:prstDash val="lgDash"/>
            <a:tailEnd type="triangle"/>
          </a:ln>
        </p:spPr>
        <p:style>
          <a:lnRef idx="1">
            <a:schemeClr val="accent1"/>
          </a:lnRef>
          <a:fillRef idx="0">
            <a:schemeClr val="accent1"/>
          </a:fillRef>
          <a:effectRef idx="0">
            <a:schemeClr val="accent1"/>
          </a:effectRef>
          <a:fontRef idx="minor">
            <a:schemeClr val="tx1"/>
          </a:fontRef>
        </p:style>
      </p:cxnSp>
      <p:cxnSp>
        <p:nvCxnSpPr>
          <p:cNvPr id="51" name="Connecteur droit avec flèche 50">
            <a:extLst>
              <a:ext uri="{FF2B5EF4-FFF2-40B4-BE49-F238E27FC236}">
                <a16:creationId xmlns:a16="http://schemas.microsoft.com/office/drawing/2014/main" id="{6513F67A-9E0D-4946-9FB1-614C5DF0BB8A}"/>
              </a:ext>
            </a:extLst>
          </p:cNvPr>
          <p:cNvCxnSpPr>
            <a:cxnSpLocks/>
            <a:endCxn id="24" idx="3"/>
          </p:cNvCxnSpPr>
          <p:nvPr/>
        </p:nvCxnSpPr>
        <p:spPr>
          <a:xfrm flipH="1">
            <a:off x="9508540" y="3433202"/>
            <a:ext cx="783969" cy="554006"/>
          </a:xfrm>
          <a:prstGeom prst="straightConnector1">
            <a:avLst/>
          </a:prstGeom>
          <a:ln>
            <a:solidFill>
              <a:schemeClr val="tx1"/>
            </a:solidFill>
            <a:prstDash val="lgDash"/>
            <a:tailEnd type="triangle"/>
          </a:ln>
        </p:spPr>
        <p:style>
          <a:lnRef idx="1">
            <a:schemeClr val="accent1"/>
          </a:lnRef>
          <a:fillRef idx="0">
            <a:schemeClr val="accent1"/>
          </a:fillRef>
          <a:effectRef idx="0">
            <a:schemeClr val="accent1"/>
          </a:effectRef>
          <a:fontRef idx="minor">
            <a:schemeClr val="tx1"/>
          </a:fontRef>
        </p:style>
      </p:cxnSp>
      <p:cxnSp>
        <p:nvCxnSpPr>
          <p:cNvPr id="53" name="Connecteur droit avec flèche 52">
            <a:extLst>
              <a:ext uri="{FF2B5EF4-FFF2-40B4-BE49-F238E27FC236}">
                <a16:creationId xmlns:a16="http://schemas.microsoft.com/office/drawing/2014/main" id="{95C92E13-93A7-49C2-8A14-BDC8B3999139}"/>
              </a:ext>
            </a:extLst>
          </p:cNvPr>
          <p:cNvCxnSpPr>
            <a:cxnSpLocks/>
            <a:stCxn id="33" idx="1"/>
          </p:cNvCxnSpPr>
          <p:nvPr/>
        </p:nvCxnSpPr>
        <p:spPr>
          <a:xfrm flipH="1">
            <a:off x="9492174" y="3907115"/>
            <a:ext cx="850119" cy="62751"/>
          </a:xfrm>
          <a:prstGeom prst="straightConnector1">
            <a:avLst/>
          </a:prstGeom>
          <a:ln>
            <a:solidFill>
              <a:schemeClr val="tx1"/>
            </a:solidFill>
            <a:prstDash val="lgDash"/>
            <a:tailEnd type="triangle"/>
          </a:ln>
        </p:spPr>
        <p:style>
          <a:lnRef idx="1">
            <a:schemeClr val="accent1"/>
          </a:lnRef>
          <a:fillRef idx="0">
            <a:schemeClr val="accent1"/>
          </a:fillRef>
          <a:effectRef idx="0">
            <a:schemeClr val="accent1"/>
          </a:effectRef>
          <a:fontRef idx="minor">
            <a:schemeClr val="tx1"/>
          </a:fontRef>
        </p:style>
      </p:cxnSp>
      <p:cxnSp>
        <p:nvCxnSpPr>
          <p:cNvPr id="55" name="Connecteur droit avec flèche 54">
            <a:extLst>
              <a:ext uri="{FF2B5EF4-FFF2-40B4-BE49-F238E27FC236}">
                <a16:creationId xmlns:a16="http://schemas.microsoft.com/office/drawing/2014/main" id="{45CAF31E-61E6-470A-88C9-8C93B724C7EA}"/>
              </a:ext>
            </a:extLst>
          </p:cNvPr>
          <p:cNvCxnSpPr>
            <a:cxnSpLocks/>
          </p:cNvCxnSpPr>
          <p:nvPr/>
        </p:nvCxnSpPr>
        <p:spPr>
          <a:xfrm flipH="1" flipV="1">
            <a:off x="9513000" y="3967383"/>
            <a:ext cx="773052" cy="388011"/>
          </a:xfrm>
          <a:prstGeom prst="straightConnector1">
            <a:avLst/>
          </a:prstGeom>
          <a:ln>
            <a:solidFill>
              <a:schemeClr val="tx1"/>
            </a:solidFill>
            <a:prstDash val="lgDash"/>
            <a:tailEnd type="triangle"/>
          </a:ln>
        </p:spPr>
        <p:style>
          <a:lnRef idx="1">
            <a:schemeClr val="accent1"/>
          </a:lnRef>
          <a:fillRef idx="0">
            <a:schemeClr val="accent1"/>
          </a:fillRef>
          <a:effectRef idx="0">
            <a:schemeClr val="accent1"/>
          </a:effectRef>
          <a:fontRef idx="minor">
            <a:schemeClr val="tx1"/>
          </a:fontRef>
        </p:style>
      </p:cxnSp>
      <p:cxnSp>
        <p:nvCxnSpPr>
          <p:cNvPr id="57" name="Connecteur droit avec flèche 56">
            <a:extLst>
              <a:ext uri="{FF2B5EF4-FFF2-40B4-BE49-F238E27FC236}">
                <a16:creationId xmlns:a16="http://schemas.microsoft.com/office/drawing/2014/main" id="{60AF27DA-8B89-4865-922A-2C5E03F48EA2}"/>
              </a:ext>
            </a:extLst>
          </p:cNvPr>
          <p:cNvCxnSpPr>
            <a:cxnSpLocks/>
            <a:endCxn id="24" idx="3"/>
          </p:cNvCxnSpPr>
          <p:nvPr/>
        </p:nvCxnSpPr>
        <p:spPr>
          <a:xfrm flipH="1" flipV="1">
            <a:off x="9508540" y="3987208"/>
            <a:ext cx="833753" cy="837703"/>
          </a:xfrm>
          <a:prstGeom prst="straightConnector1">
            <a:avLst/>
          </a:prstGeom>
          <a:ln>
            <a:solidFill>
              <a:schemeClr val="tx1"/>
            </a:solidFill>
            <a:prstDash val="lgDash"/>
            <a:tailEnd type="triangle"/>
          </a:ln>
        </p:spPr>
        <p:style>
          <a:lnRef idx="1">
            <a:schemeClr val="accent1"/>
          </a:lnRef>
          <a:fillRef idx="0">
            <a:schemeClr val="accent1"/>
          </a:fillRef>
          <a:effectRef idx="0">
            <a:schemeClr val="accent1"/>
          </a:effectRef>
          <a:fontRef idx="minor">
            <a:schemeClr val="tx1"/>
          </a:fontRef>
        </p:style>
      </p:cxnSp>
      <p:pic>
        <p:nvPicPr>
          <p:cNvPr id="9" name="Image 8">
            <a:extLst>
              <a:ext uri="{FF2B5EF4-FFF2-40B4-BE49-F238E27FC236}">
                <a16:creationId xmlns:a16="http://schemas.microsoft.com/office/drawing/2014/main" id="{E6E2A738-4A07-CA49-AD9D-1F9046E4B56D}"/>
              </a:ext>
            </a:extLst>
          </p:cNvPr>
          <p:cNvPicPr>
            <a:picLocks noChangeAspect="1"/>
          </p:cNvPicPr>
          <p:nvPr/>
        </p:nvPicPr>
        <p:blipFill>
          <a:blip r:embed="rId5"/>
          <a:stretch>
            <a:fillRect/>
          </a:stretch>
        </p:blipFill>
        <p:spPr>
          <a:xfrm>
            <a:off x="5706349" y="3793697"/>
            <a:ext cx="1515036" cy="289585"/>
          </a:xfrm>
          <a:prstGeom prst="rect">
            <a:avLst/>
          </a:prstGeom>
        </p:spPr>
      </p:pic>
      <p:sp>
        <p:nvSpPr>
          <p:cNvPr id="26" name="Rectangle 25">
            <a:extLst>
              <a:ext uri="{FF2B5EF4-FFF2-40B4-BE49-F238E27FC236}">
                <a16:creationId xmlns:a16="http://schemas.microsoft.com/office/drawing/2014/main" id="{0FBF9D38-97A8-D4C9-AE41-DCF117EDB186}"/>
              </a:ext>
            </a:extLst>
          </p:cNvPr>
          <p:cNvSpPr/>
          <p:nvPr/>
        </p:nvSpPr>
        <p:spPr>
          <a:xfrm>
            <a:off x="8127896" y="4300080"/>
            <a:ext cx="1391321" cy="533709"/>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ATU_Demande</a:t>
            </a:r>
          </a:p>
          <a:p>
            <a:pPr algn="ctr"/>
            <a:r>
              <a:rPr lang="fr-FR" sz="1200" dirty="0">
                <a:solidFill>
                  <a:schemeClr val="tx1"/>
                </a:solidFill>
              </a:rPr>
              <a:t>HS_Agents</a:t>
            </a:r>
            <a:endParaRPr lang="fr-FR" sz="1200" dirty="0"/>
          </a:p>
        </p:txBody>
      </p:sp>
    </p:spTree>
    <p:extLst>
      <p:ext uri="{BB962C8B-B14F-4D97-AF65-F5344CB8AC3E}">
        <p14:creationId xmlns:p14="http://schemas.microsoft.com/office/powerpoint/2010/main" val="32800863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1022350"/>
            <a:ext cx="709612"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2"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837744"/>
            <a:ext cx="403225"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660" y="640894"/>
            <a:ext cx="168275"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223203" y="635716"/>
            <a:ext cx="328612"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8" name="Rectangle 17">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055" y="635715"/>
            <a:ext cx="10907863"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2" name="Titre 1">
            <a:extLst>
              <a:ext uri="{FF2B5EF4-FFF2-40B4-BE49-F238E27FC236}">
                <a16:creationId xmlns:a16="http://schemas.microsoft.com/office/drawing/2014/main" id="{707099AB-EAAB-4541-A3EC-6EFD5D13BF06}"/>
              </a:ext>
            </a:extLst>
          </p:cNvPr>
          <p:cNvSpPr>
            <a:spLocks noGrp="1"/>
          </p:cNvSpPr>
          <p:nvPr>
            <p:ph type="title"/>
          </p:nvPr>
        </p:nvSpPr>
        <p:spPr>
          <a:xfrm>
            <a:off x="958506" y="800392"/>
            <a:ext cx="10264697" cy="1212102"/>
          </a:xfrm>
        </p:spPr>
        <p:txBody>
          <a:bodyPr>
            <a:normAutofit/>
          </a:bodyPr>
          <a:lstStyle/>
          <a:p>
            <a:r>
              <a:rPr lang="fr-FR" sz="4000" b="1" dirty="0" err="1">
                <a:solidFill>
                  <a:srgbClr val="FFFFFF"/>
                </a:solidFill>
              </a:rPr>
              <a:t>ATU_DemandeHS</a:t>
            </a:r>
            <a:endParaRPr lang="fr-FR" sz="4000" b="1" dirty="0">
              <a:solidFill>
                <a:srgbClr val="FFFFFF"/>
              </a:solidFill>
            </a:endParaRPr>
          </a:p>
        </p:txBody>
      </p:sp>
      <p:sp>
        <p:nvSpPr>
          <p:cNvPr id="3" name="Espace réservé du contenu 2">
            <a:extLst>
              <a:ext uri="{FF2B5EF4-FFF2-40B4-BE49-F238E27FC236}">
                <a16:creationId xmlns:a16="http://schemas.microsoft.com/office/drawing/2014/main" id="{7578E413-58DC-4584-AD20-C9565D5FFBFC}"/>
              </a:ext>
            </a:extLst>
          </p:cNvPr>
          <p:cNvSpPr>
            <a:spLocks noGrp="1"/>
          </p:cNvSpPr>
          <p:nvPr>
            <p:ph idx="1"/>
          </p:nvPr>
        </p:nvSpPr>
        <p:spPr>
          <a:xfrm>
            <a:off x="1119322" y="2256229"/>
            <a:ext cx="2995375" cy="630406"/>
          </a:xfrm>
        </p:spPr>
        <p:txBody>
          <a:bodyPr numCol="1" anchor="ctr">
            <a:noAutofit/>
          </a:bodyPr>
          <a:lstStyle/>
          <a:p>
            <a:pPr marL="0" indent="0">
              <a:buNone/>
            </a:pPr>
            <a:r>
              <a:rPr lang="fr-FR" sz="1600" dirty="0"/>
              <a:t>Détails liste : </a:t>
            </a:r>
          </a:p>
          <a:p>
            <a:pPr marL="0" indent="0">
              <a:buNone/>
            </a:pPr>
            <a:endParaRPr lang="fr-FR" sz="1600" dirty="0"/>
          </a:p>
        </p:txBody>
      </p:sp>
      <p:pic>
        <p:nvPicPr>
          <p:cNvPr id="11" name="Image 10">
            <a:extLst>
              <a:ext uri="{FF2B5EF4-FFF2-40B4-BE49-F238E27FC236}">
                <a16:creationId xmlns:a16="http://schemas.microsoft.com/office/drawing/2014/main" id="{87BC445A-142E-D13A-6E57-E8A9A6B090D1}"/>
              </a:ext>
            </a:extLst>
          </p:cNvPr>
          <p:cNvPicPr>
            <a:picLocks noChangeAspect="1"/>
          </p:cNvPicPr>
          <p:nvPr/>
        </p:nvPicPr>
        <p:blipFill>
          <a:blip r:embed="rId2"/>
          <a:stretch>
            <a:fillRect/>
          </a:stretch>
        </p:blipFill>
        <p:spPr>
          <a:xfrm>
            <a:off x="2424315" y="2256229"/>
            <a:ext cx="2339543" cy="4373171"/>
          </a:xfrm>
          <a:prstGeom prst="rect">
            <a:avLst/>
          </a:prstGeom>
        </p:spPr>
      </p:pic>
      <p:pic>
        <p:nvPicPr>
          <p:cNvPr id="15" name="Image 14">
            <a:extLst>
              <a:ext uri="{FF2B5EF4-FFF2-40B4-BE49-F238E27FC236}">
                <a16:creationId xmlns:a16="http://schemas.microsoft.com/office/drawing/2014/main" id="{549BBFB2-2C00-1898-78DB-71EB4FEB2844}"/>
              </a:ext>
            </a:extLst>
          </p:cNvPr>
          <p:cNvPicPr>
            <a:picLocks noChangeAspect="1"/>
          </p:cNvPicPr>
          <p:nvPr/>
        </p:nvPicPr>
        <p:blipFill>
          <a:blip r:embed="rId3"/>
          <a:stretch>
            <a:fillRect/>
          </a:stretch>
        </p:blipFill>
        <p:spPr>
          <a:xfrm>
            <a:off x="4421084" y="2256229"/>
            <a:ext cx="1876531" cy="3990623"/>
          </a:xfrm>
          <a:prstGeom prst="rect">
            <a:avLst/>
          </a:prstGeom>
        </p:spPr>
      </p:pic>
      <p:pic>
        <p:nvPicPr>
          <p:cNvPr id="19" name="Image 18">
            <a:extLst>
              <a:ext uri="{FF2B5EF4-FFF2-40B4-BE49-F238E27FC236}">
                <a16:creationId xmlns:a16="http://schemas.microsoft.com/office/drawing/2014/main" id="{4170A5B3-4528-5645-C2A6-4ECC412A156E}"/>
              </a:ext>
            </a:extLst>
          </p:cNvPr>
          <p:cNvPicPr>
            <a:picLocks noChangeAspect="1"/>
          </p:cNvPicPr>
          <p:nvPr/>
        </p:nvPicPr>
        <p:blipFill>
          <a:blip r:embed="rId4"/>
          <a:stretch>
            <a:fillRect/>
          </a:stretch>
        </p:blipFill>
        <p:spPr>
          <a:xfrm>
            <a:off x="5949026" y="2256228"/>
            <a:ext cx="1623201" cy="706047"/>
          </a:xfrm>
          <a:prstGeom prst="rect">
            <a:avLst/>
          </a:prstGeom>
        </p:spPr>
      </p:pic>
    </p:spTree>
    <p:extLst>
      <p:ext uri="{BB962C8B-B14F-4D97-AF65-F5344CB8AC3E}">
        <p14:creationId xmlns:p14="http://schemas.microsoft.com/office/powerpoint/2010/main" val="33868950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1022350"/>
            <a:ext cx="709612"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2"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837744"/>
            <a:ext cx="403225"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660" y="640894"/>
            <a:ext cx="168275"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223203" y="635716"/>
            <a:ext cx="328612"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8" name="Rectangle 17">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055" y="635715"/>
            <a:ext cx="10907863"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2" name="Titre 1">
            <a:extLst>
              <a:ext uri="{FF2B5EF4-FFF2-40B4-BE49-F238E27FC236}">
                <a16:creationId xmlns:a16="http://schemas.microsoft.com/office/drawing/2014/main" id="{707099AB-EAAB-4541-A3EC-6EFD5D13BF06}"/>
              </a:ext>
            </a:extLst>
          </p:cNvPr>
          <p:cNvSpPr>
            <a:spLocks noGrp="1"/>
          </p:cNvSpPr>
          <p:nvPr>
            <p:ph type="title"/>
          </p:nvPr>
        </p:nvSpPr>
        <p:spPr>
          <a:xfrm>
            <a:off x="958506" y="800392"/>
            <a:ext cx="10264697" cy="1212102"/>
          </a:xfrm>
        </p:spPr>
        <p:txBody>
          <a:bodyPr>
            <a:normAutofit/>
          </a:bodyPr>
          <a:lstStyle/>
          <a:p>
            <a:r>
              <a:rPr lang="fr-FR" sz="4000" b="1" dirty="0" err="1">
                <a:solidFill>
                  <a:srgbClr val="FFFFFF"/>
                </a:solidFill>
              </a:rPr>
              <a:t>ATU_DemandeHS_Agents</a:t>
            </a:r>
            <a:endParaRPr lang="fr-FR" sz="4000" b="1" dirty="0">
              <a:solidFill>
                <a:srgbClr val="FFFFFF"/>
              </a:solidFill>
            </a:endParaRPr>
          </a:p>
        </p:txBody>
      </p:sp>
      <p:sp>
        <p:nvSpPr>
          <p:cNvPr id="3" name="Espace réservé du contenu 2">
            <a:extLst>
              <a:ext uri="{FF2B5EF4-FFF2-40B4-BE49-F238E27FC236}">
                <a16:creationId xmlns:a16="http://schemas.microsoft.com/office/drawing/2014/main" id="{7578E413-58DC-4584-AD20-C9565D5FFBFC}"/>
              </a:ext>
            </a:extLst>
          </p:cNvPr>
          <p:cNvSpPr>
            <a:spLocks noGrp="1"/>
          </p:cNvSpPr>
          <p:nvPr>
            <p:ph idx="1"/>
          </p:nvPr>
        </p:nvSpPr>
        <p:spPr>
          <a:xfrm>
            <a:off x="1119322" y="2256229"/>
            <a:ext cx="2995375" cy="630406"/>
          </a:xfrm>
        </p:spPr>
        <p:txBody>
          <a:bodyPr numCol="1" anchor="ctr">
            <a:noAutofit/>
          </a:bodyPr>
          <a:lstStyle/>
          <a:p>
            <a:pPr marL="0" indent="0">
              <a:buNone/>
            </a:pPr>
            <a:r>
              <a:rPr lang="fr-FR" sz="1600" dirty="0"/>
              <a:t>Détails liste : </a:t>
            </a:r>
          </a:p>
          <a:p>
            <a:pPr marL="0" indent="0">
              <a:buNone/>
            </a:pPr>
            <a:endParaRPr lang="fr-FR" sz="1600" dirty="0"/>
          </a:p>
        </p:txBody>
      </p:sp>
      <p:pic>
        <p:nvPicPr>
          <p:cNvPr id="5" name="Image 4">
            <a:extLst>
              <a:ext uri="{FF2B5EF4-FFF2-40B4-BE49-F238E27FC236}">
                <a16:creationId xmlns:a16="http://schemas.microsoft.com/office/drawing/2014/main" id="{838E019C-296E-5E69-3B1D-4A12628C76E7}"/>
              </a:ext>
            </a:extLst>
          </p:cNvPr>
          <p:cNvPicPr>
            <a:picLocks noChangeAspect="1"/>
          </p:cNvPicPr>
          <p:nvPr/>
        </p:nvPicPr>
        <p:blipFill>
          <a:blip r:embed="rId2"/>
          <a:stretch>
            <a:fillRect/>
          </a:stretch>
        </p:blipFill>
        <p:spPr>
          <a:xfrm>
            <a:off x="2378196" y="2256229"/>
            <a:ext cx="1988992" cy="1958510"/>
          </a:xfrm>
          <a:prstGeom prst="rect">
            <a:avLst/>
          </a:prstGeom>
        </p:spPr>
      </p:pic>
    </p:spTree>
    <p:extLst>
      <p:ext uri="{BB962C8B-B14F-4D97-AF65-F5344CB8AC3E}">
        <p14:creationId xmlns:p14="http://schemas.microsoft.com/office/powerpoint/2010/main" val="11294593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28">
            <a:extLst>
              <a:ext uri="{FF2B5EF4-FFF2-40B4-BE49-F238E27FC236}">
                <a16:creationId xmlns:a16="http://schemas.microsoft.com/office/drawing/2014/main" id="{D4993743-B10A-433C-9996-3035D2C3A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Freeform 45">
            <a:extLst>
              <a:ext uri="{FF2B5EF4-FFF2-40B4-BE49-F238E27FC236}">
                <a16:creationId xmlns:a16="http://schemas.microsoft.com/office/drawing/2014/main" id="{BB3B8946-A0AA-42D4-8A24-639DC6EA17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1022350"/>
            <a:ext cx="709612"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1" name="Freeform 46">
            <a:extLst>
              <a:ext uri="{FF2B5EF4-FFF2-40B4-BE49-F238E27FC236}">
                <a16:creationId xmlns:a16="http://schemas.microsoft.com/office/drawing/2014/main" id="{AB1038E6-06EF-4DCB-B52E-D3825C50F7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837744"/>
            <a:ext cx="403225"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2" name="Freeform 47">
            <a:extLst>
              <a:ext uri="{FF2B5EF4-FFF2-40B4-BE49-F238E27FC236}">
                <a16:creationId xmlns:a16="http://schemas.microsoft.com/office/drawing/2014/main" id="{5C7EF35C-8B7D-4026-8F09-8B2B225057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660" y="640894"/>
            <a:ext cx="168275"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7" name="Freeform 44">
            <a:extLst>
              <a:ext uri="{FF2B5EF4-FFF2-40B4-BE49-F238E27FC236}">
                <a16:creationId xmlns:a16="http://schemas.microsoft.com/office/drawing/2014/main" id="{5F24A71D-C0A9-49AC-B2D1-5A9EA2BD38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7348538" y="635716"/>
            <a:ext cx="328612"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9" name="Rectangle 38">
            <a:extLst>
              <a:ext uri="{FF2B5EF4-FFF2-40B4-BE49-F238E27FC236}">
                <a16:creationId xmlns:a16="http://schemas.microsoft.com/office/drawing/2014/main" id="{14280C55-570C-4284-9850-B2BA33DB67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055" y="635715"/>
            <a:ext cx="7033095"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2" name="Titre 1">
            <a:extLst>
              <a:ext uri="{FF2B5EF4-FFF2-40B4-BE49-F238E27FC236}">
                <a16:creationId xmlns:a16="http://schemas.microsoft.com/office/drawing/2014/main" id="{EA8DD52E-265B-44C2-8F10-4D56B7B55819}"/>
              </a:ext>
            </a:extLst>
          </p:cNvPr>
          <p:cNvSpPr>
            <a:spLocks noGrp="1"/>
          </p:cNvSpPr>
          <p:nvPr>
            <p:ph type="title"/>
          </p:nvPr>
        </p:nvSpPr>
        <p:spPr>
          <a:xfrm>
            <a:off x="964760" y="804328"/>
            <a:ext cx="6091312" cy="1205821"/>
          </a:xfrm>
        </p:spPr>
        <p:txBody>
          <a:bodyPr>
            <a:normAutofit/>
          </a:bodyPr>
          <a:lstStyle/>
          <a:p>
            <a:r>
              <a:rPr lang="fr-FR" sz="3400" b="1" dirty="0">
                <a:solidFill>
                  <a:srgbClr val="FEFFFF"/>
                </a:solidFill>
              </a:rPr>
              <a:t>Power Automate</a:t>
            </a:r>
            <a:br>
              <a:rPr lang="fr-FR" sz="3400" b="1" dirty="0">
                <a:solidFill>
                  <a:srgbClr val="FEFFFF"/>
                </a:solidFill>
              </a:rPr>
            </a:br>
            <a:r>
              <a:rPr lang="fr-FR" sz="3400" b="1" dirty="0">
                <a:solidFill>
                  <a:srgbClr val="FEFFFF"/>
                </a:solidFill>
              </a:rPr>
              <a:t>« </a:t>
            </a:r>
            <a:r>
              <a:rPr lang="fr-FR" sz="3400" b="1" dirty="0" err="1">
                <a:solidFill>
                  <a:srgbClr val="FEFFFF"/>
                </a:solidFill>
              </a:rPr>
              <a:t>HS_EnvoiMailAgentCommut</a:t>
            </a:r>
            <a:r>
              <a:rPr lang="fr-FR" sz="3400" b="1" dirty="0">
                <a:solidFill>
                  <a:srgbClr val="FEFFFF"/>
                </a:solidFill>
              </a:rPr>
              <a:t>»</a:t>
            </a:r>
          </a:p>
        </p:txBody>
      </p:sp>
      <p:sp>
        <p:nvSpPr>
          <p:cNvPr id="3" name="Espace réservé du contenu 2">
            <a:extLst>
              <a:ext uri="{FF2B5EF4-FFF2-40B4-BE49-F238E27FC236}">
                <a16:creationId xmlns:a16="http://schemas.microsoft.com/office/drawing/2014/main" id="{9B12FCD5-884B-405C-A1EF-9AAA67F23269}"/>
              </a:ext>
            </a:extLst>
          </p:cNvPr>
          <p:cNvSpPr>
            <a:spLocks noGrp="1"/>
          </p:cNvSpPr>
          <p:nvPr>
            <p:ph idx="1"/>
          </p:nvPr>
        </p:nvSpPr>
        <p:spPr>
          <a:xfrm>
            <a:off x="1282189" y="2494450"/>
            <a:ext cx="6066349" cy="623401"/>
          </a:xfrm>
        </p:spPr>
        <p:txBody>
          <a:bodyPr>
            <a:normAutofit fontScale="92500" lnSpcReduction="20000"/>
          </a:bodyPr>
          <a:lstStyle/>
          <a:p>
            <a:pPr marL="0" indent="0">
              <a:buNone/>
            </a:pPr>
            <a:r>
              <a:rPr lang="fr-FR" sz="2400" dirty="0"/>
              <a:t>On envoi un mail à chaque changement du </a:t>
            </a:r>
            <a:r>
              <a:rPr lang="fr-FR" sz="2400" dirty="0" err="1"/>
              <a:t>StatutCode</a:t>
            </a:r>
            <a:endParaRPr lang="fr-FR" sz="2400" dirty="0"/>
          </a:p>
          <a:p>
            <a:pPr marL="0" indent="0">
              <a:buNone/>
            </a:pPr>
            <a:endParaRPr lang="fr-FR" sz="2400" dirty="0"/>
          </a:p>
          <a:p>
            <a:pPr marL="0" indent="0">
              <a:buNone/>
            </a:pPr>
            <a:endParaRPr lang="fr-FR" sz="2400" dirty="0"/>
          </a:p>
          <a:p>
            <a:pPr marL="0" indent="0">
              <a:buNone/>
            </a:pPr>
            <a:endParaRPr lang="fr-FR" sz="2400" dirty="0"/>
          </a:p>
        </p:txBody>
      </p:sp>
      <p:sp>
        <p:nvSpPr>
          <p:cNvPr id="26" name="Espace réservé du contenu 2">
            <a:extLst>
              <a:ext uri="{FF2B5EF4-FFF2-40B4-BE49-F238E27FC236}">
                <a16:creationId xmlns:a16="http://schemas.microsoft.com/office/drawing/2014/main" id="{D4C3B513-C04D-4CA1-B334-94FCAB21FFBC}"/>
              </a:ext>
            </a:extLst>
          </p:cNvPr>
          <p:cNvSpPr txBox="1">
            <a:spLocks/>
          </p:cNvSpPr>
          <p:nvPr/>
        </p:nvSpPr>
        <p:spPr>
          <a:xfrm>
            <a:off x="7933039" y="2125826"/>
            <a:ext cx="2676700" cy="417349"/>
          </a:xfrm>
          <a:prstGeom prst="rect">
            <a:avLst/>
          </a:prstGeom>
        </p:spPr>
        <p:txBody>
          <a:bodyPr vert="horz" lIns="91440" tIns="45720" rIns="91440" bIns="45720" rtlCol="0">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2400" dirty="0"/>
              <a:t>Exemple d’un envoi de mail :</a:t>
            </a:r>
          </a:p>
        </p:txBody>
      </p:sp>
      <p:pic>
        <p:nvPicPr>
          <p:cNvPr id="7" name="Image 6">
            <a:extLst>
              <a:ext uri="{FF2B5EF4-FFF2-40B4-BE49-F238E27FC236}">
                <a16:creationId xmlns:a16="http://schemas.microsoft.com/office/drawing/2014/main" id="{FC24A7E6-C1E9-487B-93A1-3FAFE3A257ED}"/>
              </a:ext>
            </a:extLst>
          </p:cNvPr>
          <p:cNvPicPr>
            <a:picLocks noChangeAspect="1"/>
          </p:cNvPicPr>
          <p:nvPr/>
        </p:nvPicPr>
        <p:blipFill>
          <a:blip r:embed="rId2"/>
          <a:stretch>
            <a:fillRect/>
          </a:stretch>
        </p:blipFill>
        <p:spPr>
          <a:xfrm>
            <a:off x="-33712" y="3187183"/>
            <a:ext cx="3948420" cy="1175397"/>
          </a:xfrm>
          <a:prstGeom prst="rect">
            <a:avLst/>
          </a:prstGeom>
        </p:spPr>
      </p:pic>
      <p:pic>
        <p:nvPicPr>
          <p:cNvPr id="9" name="Image 8">
            <a:extLst>
              <a:ext uri="{FF2B5EF4-FFF2-40B4-BE49-F238E27FC236}">
                <a16:creationId xmlns:a16="http://schemas.microsoft.com/office/drawing/2014/main" id="{9E66F25E-00C1-4D5F-A387-52328A9E5B41}"/>
              </a:ext>
            </a:extLst>
          </p:cNvPr>
          <p:cNvPicPr>
            <a:picLocks noChangeAspect="1"/>
          </p:cNvPicPr>
          <p:nvPr/>
        </p:nvPicPr>
        <p:blipFill>
          <a:blip r:embed="rId3"/>
          <a:stretch>
            <a:fillRect/>
          </a:stretch>
        </p:blipFill>
        <p:spPr>
          <a:xfrm>
            <a:off x="4054944" y="3187183"/>
            <a:ext cx="3622206" cy="1175397"/>
          </a:xfrm>
          <a:prstGeom prst="rect">
            <a:avLst/>
          </a:prstGeom>
        </p:spPr>
      </p:pic>
      <p:pic>
        <p:nvPicPr>
          <p:cNvPr id="11" name="Image 10">
            <a:extLst>
              <a:ext uri="{FF2B5EF4-FFF2-40B4-BE49-F238E27FC236}">
                <a16:creationId xmlns:a16="http://schemas.microsoft.com/office/drawing/2014/main" id="{B82E0091-2766-44ED-B1EE-62EA173CB4F5}"/>
              </a:ext>
            </a:extLst>
          </p:cNvPr>
          <p:cNvPicPr>
            <a:picLocks noChangeAspect="1"/>
          </p:cNvPicPr>
          <p:nvPr/>
        </p:nvPicPr>
        <p:blipFill>
          <a:blip r:embed="rId4"/>
          <a:stretch>
            <a:fillRect/>
          </a:stretch>
        </p:blipFill>
        <p:spPr>
          <a:xfrm>
            <a:off x="0" y="4431913"/>
            <a:ext cx="3914708" cy="1109360"/>
          </a:xfrm>
          <a:prstGeom prst="rect">
            <a:avLst/>
          </a:prstGeom>
        </p:spPr>
      </p:pic>
      <p:pic>
        <p:nvPicPr>
          <p:cNvPr id="13" name="Image 12">
            <a:extLst>
              <a:ext uri="{FF2B5EF4-FFF2-40B4-BE49-F238E27FC236}">
                <a16:creationId xmlns:a16="http://schemas.microsoft.com/office/drawing/2014/main" id="{C3C3D27E-DF83-47C5-B08F-B4FC43F4F2DB}"/>
              </a:ext>
            </a:extLst>
          </p:cNvPr>
          <p:cNvPicPr>
            <a:picLocks noChangeAspect="1"/>
          </p:cNvPicPr>
          <p:nvPr/>
        </p:nvPicPr>
        <p:blipFill>
          <a:blip r:embed="rId5"/>
          <a:stretch>
            <a:fillRect/>
          </a:stretch>
        </p:blipFill>
        <p:spPr>
          <a:xfrm>
            <a:off x="4123424" y="4371472"/>
            <a:ext cx="3622206" cy="1109360"/>
          </a:xfrm>
          <a:prstGeom prst="rect">
            <a:avLst/>
          </a:prstGeom>
        </p:spPr>
      </p:pic>
      <p:pic>
        <p:nvPicPr>
          <p:cNvPr id="15" name="Image 14">
            <a:extLst>
              <a:ext uri="{FF2B5EF4-FFF2-40B4-BE49-F238E27FC236}">
                <a16:creationId xmlns:a16="http://schemas.microsoft.com/office/drawing/2014/main" id="{8B905184-C239-4A20-B39C-FB58A67F7B7C}"/>
              </a:ext>
            </a:extLst>
          </p:cNvPr>
          <p:cNvPicPr>
            <a:picLocks noChangeAspect="1"/>
          </p:cNvPicPr>
          <p:nvPr/>
        </p:nvPicPr>
        <p:blipFill>
          <a:blip r:embed="rId6"/>
          <a:stretch>
            <a:fillRect/>
          </a:stretch>
        </p:blipFill>
        <p:spPr>
          <a:xfrm>
            <a:off x="-33712" y="5391105"/>
            <a:ext cx="3948419" cy="1157539"/>
          </a:xfrm>
          <a:prstGeom prst="rect">
            <a:avLst/>
          </a:prstGeom>
        </p:spPr>
      </p:pic>
      <p:pic>
        <p:nvPicPr>
          <p:cNvPr id="17" name="Image 16">
            <a:extLst>
              <a:ext uri="{FF2B5EF4-FFF2-40B4-BE49-F238E27FC236}">
                <a16:creationId xmlns:a16="http://schemas.microsoft.com/office/drawing/2014/main" id="{BC14AB47-472E-4536-940C-7CBF927516D2}"/>
              </a:ext>
            </a:extLst>
          </p:cNvPr>
          <p:cNvPicPr>
            <a:picLocks noChangeAspect="1"/>
          </p:cNvPicPr>
          <p:nvPr/>
        </p:nvPicPr>
        <p:blipFill>
          <a:blip r:embed="rId7"/>
          <a:stretch>
            <a:fillRect/>
          </a:stretch>
        </p:blipFill>
        <p:spPr>
          <a:xfrm>
            <a:off x="7954346" y="2378076"/>
            <a:ext cx="4236130" cy="4172532"/>
          </a:xfrm>
          <a:prstGeom prst="rect">
            <a:avLst/>
          </a:prstGeom>
        </p:spPr>
      </p:pic>
      <p:sp>
        <p:nvSpPr>
          <p:cNvPr id="4" name="Rectangle 3">
            <a:extLst>
              <a:ext uri="{FF2B5EF4-FFF2-40B4-BE49-F238E27FC236}">
                <a16:creationId xmlns:a16="http://schemas.microsoft.com/office/drawing/2014/main" id="{91D5B399-892E-54C0-255A-CA1813FEE1FF}"/>
              </a:ext>
            </a:extLst>
          </p:cNvPr>
          <p:cNvSpPr/>
          <p:nvPr/>
        </p:nvSpPr>
        <p:spPr>
          <a:xfrm>
            <a:off x="8211845" y="635715"/>
            <a:ext cx="2589505" cy="95496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fr-FR" dirty="0">
                <a:solidFill>
                  <a:schemeClr val="tx1"/>
                </a:solidFill>
                <a:highlight>
                  <a:srgbClr val="FF0000"/>
                </a:highlight>
              </a:rPr>
              <a:t>TODO</a:t>
            </a:r>
          </a:p>
        </p:txBody>
      </p:sp>
    </p:spTree>
    <p:extLst>
      <p:ext uri="{BB962C8B-B14F-4D97-AF65-F5344CB8AC3E}">
        <p14:creationId xmlns:p14="http://schemas.microsoft.com/office/powerpoint/2010/main" val="27322547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28">
            <a:extLst>
              <a:ext uri="{FF2B5EF4-FFF2-40B4-BE49-F238E27FC236}">
                <a16:creationId xmlns:a16="http://schemas.microsoft.com/office/drawing/2014/main" id="{D4993743-B10A-433C-9996-3035D2C3A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Freeform 45">
            <a:extLst>
              <a:ext uri="{FF2B5EF4-FFF2-40B4-BE49-F238E27FC236}">
                <a16:creationId xmlns:a16="http://schemas.microsoft.com/office/drawing/2014/main" id="{BB3B8946-A0AA-42D4-8A24-639DC6EA17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1022350"/>
            <a:ext cx="709612"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1" name="Freeform 46">
            <a:extLst>
              <a:ext uri="{FF2B5EF4-FFF2-40B4-BE49-F238E27FC236}">
                <a16:creationId xmlns:a16="http://schemas.microsoft.com/office/drawing/2014/main" id="{AB1038E6-06EF-4DCB-B52E-D3825C50F7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837744"/>
            <a:ext cx="403225"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2" name="Freeform 47">
            <a:extLst>
              <a:ext uri="{FF2B5EF4-FFF2-40B4-BE49-F238E27FC236}">
                <a16:creationId xmlns:a16="http://schemas.microsoft.com/office/drawing/2014/main" id="{5C7EF35C-8B7D-4026-8F09-8B2B225057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660" y="640894"/>
            <a:ext cx="168275"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7" name="Freeform 44">
            <a:extLst>
              <a:ext uri="{FF2B5EF4-FFF2-40B4-BE49-F238E27FC236}">
                <a16:creationId xmlns:a16="http://schemas.microsoft.com/office/drawing/2014/main" id="{5F24A71D-C0A9-49AC-B2D1-5A9EA2BD38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7348538" y="635716"/>
            <a:ext cx="328612"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9" name="Rectangle 38">
            <a:extLst>
              <a:ext uri="{FF2B5EF4-FFF2-40B4-BE49-F238E27FC236}">
                <a16:creationId xmlns:a16="http://schemas.microsoft.com/office/drawing/2014/main" id="{14280C55-570C-4284-9850-B2BA33DB67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055" y="635715"/>
            <a:ext cx="7033095"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2" name="Titre 1">
            <a:extLst>
              <a:ext uri="{FF2B5EF4-FFF2-40B4-BE49-F238E27FC236}">
                <a16:creationId xmlns:a16="http://schemas.microsoft.com/office/drawing/2014/main" id="{EA8DD52E-265B-44C2-8F10-4D56B7B55819}"/>
              </a:ext>
            </a:extLst>
          </p:cNvPr>
          <p:cNvSpPr>
            <a:spLocks noGrp="1"/>
          </p:cNvSpPr>
          <p:nvPr>
            <p:ph type="title"/>
          </p:nvPr>
        </p:nvSpPr>
        <p:spPr>
          <a:xfrm>
            <a:off x="913981" y="736817"/>
            <a:ext cx="6091312" cy="705080"/>
          </a:xfrm>
        </p:spPr>
        <p:txBody>
          <a:bodyPr>
            <a:normAutofit fontScale="90000"/>
          </a:bodyPr>
          <a:lstStyle/>
          <a:p>
            <a:r>
              <a:rPr lang="fr-FR" sz="3400" b="1" dirty="0">
                <a:solidFill>
                  <a:srgbClr val="FEFFFF"/>
                </a:solidFill>
              </a:rPr>
              <a:t>Power Automate</a:t>
            </a:r>
            <a:br>
              <a:rPr lang="fr-FR" sz="3400" b="1" dirty="0">
                <a:solidFill>
                  <a:srgbClr val="FEFFFF"/>
                </a:solidFill>
              </a:rPr>
            </a:br>
            <a:endParaRPr lang="fr-FR" sz="3400" b="1" dirty="0">
              <a:solidFill>
                <a:srgbClr val="FEFFFF"/>
              </a:solidFill>
            </a:endParaRPr>
          </a:p>
        </p:txBody>
      </p:sp>
      <p:sp>
        <p:nvSpPr>
          <p:cNvPr id="3" name="Espace réservé du contenu 2">
            <a:extLst>
              <a:ext uri="{FF2B5EF4-FFF2-40B4-BE49-F238E27FC236}">
                <a16:creationId xmlns:a16="http://schemas.microsoft.com/office/drawing/2014/main" id="{9B12FCD5-884B-405C-A1EF-9AAA67F23269}"/>
              </a:ext>
            </a:extLst>
          </p:cNvPr>
          <p:cNvSpPr>
            <a:spLocks noGrp="1"/>
          </p:cNvSpPr>
          <p:nvPr>
            <p:ph idx="1"/>
          </p:nvPr>
        </p:nvSpPr>
        <p:spPr>
          <a:xfrm>
            <a:off x="1282189" y="2494450"/>
            <a:ext cx="7388475" cy="623401"/>
          </a:xfrm>
        </p:spPr>
        <p:txBody>
          <a:bodyPr>
            <a:normAutofit fontScale="70000" lnSpcReduction="20000"/>
          </a:bodyPr>
          <a:lstStyle/>
          <a:p>
            <a:pPr>
              <a:buFontTx/>
              <a:buChar char="-"/>
            </a:pPr>
            <a:r>
              <a:rPr lang="fr-FR" sz="2400" dirty="0"/>
              <a:t>Suppression de la demande dans la liste sharepoint</a:t>
            </a:r>
          </a:p>
          <a:p>
            <a:pPr>
              <a:buFontTx/>
              <a:buChar char="-"/>
            </a:pPr>
            <a:r>
              <a:rPr lang="fr-FR" sz="2400" dirty="0"/>
              <a:t>Envoi de mail d’information</a:t>
            </a:r>
          </a:p>
        </p:txBody>
      </p:sp>
      <p:pic>
        <p:nvPicPr>
          <p:cNvPr id="4" name="Image 3">
            <a:extLst>
              <a:ext uri="{FF2B5EF4-FFF2-40B4-BE49-F238E27FC236}">
                <a16:creationId xmlns:a16="http://schemas.microsoft.com/office/drawing/2014/main" id="{4A3AAE21-2D12-41B0-2A9F-FC1E7347D768}"/>
              </a:ext>
            </a:extLst>
          </p:cNvPr>
          <p:cNvPicPr>
            <a:picLocks noChangeAspect="1"/>
          </p:cNvPicPr>
          <p:nvPr/>
        </p:nvPicPr>
        <p:blipFill>
          <a:blip r:embed="rId2"/>
          <a:stretch>
            <a:fillRect/>
          </a:stretch>
        </p:blipFill>
        <p:spPr>
          <a:xfrm>
            <a:off x="1103430" y="1397558"/>
            <a:ext cx="3033595" cy="425796"/>
          </a:xfrm>
          <a:prstGeom prst="rect">
            <a:avLst/>
          </a:prstGeom>
        </p:spPr>
      </p:pic>
    </p:spTree>
    <p:extLst>
      <p:ext uri="{BB962C8B-B14F-4D97-AF65-F5344CB8AC3E}">
        <p14:creationId xmlns:p14="http://schemas.microsoft.com/office/powerpoint/2010/main" val="28411603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7" name="Rectangle 36">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1022350"/>
            <a:ext cx="709612"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1"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837744"/>
            <a:ext cx="403225"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3"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660" y="640894"/>
            <a:ext cx="168275"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5"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223203" y="635716"/>
            <a:ext cx="328612"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7" name="Rectangle 46">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055" y="635715"/>
            <a:ext cx="10907863"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2" name="Titre 1">
            <a:extLst>
              <a:ext uri="{FF2B5EF4-FFF2-40B4-BE49-F238E27FC236}">
                <a16:creationId xmlns:a16="http://schemas.microsoft.com/office/drawing/2014/main" id="{44040FFE-AD80-4A71-8723-9A454A58CF7A}"/>
              </a:ext>
            </a:extLst>
          </p:cNvPr>
          <p:cNvSpPr>
            <a:spLocks noGrp="1"/>
          </p:cNvSpPr>
          <p:nvPr>
            <p:ph type="title"/>
          </p:nvPr>
        </p:nvSpPr>
        <p:spPr>
          <a:xfrm>
            <a:off x="958506" y="800392"/>
            <a:ext cx="10264697" cy="1212102"/>
          </a:xfrm>
        </p:spPr>
        <p:txBody>
          <a:bodyPr>
            <a:normAutofit/>
          </a:bodyPr>
          <a:lstStyle/>
          <a:p>
            <a:r>
              <a:rPr lang="fr-FR" sz="4000" b="1">
                <a:solidFill>
                  <a:srgbClr val="FFFFFF"/>
                </a:solidFill>
              </a:rPr>
              <a:t>ATA_DirServices</a:t>
            </a:r>
            <a:br>
              <a:rPr lang="fr-FR" sz="4000" b="1">
                <a:solidFill>
                  <a:srgbClr val="FFFFFF"/>
                </a:solidFill>
              </a:rPr>
            </a:br>
            <a:endParaRPr lang="fr-FR" sz="4000" b="1">
              <a:solidFill>
                <a:srgbClr val="FFFFFF"/>
              </a:solidFill>
            </a:endParaRPr>
          </a:p>
        </p:txBody>
      </p:sp>
      <p:sp>
        <p:nvSpPr>
          <p:cNvPr id="3" name="Espace réservé du contenu 2">
            <a:extLst>
              <a:ext uri="{FF2B5EF4-FFF2-40B4-BE49-F238E27FC236}">
                <a16:creationId xmlns:a16="http://schemas.microsoft.com/office/drawing/2014/main" id="{A874C550-4C24-44DB-9986-36499A50BDE6}"/>
              </a:ext>
            </a:extLst>
          </p:cNvPr>
          <p:cNvSpPr>
            <a:spLocks noGrp="1"/>
          </p:cNvSpPr>
          <p:nvPr>
            <p:ph idx="1"/>
          </p:nvPr>
        </p:nvSpPr>
        <p:spPr>
          <a:xfrm>
            <a:off x="1367624" y="2490436"/>
            <a:ext cx="9708995" cy="3567173"/>
          </a:xfrm>
        </p:spPr>
        <p:txBody>
          <a:bodyPr anchor="ctr">
            <a:normAutofit/>
          </a:bodyPr>
          <a:lstStyle/>
          <a:p>
            <a:pPr marL="0" indent="0">
              <a:buNone/>
            </a:pPr>
            <a:r>
              <a:rPr lang="fr-FR" sz="1400" dirty="0"/>
              <a:t>Dans « </a:t>
            </a:r>
            <a:r>
              <a:rPr lang="fr-FR" sz="1400" dirty="0" err="1"/>
              <a:t>Dcv_CodeService</a:t>
            </a:r>
            <a:r>
              <a:rPr lang="fr-FR" sz="1400" dirty="0"/>
              <a:t>» </a:t>
            </a:r>
            <a:r>
              <a:rPr lang="fr-FR" sz="1300" dirty="0"/>
              <a:t>on regarde dans la liste « </a:t>
            </a:r>
            <a:r>
              <a:rPr lang="fr-FR" sz="1300" dirty="0" err="1"/>
              <a:t>Org_Agent</a:t>
            </a:r>
            <a:r>
              <a:rPr lang="fr-FR" sz="1300" dirty="0"/>
              <a:t> » le « Code Service GRH » quand le titre est égale au </a:t>
            </a:r>
            <a:r>
              <a:rPr lang="fr-FR" sz="1300" dirty="0" err="1"/>
              <a:t>varCurrentUserLogin</a:t>
            </a:r>
            <a:r>
              <a:rPr lang="fr-FR" sz="1300" dirty="0"/>
              <a:t>  « </a:t>
            </a:r>
            <a:r>
              <a:rPr lang="fr-FR" sz="1300" dirty="0" err="1"/>
              <a:t>LookUp</a:t>
            </a:r>
            <a:r>
              <a:rPr lang="fr-FR" sz="1300" dirty="0"/>
              <a:t>(</a:t>
            </a:r>
            <a:r>
              <a:rPr lang="fr-FR" sz="1300" dirty="0" err="1"/>
              <a:t>Org_Agents;Titre</a:t>
            </a:r>
            <a:r>
              <a:rPr lang="fr-FR" sz="1300" dirty="0"/>
              <a:t> =</a:t>
            </a:r>
            <a:r>
              <a:rPr lang="fr-FR" sz="1300" dirty="0" err="1"/>
              <a:t>varCurrentUserLogin</a:t>
            </a:r>
            <a:r>
              <a:rPr lang="fr-FR" sz="1300" dirty="0"/>
              <a:t>).'Code Service GRH’ »</a:t>
            </a:r>
          </a:p>
          <a:p>
            <a:endParaRPr lang="fr-FR" sz="1300" dirty="0"/>
          </a:p>
          <a:p>
            <a:pPr marL="0" indent="0">
              <a:buNone/>
            </a:pPr>
            <a:r>
              <a:rPr lang="fr-FR" sz="1400" b="1" dirty="0"/>
              <a:t>Dans l’info agent : « Service » </a:t>
            </a:r>
          </a:p>
          <a:p>
            <a:pPr marL="0" indent="0">
              <a:buNone/>
            </a:pPr>
            <a:r>
              <a:rPr lang="fr-FR" sz="1300" dirty="0"/>
              <a:t>On regarde dans la liste </a:t>
            </a:r>
            <a:r>
              <a:rPr lang="fr-FR" sz="1300" dirty="0" err="1"/>
              <a:t>ATA_DirServices</a:t>
            </a:r>
            <a:r>
              <a:rPr lang="fr-FR" sz="1300" dirty="0"/>
              <a:t> quand le Titre est égale à ce qui était trouvé dans  « </a:t>
            </a:r>
            <a:r>
              <a:rPr lang="fr-FR" sz="1300" dirty="0" err="1"/>
              <a:t>Dcv_CodeService</a:t>
            </a:r>
            <a:r>
              <a:rPr lang="fr-FR" sz="1300" dirty="0"/>
              <a:t> » puis on retourne son « </a:t>
            </a:r>
            <a:r>
              <a:rPr lang="fr-FR" sz="1300" dirty="0" err="1"/>
              <a:t>LibelleService</a:t>
            </a:r>
            <a:r>
              <a:rPr lang="fr-FR" sz="1300" dirty="0"/>
              <a:t> »</a:t>
            </a:r>
          </a:p>
          <a:p>
            <a:pPr marL="0" indent="0">
              <a:buNone/>
            </a:pPr>
            <a:r>
              <a:rPr lang="fr-FR" sz="1300" dirty="0"/>
              <a:t>« </a:t>
            </a:r>
            <a:r>
              <a:rPr lang="en-US" sz="1300" dirty="0" err="1"/>
              <a:t>LookUp</a:t>
            </a:r>
            <a:r>
              <a:rPr lang="en-US" sz="1300" dirty="0"/>
              <a:t>(</a:t>
            </a:r>
            <a:r>
              <a:rPr lang="en-US" sz="1300" dirty="0" err="1"/>
              <a:t>ATA_DirServices;Title</a:t>
            </a:r>
            <a:r>
              <a:rPr lang="en-US" sz="1300" dirty="0"/>
              <a:t>= </a:t>
            </a:r>
            <a:r>
              <a:rPr lang="en-US" sz="1300" dirty="0" err="1"/>
              <a:t>Dcv_CodeService.Text</a:t>
            </a:r>
            <a:r>
              <a:rPr lang="en-US" sz="1300" dirty="0"/>
              <a:t>).</a:t>
            </a:r>
            <a:r>
              <a:rPr lang="en-US" sz="1300" dirty="0" err="1"/>
              <a:t>LibelleService</a:t>
            </a:r>
            <a:r>
              <a:rPr lang="fr-FR" sz="1300" dirty="0"/>
              <a:t>»</a:t>
            </a:r>
          </a:p>
          <a:p>
            <a:pPr marL="0" indent="0">
              <a:buNone/>
            </a:pPr>
            <a:endParaRPr lang="fr-FR" sz="1300" dirty="0"/>
          </a:p>
          <a:p>
            <a:pPr marL="0" indent="0">
              <a:buNone/>
            </a:pPr>
            <a:r>
              <a:rPr lang="fr-FR" sz="1400" b="1" dirty="0"/>
              <a:t>Dans l’info agent : « Direction » </a:t>
            </a:r>
          </a:p>
          <a:p>
            <a:pPr marL="0" indent="0">
              <a:buNone/>
            </a:pPr>
            <a:r>
              <a:rPr lang="fr-FR" sz="1300" dirty="0"/>
              <a:t>On regarde dans la liste </a:t>
            </a:r>
            <a:r>
              <a:rPr lang="fr-FR" sz="1300" dirty="0" err="1"/>
              <a:t>ATA_DirServices</a:t>
            </a:r>
            <a:r>
              <a:rPr lang="fr-FR" sz="1300" dirty="0"/>
              <a:t> quand le Titre est égale à ce qui était trouvé dans  « </a:t>
            </a:r>
            <a:r>
              <a:rPr lang="fr-FR" sz="1300" dirty="0" err="1"/>
              <a:t>Dcv_CodeService</a:t>
            </a:r>
            <a:r>
              <a:rPr lang="fr-FR" sz="1300" dirty="0"/>
              <a:t> » puis on retourne sa « Direction »</a:t>
            </a:r>
          </a:p>
          <a:p>
            <a:pPr marL="0" indent="0">
              <a:buNone/>
            </a:pPr>
            <a:r>
              <a:rPr lang="fr-FR" sz="1300" dirty="0"/>
              <a:t>« </a:t>
            </a:r>
            <a:r>
              <a:rPr lang="en-US" sz="1300" dirty="0" err="1"/>
              <a:t>LookUp</a:t>
            </a:r>
            <a:r>
              <a:rPr lang="en-US" sz="1300" dirty="0"/>
              <a:t>(</a:t>
            </a:r>
            <a:r>
              <a:rPr lang="en-US" sz="1300" dirty="0" err="1"/>
              <a:t>ATA_DirServices;Title</a:t>
            </a:r>
            <a:r>
              <a:rPr lang="en-US" sz="1300" dirty="0"/>
              <a:t>= </a:t>
            </a:r>
            <a:r>
              <a:rPr lang="en-US" sz="1300" dirty="0" err="1"/>
              <a:t>Dcv_CodeService.Text</a:t>
            </a:r>
            <a:r>
              <a:rPr lang="en-US" sz="1300" dirty="0"/>
              <a:t>).Direction</a:t>
            </a:r>
            <a:r>
              <a:rPr lang="fr-FR" sz="1300" dirty="0"/>
              <a:t>»</a:t>
            </a:r>
          </a:p>
          <a:p>
            <a:pPr marL="0" indent="0">
              <a:buNone/>
            </a:pPr>
            <a:endParaRPr lang="fr-FR" sz="1300" dirty="0"/>
          </a:p>
        </p:txBody>
      </p:sp>
    </p:spTree>
    <p:extLst>
      <p:ext uri="{BB962C8B-B14F-4D97-AF65-F5344CB8AC3E}">
        <p14:creationId xmlns:p14="http://schemas.microsoft.com/office/powerpoint/2010/main" val="35413876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FAF21B3-FBE4-448B-B9EE-86F62C9BF5A1}"/>
              </a:ext>
            </a:extLst>
          </p:cNvPr>
          <p:cNvSpPr>
            <a:spLocks noGrp="1"/>
          </p:cNvSpPr>
          <p:nvPr>
            <p:ph type="title"/>
          </p:nvPr>
        </p:nvSpPr>
        <p:spPr>
          <a:xfrm>
            <a:off x="838200" y="0"/>
            <a:ext cx="10515600" cy="1325563"/>
          </a:xfrm>
        </p:spPr>
        <p:txBody>
          <a:bodyPr/>
          <a:lstStyle/>
          <a:p>
            <a:pPr algn="ctr"/>
            <a:r>
              <a:rPr lang="fr-FR" dirty="0" err="1"/>
              <a:t>ATA_Intervenants</a:t>
            </a:r>
            <a:endParaRPr lang="fr-FR" dirty="0"/>
          </a:p>
        </p:txBody>
      </p:sp>
      <p:graphicFrame>
        <p:nvGraphicFramePr>
          <p:cNvPr id="24" name="Tableau 24">
            <a:extLst>
              <a:ext uri="{FF2B5EF4-FFF2-40B4-BE49-F238E27FC236}">
                <a16:creationId xmlns:a16="http://schemas.microsoft.com/office/drawing/2014/main" id="{29490549-C059-4212-B184-AA01E1F19AFC}"/>
              </a:ext>
            </a:extLst>
          </p:cNvPr>
          <p:cNvGraphicFramePr>
            <a:graphicFrameLocks noGrp="1"/>
          </p:cNvGraphicFramePr>
          <p:nvPr>
            <p:extLst>
              <p:ext uri="{D42A27DB-BD31-4B8C-83A1-F6EECF244321}">
                <p14:modId xmlns:p14="http://schemas.microsoft.com/office/powerpoint/2010/main" val="4083886634"/>
              </p:ext>
            </p:extLst>
          </p:nvPr>
        </p:nvGraphicFramePr>
        <p:xfrm>
          <a:off x="1695647" y="3915052"/>
          <a:ext cx="8611326" cy="2708088"/>
        </p:xfrm>
        <a:graphic>
          <a:graphicData uri="http://schemas.openxmlformats.org/drawingml/2006/table">
            <a:tbl>
              <a:tblPr firstRow="1" bandRow="1">
                <a:tableStyleId>{5C22544A-7EE6-4342-B048-85BDC9FD1C3A}</a:tableStyleId>
              </a:tblPr>
              <a:tblGrid>
                <a:gridCol w="2870442">
                  <a:extLst>
                    <a:ext uri="{9D8B030D-6E8A-4147-A177-3AD203B41FA5}">
                      <a16:colId xmlns:a16="http://schemas.microsoft.com/office/drawing/2014/main" val="338449465"/>
                    </a:ext>
                  </a:extLst>
                </a:gridCol>
                <a:gridCol w="2870442">
                  <a:extLst>
                    <a:ext uri="{9D8B030D-6E8A-4147-A177-3AD203B41FA5}">
                      <a16:colId xmlns:a16="http://schemas.microsoft.com/office/drawing/2014/main" val="583971253"/>
                    </a:ext>
                  </a:extLst>
                </a:gridCol>
                <a:gridCol w="2870442">
                  <a:extLst>
                    <a:ext uri="{9D8B030D-6E8A-4147-A177-3AD203B41FA5}">
                      <a16:colId xmlns:a16="http://schemas.microsoft.com/office/drawing/2014/main" val="388805774"/>
                    </a:ext>
                  </a:extLst>
                </a:gridCol>
              </a:tblGrid>
              <a:tr h="488272">
                <a:tc>
                  <a:txBody>
                    <a:bodyPr/>
                    <a:lstStyle/>
                    <a:p>
                      <a:pPr algn="ctr"/>
                      <a:r>
                        <a:rPr lang="fr-FR" sz="1400" dirty="0"/>
                        <a:t>Profil RH</a:t>
                      </a:r>
                    </a:p>
                  </a:txBody>
                  <a:tcPr/>
                </a:tc>
                <a:tc>
                  <a:txBody>
                    <a:bodyPr/>
                    <a:lstStyle/>
                    <a:p>
                      <a:pPr algn="ctr"/>
                      <a:r>
                        <a:rPr lang="fr-FR" sz="1400" dirty="0"/>
                        <a:t>Profil Supérieur hiérarchique</a:t>
                      </a:r>
                    </a:p>
                  </a:txBody>
                  <a:tcPr/>
                </a:tc>
                <a:tc>
                  <a:txBody>
                    <a:bodyPr/>
                    <a:lstStyle/>
                    <a:p>
                      <a:pPr algn="ctr"/>
                      <a:endParaRPr lang="fr-FR" sz="1400" dirty="0"/>
                    </a:p>
                  </a:txBody>
                  <a:tcPr/>
                </a:tc>
                <a:extLst>
                  <a:ext uri="{0D108BD9-81ED-4DB2-BD59-A6C34878D82A}">
                    <a16:rowId xmlns:a16="http://schemas.microsoft.com/office/drawing/2014/main" val="4263747248"/>
                  </a:ext>
                </a:extLst>
              </a:tr>
              <a:tr h="2219816">
                <a:tc>
                  <a:txBody>
                    <a:bodyPr/>
                    <a:lstStyle/>
                    <a:p>
                      <a:r>
                        <a:rPr lang="fr-FR" sz="1400" dirty="0"/>
                        <a:t>Profil pouvant accéder à :</a:t>
                      </a:r>
                    </a:p>
                    <a:p>
                      <a:r>
                        <a:rPr lang="fr-FR" sz="1400" dirty="0"/>
                        <a:t>-J’effectue une demande</a:t>
                      </a:r>
                    </a:p>
                    <a:p>
                      <a:r>
                        <a:rPr lang="fr-FR" sz="1400" dirty="0"/>
                        <a:t>-Je consulte mon historique</a:t>
                      </a:r>
                    </a:p>
                    <a:p>
                      <a:r>
                        <a:rPr lang="fr-FR" sz="1400" dirty="0"/>
                        <a:t>-Tableau de bord valideur</a:t>
                      </a:r>
                    </a:p>
                  </a:txBody>
                  <a:tcPr/>
                </a:tc>
                <a:tc>
                  <a:txBody>
                    <a:bodyPr/>
                    <a:lstStyle/>
                    <a:p>
                      <a:r>
                        <a:rPr lang="fr-FR" sz="1400" dirty="0"/>
                        <a:t>Profil pouvant accéder à :</a:t>
                      </a:r>
                    </a:p>
                    <a:p>
                      <a:r>
                        <a:rPr lang="fr-FR" sz="1400" dirty="0"/>
                        <a:t>-Tableau de bord du responsable hiérarchique si au moins une demande le concerne.</a:t>
                      </a:r>
                    </a:p>
                    <a:p>
                      <a:endParaRPr lang="fr-FR" sz="1400" dirty="0"/>
                    </a:p>
                  </a:txBody>
                  <a:tcPr/>
                </a:tc>
                <a:tc>
                  <a:txBody>
                    <a:bodyPr/>
                    <a:lstStyle/>
                    <a:p>
                      <a:endParaRPr lang="fr-FR" sz="1400" dirty="0"/>
                    </a:p>
                  </a:txBody>
                  <a:tcPr/>
                </a:tc>
                <a:extLst>
                  <a:ext uri="{0D108BD9-81ED-4DB2-BD59-A6C34878D82A}">
                    <a16:rowId xmlns:a16="http://schemas.microsoft.com/office/drawing/2014/main" val="2481424556"/>
                  </a:ext>
                </a:extLst>
              </a:tr>
            </a:tbl>
          </a:graphicData>
        </a:graphic>
      </p:graphicFrame>
      <p:pic>
        <p:nvPicPr>
          <p:cNvPr id="25" name="Espace réservé du contenu 4">
            <a:extLst>
              <a:ext uri="{FF2B5EF4-FFF2-40B4-BE49-F238E27FC236}">
                <a16:creationId xmlns:a16="http://schemas.microsoft.com/office/drawing/2014/main" id="{7AF1EE68-FD50-4E44-AA01-B8271A108AAF}"/>
              </a:ext>
            </a:extLst>
          </p:cNvPr>
          <p:cNvPicPr>
            <a:picLocks noChangeAspect="1"/>
          </p:cNvPicPr>
          <p:nvPr/>
        </p:nvPicPr>
        <p:blipFill>
          <a:blip r:embed="rId2"/>
          <a:stretch>
            <a:fillRect/>
          </a:stretch>
        </p:blipFill>
        <p:spPr>
          <a:xfrm>
            <a:off x="1748916" y="5542073"/>
            <a:ext cx="2743180" cy="1031912"/>
          </a:xfrm>
          <a:prstGeom prst="rect">
            <a:avLst/>
          </a:prstGeom>
        </p:spPr>
      </p:pic>
      <p:graphicFrame>
        <p:nvGraphicFramePr>
          <p:cNvPr id="28" name="Tableau 28">
            <a:extLst>
              <a:ext uri="{FF2B5EF4-FFF2-40B4-BE49-F238E27FC236}">
                <a16:creationId xmlns:a16="http://schemas.microsoft.com/office/drawing/2014/main" id="{1AE17E8F-1A01-4881-B33F-F1C58DD3F761}"/>
              </a:ext>
            </a:extLst>
          </p:cNvPr>
          <p:cNvGraphicFramePr>
            <a:graphicFrameLocks noGrp="1"/>
          </p:cNvGraphicFramePr>
          <p:nvPr>
            <p:extLst>
              <p:ext uri="{D42A27DB-BD31-4B8C-83A1-F6EECF244321}">
                <p14:modId xmlns:p14="http://schemas.microsoft.com/office/powerpoint/2010/main" val="2847770346"/>
              </p:ext>
            </p:extLst>
          </p:nvPr>
        </p:nvGraphicFramePr>
        <p:xfrm>
          <a:off x="4861540" y="1947439"/>
          <a:ext cx="2279539" cy="1822360"/>
        </p:xfrm>
        <a:graphic>
          <a:graphicData uri="http://schemas.openxmlformats.org/drawingml/2006/table">
            <a:tbl>
              <a:tblPr firstRow="1" bandRow="1">
                <a:tableStyleId>{5C22544A-7EE6-4342-B048-85BDC9FD1C3A}</a:tableStyleId>
              </a:tblPr>
              <a:tblGrid>
                <a:gridCol w="2279539">
                  <a:extLst>
                    <a:ext uri="{9D8B030D-6E8A-4147-A177-3AD203B41FA5}">
                      <a16:colId xmlns:a16="http://schemas.microsoft.com/office/drawing/2014/main" val="149698349"/>
                    </a:ext>
                  </a:extLst>
                </a:gridCol>
              </a:tblGrid>
              <a:tr h="538189">
                <a:tc>
                  <a:txBody>
                    <a:bodyPr/>
                    <a:lstStyle/>
                    <a:p>
                      <a:pPr algn="ctr"/>
                      <a:r>
                        <a:rPr lang="fr-FR" dirty="0"/>
                        <a:t>Profil Agent</a:t>
                      </a:r>
                    </a:p>
                  </a:txBody>
                  <a:tcPr/>
                </a:tc>
                <a:extLst>
                  <a:ext uri="{0D108BD9-81ED-4DB2-BD59-A6C34878D82A}">
                    <a16:rowId xmlns:a16="http://schemas.microsoft.com/office/drawing/2014/main" val="2420598608"/>
                  </a:ext>
                </a:extLst>
              </a:tr>
              <a:tr h="1284171">
                <a:tc>
                  <a:txBody>
                    <a:bodyPr/>
                    <a:lstStyle/>
                    <a:p>
                      <a:r>
                        <a:rPr lang="fr-FR" sz="1400" dirty="0"/>
                        <a:t>Profil pouvant accéder à :</a:t>
                      </a:r>
                    </a:p>
                    <a:p>
                      <a:pPr algn="l"/>
                      <a:r>
                        <a:rPr lang="fr-FR" sz="1400" dirty="0"/>
                        <a:t>-J’effectue une demande </a:t>
                      </a:r>
                    </a:p>
                    <a:p>
                      <a:pPr algn="l"/>
                      <a:r>
                        <a:rPr lang="fr-FR" sz="1400" dirty="0"/>
                        <a:t>-Je consulte mon historique</a:t>
                      </a:r>
                    </a:p>
                  </a:txBody>
                  <a:tcPr/>
                </a:tc>
                <a:extLst>
                  <a:ext uri="{0D108BD9-81ED-4DB2-BD59-A6C34878D82A}">
                    <a16:rowId xmlns:a16="http://schemas.microsoft.com/office/drawing/2014/main" val="762690998"/>
                  </a:ext>
                </a:extLst>
              </a:tr>
            </a:tbl>
          </a:graphicData>
        </a:graphic>
      </p:graphicFrame>
      <p:sp>
        <p:nvSpPr>
          <p:cNvPr id="29" name="ZoneTexte 28">
            <a:extLst>
              <a:ext uri="{FF2B5EF4-FFF2-40B4-BE49-F238E27FC236}">
                <a16:creationId xmlns:a16="http://schemas.microsoft.com/office/drawing/2014/main" id="{BE75A52E-59E5-49BC-82E2-E0CB16F60575}"/>
              </a:ext>
            </a:extLst>
          </p:cNvPr>
          <p:cNvSpPr txBox="1"/>
          <p:nvPr/>
        </p:nvSpPr>
        <p:spPr>
          <a:xfrm>
            <a:off x="3623303" y="1516802"/>
            <a:ext cx="4945393" cy="369332"/>
          </a:xfrm>
          <a:prstGeom prst="rect">
            <a:avLst/>
          </a:prstGeom>
          <a:noFill/>
        </p:spPr>
        <p:txBody>
          <a:bodyPr wrap="none" rtlCol="0">
            <a:spAutoFit/>
          </a:bodyPr>
          <a:lstStyle/>
          <a:p>
            <a:r>
              <a:rPr lang="fr-FR" dirty="0"/>
              <a:t>Cette liste permet de donner des rôles aux agents  </a:t>
            </a:r>
          </a:p>
        </p:txBody>
      </p:sp>
      <p:sp>
        <p:nvSpPr>
          <p:cNvPr id="5" name="Rectangle 4">
            <a:extLst>
              <a:ext uri="{FF2B5EF4-FFF2-40B4-BE49-F238E27FC236}">
                <a16:creationId xmlns:a16="http://schemas.microsoft.com/office/drawing/2014/main" id="{481CBE02-5EDB-4F29-927C-3C7453362D36}"/>
              </a:ext>
            </a:extLst>
          </p:cNvPr>
          <p:cNvSpPr/>
          <p:nvPr/>
        </p:nvSpPr>
        <p:spPr>
          <a:xfrm>
            <a:off x="7413813" y="3558988"/>
            <a:ext cx="3209364" cy="313764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22389545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1022350"/>
            <a:ext cx="709612"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2"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837744"/>
            <a:ext cx="403225"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660" y="640894"/>
            <a:ext cx="168275"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223203" y="635716"/>
            <a:ext cx="328612"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8" name="Rectangle 17">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055" y="635715"/>
            <a:ext cx="10907863"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2" name="Titre 1">
            <a:extLst>
              <a:ext uri="{FF2B5EF4-FFF2-40B4-BE49-F238E27FC236}">
                <a16:creationId xmlns:a16="http://schemas.microsoft.com/office/drawing/2014/main" id="{B1C90A41-B04E-4CB7-B192-BEE9D5B113E8}"/>
              </a:ext>
            </a:extLst>
          </p:cNvPr>
          <p:cNvSpPr>
            <a:spLocks noGrp="1"/>
          </p:cNvSpPr>
          <p:nvPr>
            <p:ph type="title"/>
          </p:nvPr>
        </p:nvSpPr>
        <p:spPr>
          <a:xfrm>
            <a:off x="958506" y="800392"/>
            <a:ext cx="10264697" cy="1212102"/>
          </a:xfrm>
        </p:spPr>
        <p:txBody>
          <a:bodyPr>
            <a:normAutofit/>
          </a:bodyPr>
          <a:lstStyle/>
          <a:p>
            <a:r>
              <a:rPr lang="fr-FR" sz="4000" dirty="0" err="1">
                <a:solidFill>
                  <a:srgbClr val="FFFFFF"/>
                </a:solidFill>
              </a:rPr>
              <a:t>RET_Agent_Planning</a:t>
            </a:r>
            <a:endParaRPr lang="fr-FR" sz="4000" dirty="0">
              <a:solidFill>
                <a:srgbClr val="FFFFFF"/>
              </a:solidFill>
            </a:endParaRPr>
          </a:p>
        </p:txBody>
      </p:sp>
      <p:sp>
        <p:nvSpPr>
          <p:cNvPr id="3" name="Espace réservé du contenu 2">
            <a:extLst>
              <a:ext uri="{FF2B5EF4-FFF2-40B4-BE49-F238E27FC236}">
                <a16:creationId xmlns:a16="http://schemas.microsoft.com/office/drawing/2014/main" id="{88B27C78-40F6-43B7-8946-8F010A9FEDE6}"/>
              </a:ext>
            </a:extLst>
          </p:cNvPr>
          <p:cNvSpPr>
            <a:spLocks noGrp="1"/>
          </p:cNvSpPr>
          <p:nvPr>
            <p:ph idx="1"/>
          </p:nvPr>
        </p:nvSpPr>
        <p:spPr>
          <a:xfrm>
            <a:off x="1243488" y="2386967"/>
            <a:ext cx="9708995" cy="2939758"/>
          </a:xfrm>
        </p:spPr>
        <p:txBody>
          <a:bodyPr anchor="ctr">
            <a:normAutofit/>
          </a:bodyPr>
          <a:lstStyle/>
          <a:p>
            <a:pPr marL="0" indent="0">
              <a:buNone/>
            </a:pPr>
            <a:r>
              <a:rPr lang="fr-FR" sz="2400" dirty="0"/>
              <a:t>Cette liste récupère tous les agents de l’Acoss  </a:t>
            </a:r>
          </a:p>
          <a:p>
            <a:pPr marL="0" indent="0">
              <a:buNone/>
            </a:pPr>
            <a:r>
              <a:rPr lang="fr-FR" sz="2400" dirty="0"/>
              <a:t>On l’utilise pour </a:t>
            </a:r>
            <a:r>
              <a:rPr lang="fr-FR" sz="2400" dirty="0" err="1"/>
              <a:t>recupere</a:t>
            </a:r>
            <a:r>
              <a:rPr lang="fr-FR" sz="2400" dirty="0"/>
              <a:t> le Site de l’agent connecter.</a:t>
            </a:r>
          </a:p>
          <a:p>
            <a:pPr marL="0" indent="0">
              <a:buNone/>
            </a:pPr>
            <a:r>
              <a:rPr lang="fr-FR" sz="2400" dirty="0"/>
              <a:t>« </a:t>
            </a:r>
            <a:r>
              <a:rPr lang="fr-FR" sz="2400" dirty="0" err="1"/>
              <a:t>LookUp</a:t>
            </a:r>
            <a:r>
              <a:rPr lang="fr-FR" sz="2400" dirty="0"/>
              <a:t>(</a:t>
            </a:r>
            <a:r>
              <a:rPr lang="fr-FR" sz="2400" dirty="0" err="1"/>
              <a:t>RET_Agent_planning;Courriel</a:t>
            </a:r>
            <a:r>
              <a:rPr lang="fr-FR" sz="2400" dirty="0"/>
              <a:t>=</a:t>
            </a:r>
            <a:r>
              <a:rPr lang="fr-FR" sz="2400" dirty="0" err="1"/>
              <a:t>varCurrentUser.Email</a:t>
            </a:r>
            <a:r>
              <a:rPr lang="fr-FR" sz="2400" dirty="0"/>
              <a:t>).Site »</a:t>
            </a:r>
          </a:p>
        </p:txBody>
      </p:sp>
    </p:spTree>
    <p:extLst>
      <p:ext uri="{BB962C8B-B14F-4D97-AF65-F5344CB8AC3E}">
        <p14:creationId xmlns:p14="http://schemas.microsoft.com/office/powerpoint/2010/main" val="9955495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B5FA7C47-B7C1-4D2E-AB49-ED23BA34BA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6">
            <a:extLst>
              <a:ext uri="{FF2B5EF4-FFF2-40B4-BE49-F238E27FC236}">
                <a16:creationId xmlns:a16="http://schemas.microsoft.com/office/drawing/2014/main" id="{596EE156-ABF1-4329-A6BA-03B4254E08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H="1">
            <a:off x="521144" y="911116"/>
            <a:ext cx="687754" cy="5710965"/>
          </a:xfrm>
          <a:custGeom>
            <a:avLst/>
            <a:gdLst>
              <a:gd name="T0" fmla="*/ 414 w 414"/>
              <a:gd name="T1" fmla="*/ 2447 h 2447"/>
              <a:gd name="T2" fmla="*/ 0 w 414"/>
              <a:gd name="T3" fmla="*/ 2247 h 2447"/>
              <a:gd name="T4" fmla="*/ 0 w 414"/>
              <a:gd name="T5" fmla="*/ 0 h 2447"/>
              <a:gd name="T6" fmla="*/ 414 w 414"/>
              <a:gd name="T7" fmla="*/ 200 h 2447"/>
              <a:gd name="T8" fmla="*/ 414 w 414"/>
              <a:gd name="T9" fmla="*/ 2447 h 2447"/>
            </a:gdLst>
            <a:ahLst/>
            <a:cxnLst>
              <a:cxn ang="0">
                <a:pos x="T0" y="T1"/>
              </a:cxn>
              <a:cxn ang="0">
                <a:pos x="T2" y="T3"/>
              </a:cxn>
              <a:cxn ang="0">
                <a:pos x="T4" y="T5"/>
              </a:cxn>
              <a:cxn ang="0">
                <a:pos x="T6" y="T7"/>
              </a:cxn>
              <a:cxn ang="0">
                <a:pos x="T8" y="T9"/>
              </a:cxn>
            </a:cxnLst>
            <a:rect l="0" t="0" r="r" b="b"/>
            <a:pathLst>
              <a:path w="414" h="2447">
                <a:moveTo>
                  <a:pt x="414" y="2447"/>
                </a:moveTo>
                <a:lnTo>
                  <a:pt x="0" y="2247"/>
                </a:lnTo>
                <a:lnTo>
                  <a:pt x="0" y="0"/>
                </a:lnTo>
                <a:lnTo>
                  <a:pt x="414" y="200"/>
                </a:lnTo>
                <a:lnTo>
                  <a:pt x="414" y="244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1" name="Rectangle 8">
            <a:extLst>
              <a:ext uri="{FF2B5EF4-FFF2-40B4-BE49-F238E27FC236}">
                <a16:creationId xmlns:a16="http://schemas.microsoft.com/office/drawing/2014/main" id="{19B9933F-AAB3-444A-8BB5-9CA194A8BC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H="1">
            <a:off x="0" y="1370435"/>
            <a:ext cx="527226" cy="5251646"/>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23" name="Freeform 7">
            <a:extLst>
              <a:ext uri="{FF2B5EF4-FFF2-40B4-BE49-F238E27FC236}">
                <a16:creationId xmlns:a16="http://schemas.microsoft.com/office/drawing/2014/main" id="{7D20183A-0B1D-4A1F-89B1-ADBEDBC6E5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H="1">
            <a:off x="800164" y="643467"/>
            <a:ext cx="409371" cy="5521414"/>
          </a:xfrm>
          <a:custGeom>
            <a:avLst/>
            <a:gdLst>
              <a:gd name="T0" fmla="*/ 209 w 209"/>
              <a:gd name="T1" fmla="*/ 2246 h 2358"/>
              <a:gd name="T2" fmla="*/ 0 w 209"/>
              <a:gd name="T3" fmla="*/ 2358 h 2358"/>
              <a:gd name="T4" fmla="*/ 0 w 209"/>
              <a:gd name="T5" fmla="*/ 111 h 2358"/>
              <a:gd name="T6" fmla="*/ 209 w 209"/>
              <a:gd name="T7" fmla="*/ 0 h 2358"/>
              <a:gd name="T8" fmla="*/ 209 w 209"/>
              <a:gd name="T9" fmla="*/ 2246 h 2358"/>
            </a:gdLst>
            <a:ahLst/>
            <a:cxnLst>
              <a:cxn ang="0">
                <a:pos x="T0" y="T1"/>
              </a:cxn>
              <a:cxn ang="0">
                <a:pos x="T2" y="T3"/>
              </a:cxn>
              <a:cxn ang="0">
                <a:pos x="T4" y="T5"/>
              </a:cxn>
              <a:cxn ang="0">
                <a:pos x="T6" y="T7"/>
              </a:cxn>
              <a:cxn ang="0">
                <a:pos x="T8" y="T9"/>
              </a:cxn>
            </a:cxnLst>
            <a:rect l="0" t="0" r="r" b="b"/>
            <a:pathLst>
              <a:path w="209" h="2358">
                <a:moveTo>
                  <a:pt x="209" y="2246"/>
                </a:moveTo>
                <a:lnTo>
                  <a:pt x="0" y="2358"/>
                </a:lnTo>
                <a:lnTo>
                  <a:pt x="0" y="111"/>
                </a:lnTo>
                <a:lnTo>
                  <a:pt x="209" y="0"/>
                </a:lnTo>
                <a:lnTo>
                  <a:pt x="209" y="2246"/>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5" name="Rectangle 8">
            <a:extLst>
              <a:ext uri="{FF2B5EF4-FFF2-40B4-BE49-F238E27FC236}">
                <a16:creationId xmlns:a16="http://schemas.microsoft.com/office/drawing/2014/main" id="{131031D3-26CD-4214-A9A4-5857EFA15A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795529" y="644382"/>
            <a:ext cx="3856024" cy="5251646"/>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2" name="Titre 1">
            <a:extLst>
              <a:ext uri="{FF2B5EF4-FFF2-40B4-BE49-F238E27FC236}">
                <a16:creationId xmlns:a16="http://schemas.microsoft.com/office/drawing/2014/main" id="{2051D3BD-7879-4BA1-8170-62B9C7B2608D}"/>
              </a:ext>
            </a:extLst>
          </p:cNvPr>
          <p:cNvSpPr>
            <a:spLocks noGrp="1"/>
          </p:cNvSpPr>
          <p:nvPr>
            <p:ph type="title"/>
          </p:nvPr>
        </p:nvSpPr>
        <p:spPr>
          <a:xfrm>
            <a:off x="1116633" y="2418011"/>
            <a:ext cx="3182940" cy="1471959"/>
          </a:xfrm>
        </p:spPr>
        <p:txBody>
          <a:bodyPr>
            <a:normAutofit fontScale="90000"/>
          </a:bodyPr>
          <a:lstStyle/>
          <a:p>
            <a:r>
              <a:rPr lang="fr-FR" sz="3300" b="1" dirty="0">
                <a:solidFill>
                  <a:srgbClr val="FFFFFF"/>
                </a:solidFill>
              </a:rPr>
              <a:t>Circuits des demandes de Forfait Annuel en Jours</a:t>
            </a:r>
          </a:p>
        </p:txBody>
      </p:sp>
      <p:cxnSp>
        <p:nvCxnSpPr>
          <p:cNvPr id="7" name="Connecteur droit 6">
            <a:extLst>
              <a:ext uri="{FF2B5EF4-FFF2-40B4-BE49-F238E27FC236}">
                <a16:creationId xmlns:a16="http://schemas.microsoft.com/office/drawing/2014/main" id="{CF264EE0-B654-4E28-AA4D-0FE579C99662}"/>
              </a:ext>
            </a:extLst>
          </p:cNvPr>
          <p:cNvCxnSpPr/>
          <p:nvPr/>
        </p:nvCxnSpPr>
        <p:spPr>
          <a:xfrm>
            <a:off x="7067774" y="559398"/>
            <a:ext cx="0" cy="533663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Connecteur droit 13">
            <a:extLst>
              <a:ext uri="{FF2B5EF4-FFF2-40B4-BE49-F238E27FC236}">
                <a16:creationId xmlns:a16="http://schemas.microsoft.com/office/drawing/2014/main" id="{DDAA2266-8B74-4C5D-9465-8FBC65202790}"/>
              </a:ext>
            </a:extLst>
          </p:cNvPr>
          <p:cNvCxnSpPr/>
          <p:nvPr/>
        </p:nvCxnSpPr>
        <p:spPr>
          <a:xfrm>
            <a:off x="9597615" y="556114"/>
            <a:ext cx="0" cy="5336630"/>
          </a:xfrm>
          <a:prstGeom prst="line">
            <a:avLst/>
          </a:prstGeom>
        </p:spPr>
        <p:style>
          <a:lnRef idx="1">
            <a:schemeClr val="accent1"/>
          </a:lnRef>
          <a:fillRef idx="0">
            <a:schemeClr val="accent1"/>
          </a:fillRef>
          <a:effectRef idx="0">
            <a:schemeClr val="accent1"/>
          </a:effectRef>
          <a:fontRef idx="minor">
            <a:schemeClr val="tx1"/>
          </a:fontRef>
        </p:style>
      </p:cxnSp>
      <p:sp>
        <p:nvSpPr>
          <p:cNvPr id="8" name="Rectangle : coins arrondis 7">
            <a:extLst>
              <a:ext uri="{FF2B5EF4-FFF2-40B4-BE49-F238E27FC236}">
                <a16:creationId xmlns:a16="http://schemas.microsoft.com/office/drawing/2014/main" id="{01DA48A8-6064-4C5C-9171-E7D307D9F6FE}"/>
              </a:ext>
            </a:extLst>
          </p:cNvPr>
          <p:cNvSpPr/>
          <p:nvPr/>
        </p:nvSpPr>
        <p:spPr>
          <a:xfrm>
            <a:off x="5272974" y="771267"/>
            <a:ext cx="1161826" cy="433590"/>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dirty="0">
                <a:solidFill>
                  <a:schemeClr val="tx1"/>
                </a:solidFill>
              </a:rPr>
              <a:t>Demande</a:t>
            </a:r>
          </a:p>
        </p:txBody>
      </p:sp>
      <p:sp>
        <p:nvSpPr>
          <p:cNvPr id="9" name="Rectangle 8">
            <a:extLst>
              <a:ext uri="{FF2B5EF4-FFF2-40B4-BE49-F238E27FC236}">
                <a16:creationId xmlns:a16="http://schemas.microsoft.com/office/drawing/2014/main" id="{5D149D71-F0E8-4262-9942-E39CEF38844E}"/>
              </a:ext>
            </a:extLst>
          </p:cNvPr>
          <p:cNvSpPr/>
          <p:nvPr/>
        </p:nvSpPr>
        <p:spPr>
          <a:xfrm>
            <a:off x="5243654" y="150607"/>
            <a:ext cx="1474263" cy="2642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dirty="0">
                <a:solidFill>
                  <a:schemeClr val="tx1"/>
                </a:solidFill>
              </a:rPr>
              <a:t>Demandeur</a:t>
            </a:r>
          </a:p>
        </p:txBody>
      </p:sp>
      <p:sp>
        <p:nvSpPr>
          <p:cNvPr id="18" name="Rectangle 17">
            <a:extLst>
              <a:ext uri="{FF2B5EF4-FFF2-40B4-BE49-F238E27FC236}">
                <a16:creationId xmlns:a16="http://schemas.microsoft.com/office/drawing/2014/main" id="{C0FE70AB-849C-4598-B84F-4F3478FE8887}"/>
              </a:ext>
            </a:extLst>
          </p:cNvPr>
          <p:cNvSpPr/>
          <p:nvPr/>
        </p:nvSpPr>
        <p:spPr>
          <a:xfrm>
            <a:off x="7515310" y="150606"/>
            <a:ext cx="1474263" cy="2642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dirty="0">
                <a:solidFill>
                  <a:schemeClr val="tx1"/>
                </a:solidFill>
              </a:rPr>
              <a:t>Responsable hiérarchique N+1 N+2</a:t>
            </a:r>
          </a:p>
        </p:txBody>
      </p:sp>
      <p:sp>
        <p:nvSpPr>
          <p:cNvPr id="20" name="Rectangle 19">
            <a:extLst>
              <a:ext uri="{FF2B5EF4-FFF2-40B4-BE49-F238E27FC236}">
                <a16:creationId xmlns:a16="http://schemas.microsoft.com/office/drawing/2014/main" id="{0D365EC4-6B67-4CB7-BF4E-448C8262C4FB}"/>
              </a:ext>
            </a:extLst>
          </p:cNvPr>
          <p:cNvSpPr/>
          <p:nvPr/>
        </p:nvSpPr>
        <p:spPr>
          <a:xfrm>
            <a:off x="10140176" y="141640"/>
            <a:ext cx="1474263" cy="2642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dirty="0">
                <a:solidFill>
                  <a:schemeClr val="tx1"/>
                </a:solidFill>
              </a:rPr>
              <a:t>DRH</a:t>
            </a:r>
          </a:p>
        </p:txBody>
      </p:sp>
      <p:sp>
        <p:nvSpPr>
          <p:cNvPr id="11" name="Losange 10">
            <a:extLst>
              <a:ext uri="{FF2B5EF4-FFF2-40B4-BE49-F238E27FC236}">
                <a16:creationId xmlns:a16="http://schemas.microsoft.com/office/drawing/2014/main" id="{DE38CC74-55EE-44D8-8A84-1B296C2C1F5C}"/>
              </a:ext>
            </a:extLst>
          </p:cNvPr>
          <p:cNvSpPr/>
          <p:nvPr/>
        </p:nvSpPr>
        <p:spPr>
          <a:xfrm>
            <a:off x="8289311" y="1397697"/>
            <a:ext cx="1270505" cy="769067"/>
          </a:xfrm>
          <a:prstGeom prst="diamond">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dirty="0">
                <a:solidFill>
                  <a:schemeClr val="tx1"/>
                </a:solidFill>
              </a:rPr>
              <a:t>Avis</a:t>
            </a:r>
          </a:p>
        </p:txBody>
      </p:sp>
      <p:sp>
        <p:nvSpPr>
          <p:cNvPr id="22" name="Losange 21">
            <a:extLst>
              <a:ext uri="{FF2B5EF4-FFF2-40B4-BE49-F238E27FC236}">
                <a16:creationId xmlns:a16="http://schemas.microsoft.com/office/drawing/2014/main" id="{9EBA7CCD-7768-43CA-B6E3-D7F41A54F846}"/>
              </a:ext>
            </a:extLst>
          </p:cNvPr>
          <p:cNvSpPr/>
          <p:nvPr/>
        </p:nvSpPr>
        <p:spPr>
          <a:xfrm>
            <a:off x="10303527" y="3151667"/>
            <a:ext cx="1179513" cy="853234"/>
          </a:xfrm>
          <a:prstGeom prst="diamond">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dirty="0">
                <a:solidFill>
                  <a:schemeClr val="tx1"/>
                </a:solidFill>
              </a:rPr>
              <a:t>Décision</a:t>
            </a:r>
          </a:p>
        </p:txBody>
      </p:sp>
      <p:sp>
        <p:nvSpPr>
          <p:cNvPr id="24" name="Rectangle : coins arrondis 23">
            <a:extLst>
              <a:ext uri="{FF2B5EF4-FFF2-40B4-BE49-F238E27FC236}">
                <a16:creationId xmlns:a16="http://schemas.microsoft.com/office/drawing/2014/main" id="{48E58038-8ED4-439F-85A5-27B30830916B}"/>
              </a:ext>
            </a:extLst>
          </p:cNvPr>
          <p:cNvSpPr/>
          <p:nvPr/>
        </p:nvSpPr>
        <p:spPr>
          <a:xfrm>
            <a:off x="5272974" y="1558000"/>
            <a:ext cx="1161826" cy="433590"/>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dirty="0">
                <a:solidFill>
                  <a:schemeClr val="tx1"/>
                </a:solidFill>
              </a:rPr>
              <a:t>Annulation de la demande</a:t>
            </a:r>
          </a:p>
        </p:txBody>
      </p:sp>
      <p:sp>
        <p:nvSpPr>
          <p:cNvPr id="12" name="Organigramme : Document 11">
            <a:extLst>
              <a:ext uri="{FF2B5EF4-FFF2-40B4-BE49-F238E27FC236}">
                <a16:creationId xmlns:a16="http://schemas.microsoft.com/office/drawing/2014/main" id="{4AFDC918-E354-49FE-805C-0FF704D53768}"/>
              </a:ext>
            </a:extLst>
          </p:cNvPr>
          <p:cNvSpPr/>
          <p:nvPr/>
        </p:nvSpPr>
        <p:spPr>
          <a:xfrm>
            <a:off x="5523138" y="2341938"/>
            <a:ext cx="673051" cy="433590"/>
          </a:xfrm>
          <a:prstGeom prst="flowChartDocumen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dirty="0">
                <a:solidFill>
                  <a:schemeClr val="tx1"/>
                </a:solidFill>
              </a:rPr>
              <a:t>Mail</a:t>
            </a:r>
          </a:p>
        </p:txBody>
      </p:sp>
      <p:cxnSp>
        <p:nvCxnSpPr>
          <p:cNvPr id="15" name="Connecteur droit avec flèche 14">
            <a:extLst>
              <a:ext uri="{FF2B5EF4-FFF2-40B4-BE49-F238E27FC236}">
                <a16:creationId xmlns:a16="http://schemas.microsoft.com/office/drawing/2014/main" id="{3901F105-FCD7-4925-871D-BC35B40F7D48}"/>
              </a:ext>
            </a:extLst>
          </p:cNvPr>
          <p:cNvCxnSpPr>
            <a:stCxn id="8" idx="2"/>
            <a:endCxn id="24" idx="0"/>
          </p:cNvCxnSpPr>
          <p:nvPr/>
        </p:nvCxnSpPr>
        <p:spPr>
          <a:xfrm>
            <a:off x="5853887" y="1204857"/>
            <a:ext cx="0" cy="3531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Connecteur droit avec flèche 25">
            <a:extLst>
              <a:ext uri="{FF2B5EF4-FFF2-40B4-BE49-F238E27FC236}">
                <a16:creationId xmlns:a16="http://schemas.microsoft.com/office/drawing/2014/main" id="{9FEAF1DF-3645-45FA-8B69-4413AC775D9C}"/>
              </a:ext>
            </a:extLst>
          </p:cNvPr>
          <p:cNvCxnSpPr>
            <a:stCxn id="24" idx="2"/>
            <a:endCxn id="12" idx="0"/>
          </p:cNvCxnSpPr>
          <p:nvPr/>
        </p:nvCxnSpPr>
        <p:spPr>
          <a:xfrm>
            <a:off x="5853887" y="1991590"/>
            <a:ext cx="5777" cy="3503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0" name="Organigramme : Document 29">
            <a:extLst>
              <a:ext uri="{FF2B5EF4-FFF2-40B4-BE49-F238E27FC236}">
                <a16:creationId xmlns:a16="http://schemas.microsoft.com/office/drawing/2014/main" id="{44C29267-8CA2-4EDA-B0D6-85A148B9902D}"/>
              </a:ext>
            </a:extLst>
          </p:cNvPr>
          <p:cNvSpPr/>
          <p:nvPr/>
        </p:nvSpPr>
        <p:spPr>
          <a:xfrm>
            <a:off x="10556757" y="2081044"/>
            <a:ext cx="673051" cy="433590"/>
          </a:xfrm>
          <a:prstGeom prst="flowChartDocumen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dirty="0">
                <a:solidFill>
                  <a:schemeClr val="tx1"/>
                </a:solidFill>
              </a:rPr>
              <a:t>Mail</a:t>
            </a:r>
          </a:p>
        </p:txBody>
      </p:sp>
      <p:sp>
        <p:nvSpPr>
          <p:cNvPr id="34" name="Organigramme : Document 33">
            <a:extLst>
              <a:ext uri="{FF2B5EF4-FFF2-40B4-BE49-F238E27FC236}">
                <a16:creationId xmlns:a16="http://schemas.microsoft.com/office/drawing/2014/main" id="{9E7CAAFC-C7FE-4E28-B00D-0632D5CC3AF5}"/>
              </a:ext>
            </a:extLst>
          </p:cNvPr>
          <p:cNvSpPr/>
          <p:nvPr/>
        </p:nvSpPr>
        <p:spPr>
          <a:xfrm>
            <a:off x="7215825" y="1561900"/>
            <a:ext cx="673051" cy="433590"/>
          </a:xfrm>
          <a:prstGeom prst="flowChartDocumen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dirty="0">
                <a:solidFill>
                  <a:schemeClr val="tx1"/>
                </a:solidFill>
              </a:rPr>
              <a:t>Mail</a:t>
            </a:r>
          </a:p>
        </p:txBody>
      </p:sp>
      <p:cxnSp>
        <p:nvCxnSpPr>
          <p:cNvPr id="36" name="Connecteur droit avec flèche 35">
            <a:extLst>
              <a:ext uri="{FF2B5EF4-FFF2-40B4-BE49-F238E27FC236}">
                <a16:creationId xmlns:a16="http://schemas.microsoft.com/office/drawing/2014/main" id="{327B28BC-3815-4931-8192-E89C722E836E}"/>
              </a:ext>
            </a:extLst>
          </p:cNvPr>
          <p:cNvCxnSpPr>
            <a:stCxn id="24" idx="3"/>
            <a:endCxn id="34" idx="1"/>
          </p:cNvCxnSpPr>
          <p:nvPr/>
        </p:nvCxnSpPr>
        <p:spPr>
          <a:xfrm>
            <a:off x="6434800" y="1774795"/>
            <a:ext cx="781025" cy="39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Connecteur droit avec flèche 43">
            <a:extLst>
              <a:ext uri="{FF2B5EF4-FFF2-40B4-BE49-F238E27FC236}">
                <a16:creationId xmlns:a16="http://schemas.microsoft.com/office/drawing/2014/main" id="{1B0EDF92-632A-4C64-A518-985D7BF653DF}"/>
              </a:ext>
            </a:extLst>
          </p:cNvPr>
          <p:cNvCxnSpPr>
            <a:stCxn id="8" idx="3"/>
            <a:endCxn id="34" idx="0"/>
          </p:cNvCxnSpPr>
          <p:nvPr/>
        </p:nvCxnSpPr>
        <p:spPr>
          <a:xfrm>
            <a:off x="6434800" y="988062"/>
            <a:ext cx="1117551" cy="5738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Connecteur droit avec flèche 45">
            <a:extLst>
              <a:ext uri="{FF2B5EF4-FFF2-40B4-BE49-F238E27FC236}">
                <a16:creationId xmlns:a16="http://schemas.microsoft.com/office/drawing/2014/main" id="{69D85514-7EFB-4C48-8483-0B0ED04E04EB}"/>
              </a:ext>
            </a:extLst>
          </p:cNvPr>
          <p:cNvCxnSpPr>
            <a:stCxn id="8" idx="3"/>
            <a:endCxn id="11" idx="0"/>
          </p:cNvCxnSpPr>
          <p:nvPr/>
        </p:nvCxnSpPr>
        <p:spPr>
          <a:xfrm>
            <a:off x="6434800" y="988062"/>
            <a:ext cx="2489764" cy="4096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Connecteur droit avec flèche 48">
            <a:extLst>
              <a:ext uri="{FF2B5EF4-FFF2-40B4-BE49-F238E27FC236}">
                <a16:creationId xmlns:a16="http://schemas.microsoft.com/office/drawing/2014/main" id="{17ECDA71-9C55-45F0-926F-51DCD65640C4}"/>
              </a:ext>
            </a:extLst>
          </p:cNvPr>
          <p:cNvCxnSpPr>
            <a:cxnSpLocks/>
            <a:stCxn id="11" idx="3"/>
            <a:endCxn id="30" idx="1"/>
          </p:cNvCxnSpPr>
          <p:nvPr/>
        </p:nvCxnSpPr>
        <p:spPr>
          <a:xfrm>
            <a:off x="9559816" y="1782231"/>
            <a:ext cx="996941" cy="5156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1" name="Rectangle 50">
            <a:extLst>
              <a:ext uri="{FF2B5EF4-FFF2-40B4-BE49-F238E27FC236}">
                <a16:creationId xmlns:a16="http://schemas.microsoft.com/office/drawing/2014/main" id="{E1827B11-D094-44E3-A280-D4CE744FBB4D}"/>
              </a:ext>
            </a:extLst>
          </p:cNvPr>
          <p:cNvSpPr/>
          <p:nvPr/>
        </p:nvSpPr>
        <p:spPr>
          <a:xfrm>
            <a:off x="9759416" y="1558000"/>
            <a:ext cx="712453" cy="2093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dirty="0">
                <a:solidFill>
                  <a:schemeClr val="tx1"/>
                </a:solidFill>
              </a:rPr>
              <a:t>Favorable</a:t>
            </a:r>
          </a:p>
        </p:txBody>
      </p:sp>
      <p:sp>
        <p:nvSpPr>
          <p:cNvPr id="52" name="Rectangle 51">
            <a:extLst>
              <a:ext uri="{FF2B5EF4-FFF2-40B4-BE49-F238E27FC236}">
                <a16:creationId xmlns:a16="http://schemas.microsoft.com/office/drawing/2014/main" id="{E630BC92-E72B-4435-86C8-D60F7668A76B}"/>
              </a:ext>
            </a:extLst>
          </p:cNvPr>
          <p:cNvSpPr/>
          <p:nvPr/>
        </p:nvSpPr>
        <p:spPr>
          <a:xfrm>
            <a:off x="8704190" y="2236437"/>
            <a:ext cx="874525" cy="894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dirty="0">
                <a:solidFill>
                  <a:schemeClr val="tx1"/>
                </a:solidFill>
              </a:rPr>
              <a:t>Défavorable</a:t>
            </a:r>
          </a:p>
        </p:txBody>
      </p:sp>
      <p:sp>
        <p:nvSpPr>
          <p:cNvPr id="58" name="Organigramme : Document 57">
            <a:extLst>
              <a:ext uri="{FF2B5EF4-FFF2-40B4-BE49-F238E27FC236}">
                <a16:creationId xmlns:a16="http://schemas.microsoft.com/office/drawing/2014/main" id="{C74C432F-8EA3-4B84-94B7-558C0EC53B0E}"/>
              </a:ext>
            </a:extLst>
          </p:cNvPr>
          <p:cNvSpPr/>
          <p:nvPr/>
        </p:nvSpPr>
        <p:spPr>
          <a:xfrm>
            <a:off x="7996169" y="3391997"/>
            <a:ext cx="673051" cy="433590"/>
          </a:xfrm>
          <a:prstGeom prst="flowChartDocumen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dirty="0">
                <a:solidFill>
                  <a:schemeClr val="tx1"/>
                </a:solidFill>
              </a:rPr>
              <a:t>Mail</a:t>
            </a:r>
          </a:p>
        </p:txBody>
      </p:sp>
      <p:cxnSp>
        <p:nvCxnSpPr>
          <p:cNvPr id="61" name="Connecteur droit avec flèche 60">
            <a:extLst>
              <a:ext uri="{FF2B5EF4-FFF2-40B4-BE49-F238E27FC236}">
                <a16:creationId xmlns:a16="http://schemas.microsoft.com/office/drawing/2014/main" id="{170072EA-8EA9-4825-B4F5-FBC3AD360944}"/>
              </a:ext>
            </a:extLst>
          </p:cNvPr>
          <p:cNvCxnSpPr>
            <a:stCxn id="11" idx="2"/>
            <a:endCxn id="30" idx="1"/>
          </p:cNvCxnSpPr>
          <p:nvPr/>
        </p:nvCxnSpPr>
        <p:spPr>
          <a:xfrm>
            <a:off x="8924564" y="2166764"/>
            <a:ext cx="1632193" cy="1310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2" name="Rectangle 61">
            <a:extLst>
              <a:ext uri="{FF2B5EF4-FFF2-40B4-BE49-F238E27FC236}">
                <a16:creationId xmlns:a16="http://schemas.microsoft.com/office/drawing/2014/main" id="{2E3B0FE8-DEAD-44EC-9326-84F60BA8C847}"/>
              </a:ext>
            </a:extLst>
          </p:cNvPr>
          <p:cNvSpPr/>
          <p:nvPr/>
        </p:nvSpPr>
        <p:spPr>
          <a:xfrm>
            <a:off x="9651990" y="3314597"/>
            <a:ext cx="712453" cy="2093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dirty="0">
                <a:solidFill>
                  <a:schemeClr val="tx1"/>
                </a:solidFill>
              </a:rPr>
              <a:t>Validation</a:t>
            </a:r>
          </a:p>
        </p:txBody>
      </p:sp>
      <p:sp>
        <p:nvSpPr>
          <p:cNvPr id="63" name="Rectangle 62">
            <a:extLst>
              <a:ext uri="{FF2B5EF4-FFF2-40B4-BE49-F238E27FC236}">
                <a16:creationId xmlns:a16="http://schemas.microsoft.com/office/drawing/2014/main" id="{DB7DE4E7-5F8B-44A5-AE9A-885891E417BD}"/>
              </a:ext>
            </a:extLst>
          </p:cNvPr>
          <p:cNvSpPr/>
          <p:nvPr/>
        </p:nvSpPr>
        <p:spPr>
          <a:xfrm>
            <a:off x="11048104" y="3955199"/>
            <a:ext cx="477822" cy="20071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dirty="0">
                <a:solidFill>
                  <a:schemeClr val="tx1"/>
                </a:solidFill>
              </a:rPr>
              <a:t>Rejet</a:t>
            </a:r>
          </a:p>
        </p:txBody>
      </p:sp>
      <p:cxnSp>
        <p:nvCxnSpPr>
          <p:cNvPr id="65" name="Connecteur droit avec flèche 64">
            <a:extLst>
              <a:ext uri="{FF2B5EF4-FFF2-40B4-BE49-F238E27FC236}">
                <a16:creationId xmlns:a16="http://schemas.microsoft.com/office/drawing/2014/main" id="{A5ED2986-B656-4775-BAAE-594A8DBBFDEF}"/>
              </a:ext>
            </a:extLst>
          </p:cNvPr>
          <p:cNvCxnSpPr>
            <a:cxnSpLocks/>
            <a:stCxn id="22" idx="1"/>
            <a:endCxn id="58" idx="3"/>
          </p:cNvCxnSpPr>
          <p:nvPr/>
        </p:nvCxnSpPr>
        <p:spPr>
          <a:xfrm flipH="1">
            <a:off x="8669220" y="3578284"/>
            <a:ext cx="1634307" cy="305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7" name="Organigramme : Document 66">
            <a:extLst>
              <a:ext uri="{FF2B5EF4-FFF2-40B4-BE49-F238E27FC236}">
                <a16:creationId xmlns:a16="http://schemas.microsoft.com/office/drawing/2014/main" id="{49F51E94-D1A0-49A5-8FA6-CC90E629270B}"/>
              </a:ext>
            </a:extLst>
          </p:cNvPr>
          <p:cNvSpPr/>
          <p:nvPr/>
        </p:nvSpPr>
        <p:spPr>
          <a:xfrm>
            <a:off x="5559428" y="3376441"/>
            <a:ext cx="673051" cy="433590"/>
          </a:xfrm>
          <a:prstGeom prst="flowChartDocumen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dirty="0">
                <a:solidFill>
                  <a:schemeClr val="tx1"/>
                </a:solidFill>
              </a:rPr>
              <a:t>Mail</a:t>
            </a:r>
          </a:p>
        </p:txBody>
      </p:sp>
      <p:cxnSp>
        <p:nvCxnSpPr>
          <p:cNvPr id="68" name="Connecteur droit avec flèche 67">
            <a:extLst>
              <a:ext uri="{FF2B5EF4-FFF2-40B4-BE49-F238E27FC236}">
                <a16:creationId xmlns:a16="http://schemas.microsoft.com/office/drawing/2014/main" id="{E4320FCD-A254-49EE-88FB-7A9A651A3406}"/>
              </a:ext>
            </a:extLst>
          </p:cNvPr>
          <p:cNvCxnSpPr>
            <a:cxnSpLocks/>
            <a:endCxn id="67" idx="3"/>
          </p:cNvCxnSpPr>
          <p:nvPr/>
        </p:nvCxnSpPr>
        <p:spPr>
          <a:xfrm flipH="1">
            <a:off x="6232479" y="3573732"/>
            <a:ext cx="1730829" cy="195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2" name="Connecteur droit avec flèche 71">
            <a:extLst>
              <a:ext uri="{FF2B5EF4-FFF2-40B4-BE49-F238E27FC236}">
                <a16:creationId xmlns:a16="http://schemas.microsoft.com/office/drawing/2014/main" id="{DBB36484-C89B-42B3-8C4C-BB7484B9BA80}"/>
              </a:ext>
            </a:extLst>
          </p:cNvPr>
          <p:cNvCxnSpPr>
            <a:endCxn id="22" idx="0"/>
          </p:cNvCxnSpPr>
          <p:nvPr/>
        </p:nvCxnSpPr>
        <p:spPr>
          <a:xfrm>
            <a:off x="9141452" y="1914861"/>
            <a:ext cx="1751832" cy="12368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4" name="Rectangle 73">
            <a:extLst>
              <a:ext uri="{FF2B5EF4-FFF2-40B4-BE49-F238E27FC236}">
                <a16:creationId xmlns:a16="http://schemas.microsoft.com/office/drawing/2014/main" id="{CFF8D4E4-1ED8-4244-9A7B-302049DFD6AA}"/>
              </a:ext>
            </a:extLst>
          </p:cNvPr>
          <p:cNvSpPr/>
          <p:nvPr/>
        </p:nvSpPr>
        <p:spPr>
          <a:xfrm>
            <a:off x="10364443" y="4808433"/>
            <a:ext cx="1306412" cy="508253"/>
          </a:xfrm>
          <a:prstGeom prst="rect">
            <a:avLst/>
          </a:prstGeom>
          <a:solidFill>
            <a:schemeClr val="bg1"/>
          </a:solidFill>
          <a:ln>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Courrier DRH</a:t>
            </a:r>
          </a:p>
        </p:txBody>
      </p:sp>
      <p:cxnSp>
        <p:nvCxnSpPr>
          <p:cNvPr id="75" name="Connecteur droit avec flèche 74">
            <a:extLst>
              <a:ext uri="{FF2B5EF4-FFF2-40B4-BE49-F238E27FC236}">
                <a16:creationId xmlns:a16="http://schemas.microsoft.com/office/drawing/2014/main" id="{6AD447B3-E3C2-4C8C-94B0-F935D56699A1}"/>
              </a:ext>
            </a:extLst>
          </p:cNvPr>
          <p:cNvCxnSpPr>
            <a:cxnSpLocks/>
            <a:stCxn id="22" idx="2"/>
          </p:cNvCxnSpPr>
          <p:nvPr/>
        </p:nvCxnSpPr>
        <p:spPr>
          <a:xfrm flipH="1">
            <a:off x="10893282" y="4004901"/>
            <a:ext cx="2" cy="7714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 name="ZoneTexte 2">
            <a:extLst>
              <a:ext uri="{FF2B5EF4-FFF2-40B4-BE49-F238E27FC236}">
                <a16:creationId xmlns:a16="http://schemas.microsoft.com/office/drawing/2014/main" id="{E9AEA72D-0469-4CAA-7FBF-D9BF218DAC23}"/>
              </a:ext>
            </a:extLst>
          </p:cNvPr>
          <p:cNvSpPr txBox="1"/>
          <p:nvPr/>
        </p:nvSpPr>
        <p:spPr>
          <a:xfrm>
            <a:off x="5243654" y="4229100"/>
            <a:ext cx="3856024" cy="369332"/>
          </a:xfrm>
          <a:prstGeom prst="rect">
            <a:avLst/>
          </a:prstGeom>
          <a:solidFill>
            <a:srgbClr val="FF0000"/>
          </a:solidFill>
        </p:spPr>
        <p:txBody>
          <a:bodyPr wrap="square" rtlCol="0">
            <a:spAutoFit/>
          </a:bodyPr>
          <a:lstStyle/>
          <a:p>
            <a:r>
              <a:rPr lang="fr-FR" dirty="0"/>
              <a:t>TODO Attente spécifications workflow</a:t>
            </a:r>
          </a:p>
        </p:txBody>
      </p:sp>
    </p:spTree>
    <p:extLst>
      <p:ext uri="{BB962C8B-B14F-4D97-AF65-F5344CB8AC3E}">
        <p14:creationId xmlns:p14="http://schemas.microsoft.com/office/powerpoint/2010/main" val="20101688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D6A8A96-2DAB-405B-9679-674FCD828B6C}"/>
              </a:ext>
            </a:extLst>
          </p:cNvPr>
          <p:cNvSpPr>
            <a:spLocks noGrp="1"/>
          </p:cNvSpPr>
          <p:nvPr>
            <p:ph type="title"/>
          </p:nvPr>
        </p:nvSpPr>
        <p:spPr>
          <a:xfrm>
            <a:off x="546897" y="-279398"/>
            <a:ext cx="10937684" cy="826008"/>
          </a:xfrm>
        </p:spPr>
        <p:txBody>
          <a:bodyPr>
            <a:normAutofit/>
          </a:bodyPr>
          <a:lstStyle/>
          <a:p>
            <a:pPr algn="ctr"/>
            <a:r>
              <a:rPr lang="fr-FR" sz="2800" dirty="0"/>
              <a:t>Liaison pour retrouvé les informations de l’agent </a:t>
            </a:r>
          </a:p>
        </p:txBody>
      </p:sp>
      <p:graphicFrame>
        <p:nvGraphicFramePr>
          <p:cNvPr id="10" name="Tableau 10">
            <a:extLst>
              <a:ext uri="{FF2B5EF4-FFF2-40B4-BE49-F238E27FC236}">
                <a16:creationId xmlns:a16="http://schemas.microsoft.com/office/drawing/2014/main" id="{C78CD20C-C315-4B80-A6E1-3DDF9114696A}"/>
              </a:ext>
            </a:extLst>
          </p:cNvPr>
          <p:cNvGraphicFramePr>
            <a:graphicFrameLocks noGrp="1"/>
          </p:cNvGraphicFramePr>
          <p:nvPr>
            <p:extLst>
              <p:ext uri="{D42A27DB-BD31-4B8C-83A1-F6EECF244321}">
                <p14:modId xmlns:p14="http://schemas.microsoft.com/office/powerpoint/2010/main" val="2911366346"/>
              </p:ext>
            </p:extLst>
          </p:nvPr>
        </p:nvGraphicFramePr>
        <p:xfrm>
          <a:off x="286517" y="546610"/>
          <a:ext cx="11840012" cy="5579870"/>
        </p:xfrm>
        <a:graphic>
          <a:graphicData uri="http://schemas.openxmlformats.org/drawingml/2006/table">
            <a:tbl>
              <a:tblPr firstRow="1" bandRow="1">
                <a:tableStyleId>{5C22544A-7EE6-4342-B048-85BDC9FD1C3A}</a:tableStyleId>
              </a:tblPr>
              <a:tblGrid>
                <a:gridCol w="6033003">
                  <a:extLst>
                    <a:ext uri="{9D8B030D-6E8A-4147-A177-3AD203B41FA5}">
                      <a16:colId xmlns:a16="http://schemas.microsoft.com/office/drawing/2014/main" val="2905383921"/>
                    </a:ext>
                  </a:extLst>
                </a:gridCol>
                <a:gridCol w="5807009">
                  <a:extLst>
                    <a:ext uri="{9D8B030D-6E8A-4147-A177-3AD203B41FA5}">
                      <a16:colId xmlns:a16="http://schemas.microsoft.com/office/drawing/2014/main" val="1577349429"/>
                    </a:ext>
                  </a:extLst>
                </a:gridCol>
              </a:tblGrid>
              <a:tr h="326507">
                <a:tc>
                  <a:txBody>
                    <a:bodyPr/>
                    <a:lstStyle/>
                    <a:p>
                      <a:r>
                        <a:rPr lang="fr-FR" sz="1200" dirty="0"/>
                        <a:t>Explication</a:t>
                      </a:r>
                    </a:p>
                  </a:txBody>
                  <a:tcPr/>
                </a:tc>
                <a:tc>
                  <a:txBody>
                    <a:bodyPr/>
                    <a:lstStyle/>
                    <a:p>
                      <a:r>
                        <a:rPr lang="fr-FR" sz="1200" dirty="0"/>
                        <a:t>Code</a:t>
                      </a:r>
                    </a:p>
                  </a:txBody>
                  <a:tcPr/>
                </a:tc>
                <a:extLst>
                  <a:ext uri="{0D108BD9-81ED-4DB2-BD59-A6C34878D82A}">
                    <a16:rowId xmlns:a16="http://schemas.microsoft.com/office/drawing/2014/main" val="220703941"/>
                  </a:ext>
                </a:extLst>
              </a:tr>
              <a:tr h="772803">
                <a:tc>
                  <a:txBody>
                    <a:bodyPr/>
                    <a:lstStyle/>
                    <a:p>
                      <a:r>
                        <a:rPr lang="fr-FR" sz="1200" dirty="0"/>
                        <a:t>On initialise une variable </a:t>
                      </a:r>
                      <a:r>
                        <a:rPr lang="fr-FR" sz="1200" dirty="0" err="1"/>
                        <a:t>varCurrentUser</a:t>
                      </a:r>
                      <a:r>
                        <a:rPr lang="fr-FR" sz="1200" dirty="0"/>
                        <a:t> pour récupérer les infos de la personne connecté</a:t>
                      </a:r>
                    </a:p>
                    <a:p>
                      <a:r>
                        <a:rPr lang="fr-FR" sz="1200" dirty="0"/>
                        <a:t>avec User() qui renvoie des informations sur l’utilisateur actuel</a:t>
                      </a:r>
                    </a:p>
                  </a:txBody>
                  <a:tcPr/>
                </a:tc>
                <a:tc>
                  <a:txBody>
                    <a:bodyPr/>
                    <a:lstStyle/>
                    <a:p>
                      <a:endParaRPr lang="fr-FR" sz="1200" dirty="0"/>
                    </a:p>
                  </a:txBody>
                  <a:tcPr/>
                </a:tc>
                <a:extLst>
                  <a:ext uri="{0D108BD9-81ED-4DB2-BD59-A6C34878D82A}">
                    <a16:rowId xmlns:a16="http://schemas.microsoft.com/office/drawing/2014/main" val="182568610"/>
                  </a:ext>
                </a:extLst>
              </a:tr>
              <a:tr h="5791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t>On initialise une variable </a:t>
                      </a:r>
                      <a:r>
                        <a:rPr lang="fr-FR" sz="1200" dirty="0" err="1"/>
                        <a:t>varCurrentUserMail</a:t>
                      </a:r>
                      <a:r>
                        <a:rPr lang="fr-FR" sz="1200" dirty="0"/>
                        <a:t> qui </a:t>
                      </a:r>
                      <a:r>
                        <a:rPr lang="fr-FR" sz="1200" dirty="0" err="1"/>
                        <a:t>renvoit</a:t>
                      </a:r>
                      <a:r>
                        <a:rPr lang="fr-FR" sz="1200" dirty="0"/>
                        <a:t> le mail de la personne connecté en faisant un .Email a User()</a:t>
                      </a:r>
                    </a:p>
                    <a:p>
                      <a:endParaRPr lang="fr-FR" sz="1200" dirty="0"/>
                    </a:p>
                  </a:txBody>
                  <a:tcPr/>
                </a:tc>
                <a:tc>
                  <a:txBody>
                    <a:bodyPr/>
                    <a:lstStyle/>
                    <a:p>
                      <a:endParaRPr lang="fr-FR" sz="1200" dirty="0"/>
                    </a:p>
                  </a:txBody>
                  <a:tcPr/>
                </a:tc>
                <a:extLst>
                  <a:ext uri="{0D108BD9-81ED-4DB2-BD59-A6C34878D82A}">
                    <a16:rowId xmlns:a16="http://schemas.microsoft.com/office/drawing/2014/main" val="310898767"/>
                  </a:ext>
                </a:extLst>
              </a:tr>
              <a:tr h="680720">
                <a:tc>
                  <a:txBody>
                    <a:bodyPr/>
                    <a:lstStyle/>
                    <a:p>
                      <a:r>
                        <a:rPr lang="fr-FR" sz="1200" dirty="0"/>
                        <a:t>Utilisateurs Office 365 permet d’accéder aux profils utilisateur de son organisation à l’aide de leur compte Office 365.</a:t>
                      </a:r>
                    </a:p>
                  </a:txBody>
                  <a:tcPr/>
                </a:tc>
                <a:tc>
                  <a:txBody>
                    <a:bodyPr/>
                    <a:lstStyle/>
                    <a:p>
                      <a:endParaRPr lang="fr-FR" sz="1200" dirty="0"/>
                    </a:p>
                  </a:txBody>
                  <a:tcPr/>
                </a:tc>
                <a:extLst>
                  <a:ext uri="{0D108BD9-81ED-4DB2-BD59-A6C34878D82A}">
                    <a16:rowId xmlns:a16="http://schemas.microsoft.com/office/drawing/2014/main" val="939511022"/>
                  </a:ext>
                </a:extLst>
              </a:tr>
              <a:tr h="690880">
                <a:tc>
                  <a:txBody>
                    <a:bodyPr/>
                    <a:lstStyle/>
                    <a:p>
                      <a:r>
                        <a:rPr lang="fr-FR" sz="1200" dirty="0"/>
                        <a:t>Stocke le login de l’agent actuellement connecté dans la variable </a:t>
                      </a:r>
                      <a:r>
                        <a:rPr lang="fr-FR" sz="1200" dirty="0" err="1"/>
                        <a:t>varCurrentUserLogin</a:t>
                      </a:r>
                      <a:endParaRPr lang="fr-FR" sz="1200" dirty="0"/>
                    </a:p>
                  </a:txBody>
                  <a:tcPr/>
                </a:tc>
                <a:tc>
                  <a:txBody>
                    <a:bodyPr/>
                    <a:lstStyle/>
                    <a:p>
                      <a:endParaRPr lang="fr-FR" sz="1200" dirty="0"/>
                    </a:p>
                  </a:txBody>
                  <a:tcPr/>
                </a:tc>
                <a:extLst>
                  <a:ext uri="{0D108BD9-81ED-4DB2-BD59-A6C34878D82A}">
                    <a16:rowId xmlns:a16="http://schemas.microsoft.com/office/drawing/2014/main" val="4209515912"/>
                  </a:ext>
                </a:extLst>
              </a:tr>
              <a:tr h="2468880">
                <a:tc>
                  <a:txBody>
                    <a:bodyPr/>
                    <a:lstStyle/>
                    <a:p>
                      <a:r>
                        <a:rPr lang="fr-FR" sz="1200" dirty="0"/>
                        <a:t>Afficher l’organisme le nom ou le code organisme (5 chiffres ou plus)</a:t>
                      </a:r>
                    </a:p>
                  </a:txBody>
                  <a:tcPr/>
                </a:tc>
                <a:tc>
                  <a:txBody>
                    <a:bodyPr/>
                    <a:lstStyle/>
                    <a:p>
                      <a:endParaRPr lang="fr-FR" sz="1200" dirty="0"/>
                    </a:p>
                  </a:txBody>
                  <a:tcPr/>
                </a:tc>
                <a:extLst>
                  <a:ext uri="{0D108BD9-81ED-4DB2-BD59-A6C34878D82A}">
                    <a16:rowId xmlns:a16="http://schemas.microsoft.com/office/drawing/2014/main" val="1566095751"/>
                  </a:ext>
                </a:extLst>
              </a:tr>
            </a:tbl>
          </a:graphicData>
        </a:graphic>
      </p:graphicFrame>
      <p:pic>
        <p:nvPicPr>
          <p:cNvPr id="11" name="Espace réservé pour une image  5" descr="Power Apps et 2 pages de plus - Travail – Microsoft​ Edge">
            <a:extLst>
              <a:ext uri="{FF2B5EF4-FFF2-40B4-BE49-F238E27FC236}">
                <a16:creationId xmlns:a16="http://schemas.microsoft.com/office/drawing/2014/main" id="{041BA6CB-F290-4EEF-8B71-FD151FDE1AE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a:xfrm>
            <a:off x="7011988" y="928156"/>
            <a:ext cx="1272155" cy="627521"/>
          </a:xfrm>
          <a:prstGeom prst="rect">
            <a:avLst/>
          </a:prstGeom>
        </p:spPr>
      </p:pic>
      <p:pic>
        <p:nvPicPr>
          <p:cNvPr id="12" name="Espace réservé pour une image  5" descr="Power Apps et 4 pages de plus - Travail – Microsoft​ Edge">
            <a:extLst>
              <a:ext uri="{FF2B5EF4-FFF2-40B4-BE49-F238E27FC236}">
                <a16:creationId xmlns:a16="http://schemas.microsoft.com/office/drawing/2014/main" id="{67E36B8E-01E2-4CAF-A439-A538BF73A45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a:xfrm>
            <a:off x="7027697" y="1658796"/>
            <a:ext cx="1247654" cy="592184"/>
          </a:xfrm>
          <a:prstGeom prst="rect">
            <a:avLst/>
          </a:prstGeom>
        </p:spPr>
      </p:pic>
      <p:pic>
        <p:nvPicPr>
          <p:cNvPr id="17" name="Espace réservé pour une image  5" descr="Power Apps et 6 pages de plus - Travail – Microsoft​ Edge">
            <a:extLst>
              <a:ext uri="{FF2B5EF4-FFF2-40B4-BE49-F238E27FC236}">
                <a16:creationId xmlns:a16="http://schemas.microsoft.com/office/drawing/2014/main" id="{66EAF4E8-1ADF-491E-9358-F8B61002453F}"/>
              </a:ext>
            </a:extLst>
          </p:cNvPr>
          <p:cNvPicPr>
            <a:picLocks noGrp="1" noChangeAspect="1"/>
          </p:cNvPicPr>
          <p:nvPr>
            <p:ph type="pic" idx="1"/>
          </p:nvPr>
        </p:nvPicPr>
        <p:blipFill>
          <a:blip r:embed="rId4">
            <a:extLst>
              <a:ext uri="{28A0092B-C50C-407E-A947-70E740481C1C}">
                <a14:useLocalDpi xmlns:a14="http://schemas.microsoft.com/office/drawing/2010/main" val="0"/>
              </a:ext>
            </a:extLst>
          </a:blip>
          <a:srcRect/>
          <a:stretch>
            <a:fillRect/>
          </a:stretch>
        </p:blipFill>
        <p:spPr>
          <a:xfrm>
            <a:off x="7027697" y="2344720"/>
            <a:ext cx="2526727" cy="592185"/>
          </a:xfrm>
        </p:spPr>
      </p:pic>
      <p:pic>
        <p:nvPicPr>
          <p:cNvPr id="18" name="Espace réservé pour une image  5" descr="Power Apps et 8 pages de plus - Travail – Microsoft​ Edge">
            <a:extLst>
              <a:ext uri="{FF2B5EF4-FFF2-40B4-BE49-F238E27FC236}">
                <a16:creationId xmlns:a16="http://schemas.microsoft.com/office/drawing/2014/main" id="{9BD7FDDD-68FF-4521-B8BB-215FA0726C12}"/>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a:xfrm>
            <a:off x="7027697" y="3040023"/>
            <a:ext cx="4231666" cy="592186"/>
          </a:xfrm>
          <a:prstGeom prst="rect">
            <a:avLst/>
          </a:prstGeom>
        </p:spPr>
      </p:pic>
      <p:pic>
        <p:nvPicPr>
          <p:cNvPr id="19" name="Espace réservé pour une image  5" descr="Power Apps et 9 pages de plus - Travail – Microsoft​ Edge">
            <a:extLst>
              <a:ext uri="{FF2B5EF4-FFF2-40B4-BE49-F238E27FC236}">
                <a16:creationId xmlns:a16="http://schemas.microsoft.com/office/drawing/2014/main" id="{DA6D04CD-39CE-4A40-AE70-E45DFE4C70F2}"/>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a:xfrm>
            <a:off x="6340243" y="3683078"/>
            <a:ext cx="2613673" cy="1197934"/>
          </a:xfrm>
          <a:prstGeom prst="rect">
            <a:avLst/>
          </a:prstGeom>
        </p:spPr>
      </p:pic>
      <p:pic>
        <p:nvPicPr>
          <p:cNvPr id="20" name="Espace réservé pour une image  5" descr="Power Apps et 9 pages de plus - Travail – Microsoft​ Edge">
            <a:extLst>
              <a:ext uri="{FF2B5EF4-FFF2-40B4-BE49-F238E27FC236}">
                <a16:creationId xmlns:a16="http://schemas.microsoft.com/office/drawing/2014/main" id="{F8862B43-290C-4C9B-AA66-28AC5851B76F}"/>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a:xfrm>
            <a:off x="9035195" y="3683078"/>
            <a:ext cx="3044737" cy="1076113"/>
          </a:xfrm>
          <a:prstGeom prst="rect">
            <a:avLst/>
          </a:prstGeom>
        </p:spPr>
      </p:pic>
      <p:pic>
        <p:nvPicPr>
          <p:cNvPr id="22" name="Espace réservé pour une image  5" descr="Power Apps et 9 pages de plus - Travail – Microsoft​ Edge">
            <a:extLst>
              <a:ext uri="{FF2B5EF4-FFF2-40B4-BE49-F238E27FC236}">
                <a16:creationId xmlns:a16="http://schemas.microsoft.com/office/drawing/2014/main" id="{92402F10-50C2-4088-AFD0-2E1195D36314}"/>
              </a:ext>
            </a:extLst>
          </p:cNvPr>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a:xfrm>
            <a:off x="6330045" y="4996528"/>
            <a:ext cx="3037254" cy="1076113"/>
          </a:xfrm>
          <a:prstGeom prst="rect">
            <a:avLst/>
          </a:prstGeom>
        </p:spPr>
      </p:pic>
    </p:spTree>
    <p:extLst>
      <p:ext uri="{BB962C8B-B14F-4D97-AF65-F5344CB8AC3E}">
        <p14:creationId xmlns:p14="http://schemas.microsoft.com/office/powerpoint/2010/main" val="252131651"/>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9618E51892316408EBEDE7ADCCC48CC" ma:contentTypeVersion="19" ma:contentTypeDescription="Crée un document." ma:contentTypeScope="" ma:versionID="a22ae328b544f8caa4e3dcf48adca260">
  <xsd:schema xmlns:xsd="http://www.w3.org/2001/XMLSchema" xmlns:xs="http://www.w3.org/2001/XMLSchema" xmlns:p="http://schemas.microsoft.com/office/2006/metadata/properties" xmlns:ns1="http://schemas.microsoft.com/sharepoint/v3" xmlns:ns2="e9498f14-4a3b-46f8-8f88-c890b8eaeb01" xmlns:ns3="b568ba3b-0a9e-4304-90bc-2f77e2aeea54" targetNamespace="http://schemas.microsoft.com/office/2006/metadata/properties" ma:root="true" ma:fieldsID="83fec29d968468b1821fafb3e3559fbf" ns1:_="" ns2:_="" ns3:_="">
    <xsd:import namespace="http://schemas.microsoft.com/sharepoint/v3"/>
    <xsd:import namespace="e9498f14-4a3b-46f8-8f88-c890b8eaeb01"/>
    <xsd:import namespace="b568ba3b-0a9e-4304-90bc-2f77e2aeea54"/>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GenerationTime" minOccurs="0"/>
                <xsd:element ref="ns2:MediaServiceEventHashCode" minOccurs="0"/>
                <xsd:element ref="ns1:PublishingStartDate" minOccurs="0"/>
                <xsd:element ref="ns1:PublishingExpirationDate" minOccurs="0"/>
                <xsd:element ref="ns2:MediaServiceOCR" minOccurs="0"/>
                <xsd:element ref="ns2:MediaServiceLocation" minOccurs="0"/>
                <xsd:element ref="ns3:SharedWithUsers" minOccurs="0"/>
                <xsd:element ref="ns3:SharedWithDetails" minOccurs="0"/>
                <xsd:element ref="ns2:MediaLengthInSeconds" minOccurs="0"/>
                <xsd:element ref="ns2:MediaServiceAutoKeyPoints" minOccurs="0"/>
                <xsd:element ref="ns2:MediaServiceKeyPoints" minOccurs="0"/>
                <xsd:element ref="ns2:lcf76f155ced4ddcb4097134ff3c332f" minOccurs="0"/>
                <xsd:element ref="ns3:TaxCatchAll" minOccurs="0"/>
                <xsd:element ref="ns2:MediaServiceObjectDetectorVersions" minOccurs="0"/>
                <xsd:element ref="ns3:_dlc_DocId" minOccurs="0"/>
                <xsd:element ref="ns3:_dlc_DocIdUrl" minOccurs="0"/>
                <xsd:element ref="ns3:_dlc_DocIdPersistId"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PublishingStartDate" ma:index="14" nillable="true" ma:displayName="Date de début de planification" ma:description="La colonne de site Date de début de planification est créée par la fonctionnalité de publication. Elle permet de spécifier les date et heure auxquelles cette page apparaîtra la première fois aux visiteurs du site." ma:internalName="PublishingStartDate">
      <xsd:simpleType>
        <xsd:restriction base="dms:Unknown"/>
      </xsd:simpleType>
    </xsd:element>
    <xsd:element name="PublishingExpirationDate" ma:index="15" nillable="true" ma:displayName="Date de fin de planification" ma:description="La colonne de site Date de fin de planification est créée par la fonctionnalité de publication. Elle permet de spécifier les date et heure auxquelles cette page n'apparaîtra plus aux visiteurs du site." ma:internalName="PublishingExpirationDat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e9498f14-4a3b-46f8-8f88-c890b8eaeb0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Location" ma:index="17"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element name="lcf76f155ced4ddcb4097134ff3c332f" ma:index="24" nillable="true" ma:taxonomy="true" ma:internalName="lcf76f155ced4ddcb4097134ff3c332f" ma:taxonomyFieldName="MediaServiceImageTags" ma:displayName="Balises d’images" ma:readOnly="false" ma:fieldId="{5cf76f15-5ced-4ddc-b409-7134ff3c332f}" ma:taxonomyMulti="true" ma:sspId="60315fbd-64dd-42b6-8821-119951e42b94"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6" nillable="true" ma:displayName="MediaServiceObjectDetectorVersions" ma:hidden="true" ma:indexed="true" ma:internalName="MediaServiceObjectDetectorVersions" ma:readOnly="true">
      <xsd:simpleType>
        <xsd:restriction base="dms:Text"/>
      </xsd:simpleType>
    </xsd:element>
    <xsd:element name="MediaServiceSearchProperties" ma:index="30"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b568ba3b-0a9e-4304-90bc-2f77e2aeea54" elementFormDefault="qualified">
    <xsd:import namespace="http://schemas.microsoft.com/office/2006/documentManagement/types"/>
    <xsd:import namespace="http://schemas.microsoft.com/office/infopath/2007/PartnerControls"/>
    <xsd:element name="SharedWithUsers" ma:index="18"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Partagé avec détails" ma:internalName="SharedWithDetails" ma:readOnly="true">
      <xsd:simpleType>
        <xsd:restriction base="dms:Note">
          <xsd:maxLength value="255"/>
        </xsd:restriction>
      </xsd:simpleType>
    </xsd:element>
    <xsd:element name="TaxCatchAll" ma:index="25" nillable="true" ma:displayName="Taxonomy Catch All Column" ma:hidden="true" ma:list="{f8829529-9629-4a0b-bd74-c4d0bbb25fbb}" ma:internalName="TaxCatchAll" ma:showField="CatchAllData" ma:web="b568ba3b-0a9e-4304-90bc-2f77e2aeea54">
      <xsd:complexType>
        <xsd:complexContent>
          <xsd:extension base="dms:MultiChoiceLookup">
            <xsd:sequence>
              <xsd:element name="Value" type="dms:Lookup" maxOccurs="unbounded" minOccurs="0" nillable="true"/>
            </xsd:sequence>
          </xsd:extension>
        </xsd:complexContent>
      </xsd:complexType>
    </xsd:element>
    <xsd:element name="_dlc_DocId" ma:index="27" nillable="true" ma:displayName="Valeur d’ID de document" ma:description="Valeur de l’ID de document affecté à cet élément." ma:indexed="true" ma:internalName="_dlc_DocId" ma:readOnly="true">
      <xsd:simpleType>
        <xsd:restriction base="dms:Text"/>
      </xsd:simpleType>
    </xsd:element>
    <xsd:element name="_dlc_DocIdUrl" ma:index="28" nillable="true" ma:displayName="ID de document" ma:description="Lien permanent vers ce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29" nillable="true" ma:displayName="Persist ID" ma:description="Keep ID on add." ma:hidden="true" ma:internalName="_dlc_DocIdPersistId" ma:readOnly="true">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b568ba3b-0a9e-4304-90bc-2f77e2aeea54" xsi:nil="true"/>
    <lcf76f155ced4ddcb4097134ff3c332f xmlns="e9498f14-4a3b-46f8-8f88-c890b8eaeb01">
      <Terms xmlns="http://schemas.microsoft.com/office/infopath/2007/PartnerControls"/>
    </lcf76f155ced4ddcb4097134ff3c332f>
    <PublishingExpirationDate xmlns="http://schemas.microsoft.com/sharepoint/v3" xsi:nil="true"/>
    <PublishingStartDate xmlns="http://schemas.microsoft.com/sharepoint/v3" xsi:nil="true"/>
    <SharedWithUsers xmlns="b568ba3b-0a9e-4304-90bc-2f77e2aeea54">
      <UserInfo>
        <DisplayName/>
        <AccountId xsi:nil="true"/>
        <AccountType/>
      </UserInfo>
    </SharedWithUsers>
    <_dlc_DocId xmlns="b568ba3b-0a9e-4304-90bc-2f77e2aeea54">R6FSRZZME63M-654197140-117617</_dlc_DocId>
    <_dlc_DocIdUrl xmlns="b568ba3b-0a9e-4304-90bc-2f77e2aeea54">
      <Url>https://recouv.sharepoint.com/sites/ACOSSDSISD-DOSDigitalOffresagentsRAD/_layouts/15/DocIdRedir.aspx?ID=R6FSRZZME63M-654197140-117617</Url>
      <Description>R6FSRZZME63M-654197140-117617</Description>
    </_dlc_DocIdUrl>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Props1.xml><?xml version="1.0" encoding="utf-8"?>
<ds:datastoreItem xmlns:ds="http://schemas.openxmlformats.org/officeDocument/2006/customXml" ds:itemID="{BA55E674-A40E-471A-9DD6-5D84E22E2087}"/>
</file>

<file path=customXml/itemProps2.xml><?xml version="1.0" encoding="utf-8"?>
<ds:datastoreItem xmlns:ds="http://schemas.openxmlformats.org/officeDocument/2006/customXml" ds:itemID="{94647E47-E6B4-474F-9333-5CEFBD2F0D35}">
  <ds:schemaRefs>
    <ds:schemaRef ds:uri="http://purl.org/dc/elements/1.1/"/>
    <ds:schemaRef ds:uri="http://schemas.microsoft.com/office/2006/metadata/properties"/>
    <ds:schemaRef ds:uri="http://schemas.microsoft.com/office/2006/documentManagement/types"/>
    <ds:schemaRef ds:uri="http://purl.org/dc/terms/"/>
    <ds:schemaRef ds:uri="ec8bd930-cd0c-4aca-9160-878530177885"/>
    <ds:schemaRef ds:uri="http://purl.org/dc/dcmitype/"/>
    <ds:schemaRef ds:uri="http://schemas.microsoft.com/office/infopath/2007/PartnerControls"/>
    <ds:schemaRef ds:uri="http://schemas.openxmlformats.org/package/2006/metadata/core-properties"/>
    <ds:schemaRef ds:uri="286c1645-1acd-49db-ac59-1edb787487ea"/>
    <ds:schemaRef ds:uri="http://www.w3.org/XML/1998/namespace"/>
  </ds:schemaRefs>
</ds:datastoreItem>
</file>

<file path=customXml/itemProps3.xml><?xml version="1.0" encoding="utf-8"?>
<ds:datastoreItem xmlns:ds="http://schemas.openxmlformats.org/officeDocument/2006/customXml" ds:itemID="{27C67B4F-5330-4916-95AA-1D556C930C34}">
  <ds:schemaRefs>
    <ds:schemaRef ds:uri="http://schemas.microsoft.com/sharepoint/v3/contenttype/forms"/>
  </ds:schemaRefs>
</ds:datastoreItem>
</file>

<file path=customXml/itemProps4.xml><?xml version="1.0" encoding="utf-8"?>
<ds:datastoreItem xmlns:ds="http://schemas.openxmlformats.org/officeDocument/2006/customXml" ds:itemID="{E7C7519B-D8C0-4A40-AC87-EEB682E2E913}"/>
</file>

<file path=docProps/app.xml><?xml version="1.0" encoding="utf-8"?>
<Properties xmlns="http://schemas.openxmlformats.org/officeDocument/2006/extended-properties" xmlns:vt="http://schemas.openxmlformats.org/officeDocument/2006/docPropsVTypes">
  <Template>Office Theme</Template>
  <TotalTime>2265</TotalTime>
  <Words>522</Words>
  <Application>Microsoft Office PowerPoint</Application>
  <PresentationFormat>Grand écran</PresentationFormat>
  <Paragraphs>86</Paragraphs>
  <Slides>12</Slides>
  <Notes>0</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12</vt:i4>
      </vt:variant>
    </vt:vector>
  </HeadingPairs>
  <TitlesOfParts>
    <vt:vector size="16" baseType="lpstr">
      <vt:lpstr>Arial</vt:lpstr>
      <vt:lpstr>Calibri</vt:lpstr>
      <vt:lpstr>Calibri Light</vt:lpstr>
      <vt:lpstr>Thème Office</vt:lpstr>
      <vt:lpstr>DOCUMENTATION FORMULAIRE DEMANDE Heures supplémentaires</vt:lpstr>
      <vt:lpstr>Outils utilisé lors du lancement de l’application</vt:lpstr>
      <vt:lpstr>Présentation PowerPoint</vt:lpstr>
      <vt:lpstr>ATU_DemandeHS</vt:lpstr>
      <vt:lpstr>ATU_DemandeHS_Agents</vt:lpstr>
      <vt:lpstr>Power Automate « HS_EnvoiMailAgentCommut»</vt:lpstr>
      <vt:lpstr>Power Automate </vt:lpstr>
      <vt:lpstr>ATA_DirServices </vt:lpstr>
      <vt:lpstr>ATA_Intervenants</vt:lpstr>
      <vt:lpstr>RET_Agent_Planning</vt:lpstr>
      <vt:lpstr>Circuits des demandes de Forfait Annuel en Jours</vt:lpstr>
      <vt:lpstr>Liaison pour retrouvé les informations de l’agent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Connexion établie lors de l’ouverture de l’application</dc:title>
  <dc:creator>KASTNER Ivane (Acoss)</dc:creator>
  <cp:lastModifiedBy>DECOUFLET Thierry (Acoss)</cp:lastModifiedBy>
  <cp:revision>15</cp:revision>
  <dcterms:created xsi:type="dcterms:W3CDTF">2023-01-06T13:07:00Z</dcterms:created>
  <dcterms:modified xsi:type="dcterms:W3CDTF">2023-10-27T07:40:49Z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0x010100F9618E51892316408EBEDE7ADCCC48CC</vt:lpwstr>
  </property>
  <property fmtid="{D5CDD505-2E9C-101B-9397-08002B2CF9AE}" pid="3" name="Order">
    <vt:r8>45500</vt:r8>
  </property>
  <property fmtid="{D5CDD505-2E9C-101B-9397-08002B2CF9AE}" pid="4" name="xd_Signature">
    <vt:bool>false</vt:bool>
  </property>
  <property fmtid="{D5CDD505-2E9C-101B-9397-08002B2CF9AE}" pid="5" name="xd_ProgID">
    <vt:lpwstr/>
  </property>
  <property fmtid="{D5CDD505-2E9C-101B-9397-08002B2CF9AE}" pid="6" name="_SourceUrl">
    <vt:lpwstr/>
  </property>
  <property fmtid="{D5CDD505-2E9C-101B-9397-08002B2CF9AE}" pid="7" name="_SharedFileIndex">
    <vt:lpwstr/>
  </property>
  <property fmtid="{D5CDD505-2E9C-101B-9397-08002B2CF9AE}" pid="8" name="ComplianceAssetId">
    <vt:lpwstr/>
  </property>
  <property fmtid="{D5CDD505-2E9C-101B-9397-08002B2CF9AE}" pid="9" name="TemplateUrl">
    <vt:lpwstr/>
  </property>
  <property fmtid="{D5CDD505-2E9C-101B-9397-08002B2CF9AE}" pid="10" name="_ExtendedDescription">
    <vt:lpwstr/>
  </property>
  <property fmtid="{D5CDD505-2E9C-101B-9397-08002B2CF9AE}" pid="11" name="TriggerFlowInfo">
    <vt:lpwstr/>
  </property>
  <property fmtid="{D5CDD505-2E9C-101B-9397-08002B2CF9AE}" pid="12" name="MediaServiceImageTags">
    <vt:lpwstr/>
  </property>
  <property fmtid="{D5CDD505-2E9C-101B-9397-08002B2CF9AE}" pid="13" name="_dlc_DocIdItemGuid">
    <vt:lpwstr>95906322-0829-44d2-8ad1-3a12440a32a6</vt:lpwstr>
  </property>
</Properties>
</file>